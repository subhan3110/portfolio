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2.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9" r:id="rId2"/>
  </p:sldMasterIdLst>
  <p:notesMasterIdLst>
    <p:notesMasterId r:id="rId18"/>
  </p:notesMasterIdLst>
  <p:sldIdLst>
    <p:sldId id="2147197596" r:id="rId3"/>
    <p:sldId id="2147197599" r:id="rId4"/>
    <p:sldId id="257" r:id="rId5"/>
    <p:sldId id="261" r:id="rId6"/>
    <p:sldId id="262" r:id="rId7"/>
    <p:sldId id="263" r:id="rId8"/>
    <p:sldId id="2147197598" r:id="rId9"/>
    <p:sldId id="2147197603" r:id="rId10"/>
    <p:sldId id="2147197600" r:id="rId11"/>
    <p:sldId id="2147197601" r:id="rId12"/>
    <p:sldId id="2147197602" r:id="rId13"/>
    <p:sldId id="2147197604" r:id="rId14"/>
    <p:sldId id="2147197606" r:id="rId15"/>
    <p:sldId id="2147197605" r:id="rId16"/>
    <p:sldId id="2147197607" r:id="rId17"/>
  </p:sldIdLst>
  <p:sldSz cx="12192000" cy="6858000"/>
  <p:notesSz cx="6858000" cy="9144000"/>
  <p:custDataLst>
    <p:tags r:id="rId19"/>
  </p:custData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58"/>
  </p:normalViewPr>
  <p:slideViewPr>
    <p:cSldViewPr snapToGrid="0">
      <p:cViewPr varScale="1">
        <p:scale>
          <a:sx n="91" d="100"/>
          <a:sy n="91" d="100"/>
        </p:scale>
        <p:origin x="192" y="8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0A945B-8DFA-4A1A-BD0F-B73E70D7E4F7}" type="datetimeFigureOut">
              <a:rPr lang="nb-NO" smtClean="0"/>
              <a:t>02.10.2026</a:t>
            </a:fld>
            <a:endParaRPr lang="nb-N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20788-1A25-42D7-A78D-0C5876405E6F}" type="slidenum">
              <a:rPr lang="nb-NO" smtClean="0"/>
              <a:t>‹#›</a:t>
            </a:fld>
            <a:endParaRPr lang="nb-NO"/>
          </a:p>
        </p:txBody>
      </p:sp>
    </p:spTree>
    <p:extLst>
      <p:ext uri="{BB962C8B-B14F-4D97-AF65-F5344CB8AC3E}">
        <p14:creationId xmlns:p14="http://schemas.microsoft.com/office/powerpoint/2010/main" val="203558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CEE20788-1A25-42D7-A78D-0C5876405E6F}" type="slidenum">
              <a:rPr lang="nb-NO" smtClean="0"/>
              <a:t>6</a:t>
            </a:fld>
            <a:endParaRPr lang="nb-NO"/>
          </a:p>
        </p:txBody>
      </p:sp>
    </p:spTree>
    <p:extLst>
      <p:ext uri="{BB962C8B-B14F-4D97-AF65-F5344CB8AC3E}">
        <p14:creationId xmlns:p14="http://schemas.microsoft.com/office/powerpoint/2010/main" val="965064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b-NO"/>
          </a:p>
        </p:txBody>
      </p:sp>
      <p:sp>
        <p:nvSpPr>
          <p:cNvPr id="4" name="Slide Number Placeholder 3"/>
          <p:cNvSpPr>
            <a:spLocks noGrp="1"/>
          </p:cNvSpPr>
          <p:nvPr>
            <p:ph type="sldNum" sz="quarter" idx="5"/>
          </p:nvPr>
        </p:nvSpPr>
        <p:spPr/>
        <p:txBody>
          <a:bodyPr/>
          <a:lstStyle/>
          <a:p>
            <a:fld id="{CEE20788-1A25-42D7-A78D-0C5876405E6F}" type="slidenum">
              <a:rPr lang="nb-NO" smtClean="0"/>
              <a:t>12</a:t>
            </a:fld>
            <a:endParaRPr lang="nb-NO"/>
          </a:p>
        </p:txBody>
      </p:sp>
    </p:spTree>
    <p:extLst>
      <p:ext uri="{BB962C8B-B14F-4D97-AF65-F5344CB8AC3E}">
        <p14:creationId xmlns:p14="http://schemas.microsoft.com/office/powerpoint/2010/main" val="141139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479002"/>
      </p:ext>
    </p:extLst>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bl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339" name="Rectangle 3"/>
          <p:cNvSpPr>
            <a:spLocks noGrp="1" noChangeArrowheads="1"/>
          </p:cNvSpPr>
          <p:nvPr>
            <p:ph type="ctrTitle" hasCustomPrompt="1"/>
          </p:nvPr>
        </p:nvSpPr>
        <p:spPr>
          <a:xfrm>
            <a:off x="1221613" y="2816887"/>
            <a:ext cx="8280000" cy="1080000"/>
          </a:xfrm>
          <a:prstGeom prst="rect">
            <a:avLst/>
          </a:prstGeom>
        </p:spPr>
        <p:txBody>
          <a:bodyPr anchor="t">
            <a:noAutofit/>
          </a:bodyPr>
          <a:lstStyle>
            <a:lvl1pPr>
              <a:lnSpc>
                <a:spcPts val="4000"/>
              </a:lnSpc>
              <a:defRPr sz="3600" b="0" i="0" baseline="0">
                <a:solidFill>
                  <a:schemeClr val="tx1"/>
                </a:solidFill>
                <a:latin typeface="+mj-lt"/>
                <a:cs typeface="Segoe UI Historic" panose="020B0502040204020203" pitchFamily="34" charset="0"/>
              </a:defRPr>
            </a:lvl1pPr>
          </a:lstStyle>
          <a:p>
            <a:pPr lvl="0"/>
            <a:r>
              <a:rPr lang="en-US" altLang="nn-NO" noProof="0"/>
              <a:t>Click to add title</a:t>
            </a:r>
          </a:p>
        </p:txBody>
      </p:sp>
      <p:sp>
        <p:nvSpPr>
          <p:cNvPr id="14340" name="Rectangle 4"/>
          <p:cNvSpPr>
            <a:spLocks noGrp="1" noChangeArrowheads="1"/>
          </p:cNvSpPr>
          <p:nvPr>
            <p:ph type="subTitle" idx="1" hasCustomPrompt="1"/>
          </p:nvPr>
        </p:nvSpPr>
        <p:spPr>
          <a:xfrm>
            <a:off x="1221616" y="4201347"/>
            <a:ext cx="8280000" cy="827857"/>
          </a:xfrm>
          <a:prstGeom prst="rect">
            <a:avLst/>
          </a:prstGeom>
        </p:spPr>
        <p:txBody>
          <a:bodyPr lIns="0" rIns="0" anchor="t"/>
          <a:lstStyle>
            <a:lvl1pPr marL="0" indent="0">
              <a:spcBef>
                <a:spcPts val="0"/>
              </a:spcBef>
              <a:spcAft>
                <a:spcPts val="300"/>
              </a:spcAft>
              <a:buFont typeface="Wingdings 3" pitchFamily="18" charset="2"/>
              <a:buNone/>
              <a:defRPr sz="2000" b="0" i="0">
                <a:solidFill>
                  <a:schemeClr val="tx1"/>
                </a:solidFill>
                <a:latin typeface="+mn-lt"/>
                <a:cs typeface="Segoe UI Historic" panose="020B0502040204020203" pitchFamily="34" charset="0"/>
              </a:defRPr>
            </a:lvl1pPr>
          </a:lstStyle>
          <a:p>
            <a:pPr lvl="0"/>
            <a:r>
              <a:rPr lang="en-US" altLang="nn-NO" noProof="0"/>
              <a:t>Click to add subtitle</a:t>
            </a:r>
          </a:p>
        </p:txBody>
      </p:sp>
      <p:sp>
        <p:nvSpPr>
          <p:cNvPr id="8" name="Content Placeholder 7"/>
          <p:cNvSpPr>
            <a:spLocks noGrp="1"/>
          </p:cNvSpPr>
          <p:nvPr>
            <p:ph sz="quarter" idx="12" hasCustomPrompt="1"/>
          </p:nvPr>
        </p:nvSpPr>
        <p:spPr>
          <a:xfrm>
            <a:off x="1221612" y="5661252"/>
            <a:ext cx="3987692" cy="307777"/>
          </a:xfrm>
          <a:prstGeom prst="rect">
            <a:avLst/>
          </a:prstGeom>
        </p:spPr>
        <p:txBody>
          <a:bodyPr lIns="0" rIns="0"/>
          <a:lstStyle>
            <a:lvl1pPr marL="0" indent="0" algn="l">
              <a:spcBef>
                <a:spcPts val="0"/>
              </a:spcBef>
              <a:spcAft>
                <a:spcPts val="0"/>
              </a:spcAft>
              <a:buNone/>
              <a:defRPr sz="1200" b="0" i="0">
                <a:solidFill>
                  <a:schemeClr val="tx1"/>
                </a:solidFill>
                <a:latin typeface="+mn-lt"/>
                <a:cs typeface="Segoe UI Historic" panose="020B0502040204020203" pitchFamily="34" charset="0"/>
              </a:defRPr>
            </a:lvl1pPr>
          </a:lstStyle>
          <a:p>
            <a:pPr lvl="0"/>
            <a:r>
              <a:rPr lang="en-US" noProof="0"/>
              <a:t>Click to add Date</a:t>
            </a:r>
          </a:p>
        </p:txBody>
      </p:sp>
      <p:cxnSp>
        <p:nvCxnSpPr>
          <p:cNvPr id="12" name="Straight Connector 11">
            <a:extLst>
              <a:ext uri="{FF2B5EF4-FFF2-40B4-BE49-F238E27FC236}">
                <a16:creationId xmlns:a16="http://schemas.microsoft.com/office/drawing/2014/main" id="{967CF32D-BA6C-9848-929D-A677E25F0F68}"/>
              </a:ext>
            </a:extLst>
          </p:cNvPr>
          <p:cNvCxnSpPr/>
          <p:nvPr userDrawn="1"/>
        </p:nvCxnSpPr>
        <p:spPr bwMode="auto">
          <a:xfrm>
            <a:off x="1221612" y="2492896"/>
            <a:ext cx="1044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a:extLst>
              <a:ext uri="{FF2B5EF4-FFF2-40B4-BE49-F238E27FC236}">
                <a16:creationId xmlns:a16="http://schemas.microsoft.com/office/drawing/2014/main" id="{031E238F-F1E8-4FD4-AB6B-84B51472BEDE}"/>
              </a:ext>
            </a:extLst>
          </p:cNvPr>
          <p:cNvSpPr txBox="1"/>
          <p:nvPr userDrawn="1"/>
        </p:nvSpPr>
        <p:spPr>
          <a:xfrm>
            <a:off x="10242206" y="6183335"/>
            <a:ext cx="1607425" cy="226280"/>
          </a:xfrm>
          <a:prstGeom prst="rect">
            <a:avLst/>
          </a:prstGeom>
          <a:noFill/>
        </p:spPr>
        <p:txBody>
          <a:bodyPr wrap="square" rtlCol="0">
            <a:spAutoFit/>
          </a:bodyPr>
          <a:lstStyle/>
          <a:p>
            <a:pPr marL="0" indent="0" algn="r">
              <a:buNone/>
            </a:pPr>
            <a:r>
              <a:rPr lang="en-US" sz="800">
                <a:solidFill>
                  <a:schemeClr val="tx1"/>
                </a:solidFill>
                <a:latin typeface="+mn-lt"/>
              </a:rPr>
              <a:t>Private and Confidential</a:t>
            </a:r>
          </a:p>
        </p:txBody>
      </p:sp>
      <p:pic>
        <p:nvPicPr>
          <p:cNvPr id="7" name="Picture 6">
            <a:extLst>
              <a:ext uri="{FF2B5EF4-FFF2-40B4-BE49-F238E27FC236}">
                <a16:creationId xmlns:a16="http://schemas.microsoft.com/office/drawing/2014/main" id="{B7B9FD26-7D95-482C-A900-311408BAB77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34454" y="763810"/>
            <a:ext cx="1738971" cy="722252"/>
          </a:xfrm>
          <a:prstGeom prst="rect">
            <a:avLst/>
          </a:prstGeom>
        </p:spPr>
      </p:pic>
    </p:spTree>
    <p:extLst>
      <p:ext uri="{BB962C8B-B14F-4D97-AF65-F5344CB8AC3E}">
        <p14:creationId xmlns:p14="http://schemas.microsoft.com/office/powerpoint/2010/main" val="2892450731"/>
      </p:ext>
    </p:extLst>
  </p:cSld>
  <p:clrMapOvr>
    <a:overrideClrMapping bg1="dk1" tx1="lt1" bg2="dk2" tx2="lt2" accent1="accent1" accent2="accent2" accent3="accent3" accent4="accent4" accent5="accent5" accent6="accent6" hlink="hlink" folHlink="folHlink"/>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icture (backgroun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E9E0FA2-060B-49B0-8CC2-C44D8E72DC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9917" y="1"/>
            <a:ext cx="1442258" cy="668272"/>
          </a:xfrm>
          <a:prstGeom prst="rect">
            <a:avLst/>
          </a:prstGeom>
        </p:spPr>
      </p:pic>
      <p:sp>
        <p:nvSpPr>
          <p:cNvPr id="7" name="Title 8">
            <a:extLst>
              <a:ext uri="{FF2B5EF4-FFF2-40B4-BE49-F238E27FC236}">
                <a16:creationId xmlns:a16="http://schemas.microsoft.com/office/drawing/2014/main" id="{8FA9AA26-0AAE-4CC4-8E3F-F1A966C0F06F}"/>
              </a:ext>
            </a:extLst>
          </p:cNvPr>
          <p:cNvSpPr>
            <a:spLocks noGrp="1"/>
          </p:cNvSpPr>
          <p:nvPr>
            <p:ph type="title"/>
          </p:nvPr>
        </p:nvSpPr>
        <p:spPr>
          <a:xfrm>
            <a:off x="731838" y="1700213"/>
            <a:ext cx="6408000" cy="4140000"/>
          </a:xfrm>
          <a:solidFill>
            <a:srgbClr val="F2F2F2"/>
          </a:solidFill>
        </p:spPr>
        <p:txBody>
          <a:bodyPr lIns="360000" tIns="864000" rIns="360000" anchor="t">
            <a:noAutofit/>
          </a:bodyPr>
          <a:lstStyle>
            <a:lvl1pPr>
              <a:defRPr>
                <a:ln>
                  <a:noFill/>
                </a:ln>
                <a:solidFill>
                  <a:schemeClr val="bg2"/>
                </a:solidFill>
              </a:defRPr>
            </a:lvl1pPr>
          </a:lstStyle>
          <a:p>
            <a:r>
              <a:rPr lang="en-US"/>
              <a:t>Click to edit Master title style</a:t>
            </a:r>
          </a:p>
        </p:txBody>
      </p:sp>
      <p:sp>
        <p:nvSpPr>
          <p:cNvPr id="12" name="Plassholder for tekst 21">
            <a:extLst>
              <a:ext uri="{FF2B5EF4-FFF2-40B4-BE49-F238E27FC236}">
                <a16:creationId xmlns:a16="http://schemas.microsoft.com/office/drawing/2014/main" id="{7354F15D-9B8A-442B-8804-ACED9114951C}"/>
              </a:ext>
            </a:extLst>
          </p:cNvPr>
          <p:cNvSpPr>
            <a:spLocks noGrp="1"/>
          </p:cNvSpPr>
          <p:nvPr>
            <p:ph type="body" sz="quarter" idx="18" hasCustomPrompt="1"/>
          </p:nvPr>
        </p:nvSpPr>
        <p:spPr>
          <a:xfrm>
            <a:off x="1092200" y="5040000"/>
            <a:ext cx="3372826" cy="307777"/>
          </a:xfrm>
          <a:prstGeom prst="rect">
            <a:avLst/>
          </a:prstGeom>
        </p:spPr>
        <p:txBody>
          <a:bodyPr lIns="0">
            <a:noAutofit/>
          </a:bodyPr>
          <a:lstStyle>
            <a:lvl1pPr marL="0" indent="0">
              <a:buFontTx/>
              <a:buNone/>
              <a:defRPr sz="12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11" name="Plassholder for tekst 19">
            <a:extLst>
              <a:ext uri="{FF2B5EF4-FFF2-40B4-BE49-F238E27FC236}">
                <a16:creationId xmlns:a16="http://schemas.microsoft.com/office/drawing/2014/main" id="{C063EF08-94B1-4ABA-8C01-98C7B4CC0582}"/>
              </a:ext>
            </a:extLst>
          </p:cNvPr>
          <p:cNvSpPr>
            <a:spLocks noGrp="1"/>
          </p:cNvSpPr>
          <p:nvPr>
            <p:ph type="body" sz="quarter" idx="17" hasCustomPrompt="1"/>
          </p:nvPr>
        </p:nvSpPr>
        <p:spPr>
          <a:xfrm>
            <a:off x="1092200" y="4319999"/>
            <a:ext cx="5642708" cy="647653"/>
          </a:xfrm>
          <a:prstGeom prst="rect">
            <a:avLst/>
          </a:prstGeom>
        </p:spPr>
        <p:txBody>
          <a:bodyPr lIns="0" tIns="0">
            <a:noAutofit/>
          </a:bodyPr>
          <a:lstStyle>
            <a:lvl1pPr marL="0" indent="0">
              <a:buFontTx/>
              <a:buNone/>
              <a:defRPr sz="18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9" name="TextBox 8">
            <a:extLst>
              <a:ext uri="{FF2B5EF4-FFF2-40B4-BE49-F238E27FC236}">
                <a16:creationId xmlns:a16="http://schemas.microsoft.com/office/drawing/2014/main" id="{6A3C487E-F28B-45C2-BE2E-BF2B8BF062AC}"/>
              </a:ext>
            </a:extLst>
          </p:cNvPr>
          <p:cNvSpPr txBox="1"/>
          <p:nvPr userDrawn="1"/>
        </p:nvSpPr>
        <p:spPr>
          <a:xfrm>
            <a:off x="10242206" y="6183335"/>
            <a:ext cx="1607425" cy="226280"/>
          </a:xfrm>
          <a:prstGeom prst="rect">
            <a:avLst/>
          </a:prstGeom>
          <a:noFill/>
        </p:spPr>
        <p:txBody>
          <a:bodyPr wrap="square" rtlCol="0">
            <a:spAutoFit/>
          </a:bodyPr>
          <a:lstStyle/>
          <a:p>
            <a:pPr marL="0" indent="0" algn="r">
              <a:buNone/>
            </a:pPr>
            <a:r>
              <a:rPr lang="en-US" sz="800">
                <a:solidFill>
                  <a:schemeClr val="bg2"/>
                </a:solidFill>
                <a:latin typeface="+mn-lt"/>
              </a:rPr>
              <a:t>Private and Confidential</a:t>
            </a:r>
          </a:p>
        </p:txBody>
      </p:sp>
      <p:sp>
        <p:nvSpPr>
          <p:cNvPr id="13" name="Text Placeholder 12">
            <a:extLst>
              <a:ext uri="{FF2B5EF4-FFF2-40B4-BE49-F238E27FC236}">
                <a16:creationId xmlns:a16="http://schemas.microsoft.com/office/drawing/2014/main" id="{FFC40F75-885E-4A58-9AE6-208A80A0ED0D}"/>
              </a:ext>
            </a:extLst>
          </p:cNvPr>
          <p:cNvSpPr>
            <a:spLocks noGrp="1"/>
          </p:cNvSpPr>
          <p:nvPr>
            <p:ph type="body" sz="quarter" idx="20" hasCustomPrompt="1"/>
          </p:nvPr>
        </p:nvSpPr>
        <p:spPr>
          <a:xfrm>
            <a:off x="1101863" y="2216479"/>
            <a:ext cx="1044000" cy="0"/>
          </a:xfrm>
          <a:ln>
            <a:solidFill>
              <a:schemeClr val="bg2"/>
            </a:solidFill>
          </a:ln>
        </p:spPr>
        <p:txBody>
          <a:bodyPr/>
          <a:lstStyle>
            <a:lvl1pPr>
              <a:buNone/>
              <a:defRPr/>
            </a:lvl1pPr>
          </a:lstStyle>
          <a:p>
            <a:r>
              <a:rPr lang="en-US"/>
              <a:t>   </a:t>
            </a:r>
          </a:p>
        </p:txBody>
      </p:sp>
    </p:spTree>
    <p:extLst>
      <p:ext uri="{BB962C8B-B14F-4D97-AF65-F5344CB8AC3E}">
        <p14:creationId xmlns:p14="http://schemas.microsoft.com/office/powerpoint/2010/main" val="4233064"/>
      </p:ext>
    </p:extLst>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small pictu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01342-937C-4F2B-8A66-4CB0795C23E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6862" y="774294"/>
            <a:ext cx="1725025" cy="701245"/>
          </a:xfrm>
          <a:prstGeom prst="rect">
            <a:avLst/>
          </a:prstGeom>
        </p:spPr>
      </p:pic>
      <p:sp>
        <p:nvSpPr>
          <p:cNvPr id="4" name="Plassholder for bilde 3">
            <a:extLst>
              <a:ext uri="{FF2B5EF4-FFF2-40B4-BE49-F238E27FC236}">
                <a16:creationId xmlns:a16="http://schemas.microsoft.com/office/drawing/2014/main" id="{B235CA1C-BA27-447B-9435-49077D16016F}"/>
              </a:ext>
            </a:extLst>
          </p:cNvPr>
          <p:cNvSpPr>
            <a:spLocks noGrp="1"/>
          </p:cNvSpPr>
          <p:nvPr>
            <p:ph type="pic" sz="quarter" idx="15"/>
          </p:nvPr>
        </p:nvSpPr>
        <p:spPr>
          <a:xfrm>
            <a:off x="6860032" y="756135"/>
            <a:ext cx="5328000" cy="5328000"/>
          </a:xfrm>
          <a:prstGeom prst="rect">
            <a:avLst/>
          </a:prstGeom>
        </p:spPr>
        <p:txBody>
          <a:bodyPr anchor="ctr"/>
          <a:lstStyle>
            <a:lvl1pPr marL="0" indent="0" algn="ctr">
              <a:buFontTx/>
              <a:buNone/>
              <a:defRPr>
                <a:solidFill>
                  <a:schemeClr val="tx2"/>
                </a:solidFill>
              </a:defRPr>
            </a:lvl1pPr>
          </a:lstStyle>
          <a:p>
            <a:r>
              <a:rPr lang="en-US" noProof="0"/>
              <a:t>Click icon to add picture</a:t>
            </a:r>
          </a:p>
        </p:txBody>
      </p:sp>
      <p:sp>
        <p:nvSpPr>
          <p:cNvPr id="5" name="Title 8">
            <a:extLst>
              <a:ext uri="{FF2B5EF4-FFF2-40B4-BE49-F238E27FC236}">
                <a16:creationId xmlns:a16="http://schemas.microsoft.com/office/drawing/2014/main" id="{9E7CD84B-4F09-4906-BF76-E73954552F81}"/>
              </a:ext>
            </a:extLst>
          </p:cNvPr>
          <p:cNvSpPr>
            <a:spLocks noGrp="1"/>
          </p:cNvSpPr>
          <p:nvPr>
            <p:ph type="title"/>
          </p:nvPr>
        </p:nvSpPr>
        <p:spPr>
          <a:xfrm>
            <a:off x="874712" y="2860849"/>
            <a:ext cx="5436000" cy="1548000"/>
          </a:xfrm>
          <a:noFill/>
        </p:spPr>
        <p:txBody>
          <a:bodyPr lIns="0" tIns="0" anchor="t">
            <a:noAutofit/>
          </a:bodyPr>
          <a:lstStyle>
            <a:lvl1pPr>
              <a:defRPr>
                <a:ln>
                  <a:noFill/>
                </a:ln>
                <a:solidFill>
                  <a:schemeClr val="tx2"/>
                </a:solidFill>
              </a:defRPr>
            </a:lvl1pPr>
          </a:lstStyle>
          <a:p>
            <a:r>
              <a:rPr lang="en-US"/>
              <a:t>Click to edit Master title style</a:t>
            </a:r>
          </a:p>
        </p:txBody>
      </p:sp>
      <p:sp>
        <p:nvSpPr>
          <p:cNvPr id="6" name="Plassholder for tekst 21">
            <a:extLst>
              <a:ext uri="{FF2B5EF4-FFF2-40B4-BE49-F238E27FC236}">
                <a16:creationId xmlns:a16="http://schemas.microsoft.com/office/drawing/2014/main" id="{837F06DB-19C8-486C-BFD7-27997CFFCBD7}"/>
              </a:ext>
            </a:extLst>
          </p:cNvPr>
          <p:cNvSpPr>
            <a:spLocks noGrp="1"/>
          </p:cNvSpPr>
          <p:nvPr>
            <p:ph type="body" sz="quarter" idx="18" hasCustomPrompt="1"/>
          </p:nvPr>
        </p:nvSpPr>
        <p:spPr>
          <a:xfrm>
            <a:off x="874713" y="5652000"/>
            <a:ext cx="3372826" cy="307777"/>
          </a:xfrm>
          <a:prstGeom prst="rect">
            <a:avLst/>
          </a:prstGeom>
        </p:spPr>
        <p:txBody>
          <a:bodyPr lIns="0">
            <a:noAutofit/>
          </a:bodyPr>
          <a:lstStyle>
            <a:lvl1pPr marL="0" indent="0">
              <a:buFontTx/>
              <a:buNone/>
              <a:defRPr sz="1200">
                <a:solidFill>
                  <a:schemeClr val="tx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7" name="Plassholder for tekst 19">
            <a:extLst>
              <a:ext uri="{FF2B5EF4-FFF2-40B4-BE49-F238E27FC236}">
                <a16:creationId xmlns:a16="http://schemas.microsoft.com/office/drawing/2014/main" id="{A6957318-9D6C-4FED-B731-FCD778BA0B85}"/>
              </a:ext>
            </a:extLst>
          </p:cNvPr>
          <p:cNvSpPr>
            <a:spLocks noGrp="1"/>
          </p:cNvSpPr>
          <p:nvPr>
            <p:ph type="body" sz="quarter" idx="17" hasCustomPrompt="1"/>
          </p:nvPr>
        </p:nvSpPr>
        <p:spPr>
          <a:xfrm>
            <a:off x="874712" y="4607999"/>
            <a:ext cx="5436000" cy="852023"/>
          </a:xfrm>
          <a:prstGeom prst="rect">
            <a:avLst/>
          </a:prstGeom>
        </p:spPr>
        <p:txBody>
          <a:bodyPr lIns="0" tIns="0">
            <a:noAutofit/>
          </a:bodyPr>
          <a:lstStyle>
            <a:lvl1pPr marL="0" indent="0">
              <a:buFontTx/>
              <a:buNone/>
              <a:defRPr sz="1800">
                <a:solidFill>
                  <a:schemeClr val="tx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8" name="TextBox 7">
            <a:extLst>
              <a:ext uri="{FF2B5EF4-FFF2-40B4-BE49-F238E27FC236}">
                <a16:creationId xmlns:a16="http://schemas.microsoft.com/office/drawing/2014/main" id="{DD8A7BBA-5B13-49C9-8D48-C536FC606BE3}"/>
              </a:ext>
            </a:extLst>
          </p:cNvPr>
          <p:cNvSpPr txBox="1"/>
          <p:nvPr userDrawn="1"/>
        </p:nvSpPr>
        <p:spPr>
          <a:xfrm>
            <a:off x="10242206" y="6183335"/>
            <a:ext cx="1607425" cy="226280"/>
          </a:xfrm>
          <a:prstGeom prst="rect">
            <a:avLst/>
          </a:prstGeom>
          <a:noFill/>
        </p:spPr>
        <p:txBody>
          <a:bodyPr wrap="square" rtlCol="0">
            <a:spAutoFit/>
          </a:bodyPr>
          <a:lstStyle/>
          <a:p>
            <a:pPr marL="0" indent="0" algn="r">
              <a:buNone/>
            </a:pPr>
            <a:r>
              <a:rPr lang="en-US" sz="800">
                <a:solidFill>
                  <a:schemeClr val="tx2"/>
                </a:solidFill>
                <a:latin typeface="+mn-lt"/>
              </a:rPr>
              <a:t>Private and Confidential</a:t>
            </a:r>
          </a:p>
        </p:txBody>
      </p:sp>
      <p:cxnSp>
        <p:nvCxnSpPr>
          <p:cNvPr id="11" name="Straight Connector 10">
            <a:extLst>
              <a:ext uri="{FF2B5EF4-FFF2-40B4-BE49-F238E27FC236}">
                <a16:creationId xmlns:a16="http://schemas.microsoft.com/office/drawing/2014/main" id="{3FDC68F7-6DD5-4749-A169-1B6E0D80CD41}"/>
              </a:ext>
            </a:extLst>
          </p:cNvPr>
          <p:cNvCxnSpPr/>
          <p:nvPr userDrawn="1"/>
        </p:nvCxnSpPr>
        <p:spPr bwMode="auto">
          <a:xfrm>
            <a:off x="869915" y="2457728"/>
            <a:ext cx="1044000"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63061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mpany presentation - blue background">
    <p:bg>
      <p:bgRef idx="1001">
        <a:schemeClr val="bg2"/>
      </p:bgRef>
    </p:bg>
    <p:spTree>
      <p:nvGrpSpPr>
        <p:cNvPr id="1" name=""/>
        <p:cNvGrpSpPr/>
        <p:nvPr/>
      </p:nvGrpSpPr>
      <p:grpSpPr>
        <a:xfrm>
          <a:off x="0" y="0"/>
          <a:ext cx="0" cy="0"/>
          <a:chOff x="0" y="0"/>
          <a:chExt cx="0" cy="0"/>
        </a:xfrm>
      </p:grpSpPr>
      <p:sp>
        <p:nvSpPr>
          <p:cNvPr id="4" name="Plassholder for bilde 3">
            <a:extLst>
              <a:ext uri="{FF2B5EF4-FFF2-40B4-BE49-F238E27FC236}">
                <a16:creationId xmlns:a16="http://schemas.microsoft.com/office/drawing/2014/main" id="{ABBE99E1-59A2-E24A-80E6-C59C2504AEDA}"/>
              </a:ext>
            </a:extLst>
          </p:cNvPr>
          <p:cNvSpPr>
            <a:spLocks noGrp="1"/>
          </p:cNvSpPr>
          <p:nvPr>
            <p:ph type="pic" sz="quarter" idx="15"/>
          </p:nvPr>
        </p:nvSpPr>
        <p:spPr>
          <a:xfrm>
            <a:off x="6192000" y="1368000"/>
            <a:ext cx="6012000" cy="4788000"/>
          </a:xfrm>
          <a:prstGeom prst="rect">
            <a:avLst/>
          </a:prstGeom>
        </p:spPr>
        <p:txBody>
          <a:bodyPr/>
          <a:lstStyle>
            <a:lvl1pPr>
              <a:buFontTx/>
              <a:buNone/>
              <a:defRPr>
                <a:solidFill>
                  <a:schemeClr val="tx1"/>
                </a:solidFill>
              </a:defRPr>
            </a:lvl1pPr>
          </a:lstStyle>
          <a:p>
            <a:r>
              <a:rPr lang="en-US"/>
              <a:t>Click icon to add picture</a:t>
            </a:r>
          </a:p>
        </p:txBody>
      </p:sp>
      <p:pic>
        <p:nvPicPr>
          <p:cNvPr id="3" name="Picture 2">
            <a:extLst>
              <a:ext uri="{FF2B5EF4-FFF2-40B4-BE49-F238E27FC236}">
                <a16:creationId xmlns:a16="http://schemas.microsoft.com/office/drawing/2014/main" id="{C980BFF7-C4B5-B846-80CE-AD1CD05CFC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26257" y="836615"/>
            <a:ext cx="1225195" cy="512022"/>
          </a:xfrm>
          <a:prstGeom prst="rect">
            <a:avLst/>
          </a:prstGeom>
        </p:spPr>
      </p:pic>
      <p:sp>
        <p:nvSpPr>
          <p:cNvPr id="10" name="TextBox 9">
            <a:extLst>
              <a:ext uri="{FF2B5EF4-FFF2-40B4-BE49-F238E27FC236}">
                <a16:creationId xmlns:a16="http://schemas.microsoft.com/office/drawing/2014/main" id="{C8762714-1165-483E-9790-600FD421FB67}"/>
              </a:ext>
            </a:extLst>
          </p:cNvPr>
          <p:cNvSpPr txBox="1"/>
          <p:nvPr userDrawn="1"/>
        </p:nvSpPr>
        <p:spPr>
          <a:xfrm>
            <a:off x="10242206" y="6183335"/>
            <a:ext cx="1607425" cy="226280"/>
          </a:xfrm>
          <a:prstGeom prst="rect">
            <a:avLst/>
          </a:prstGeom>
          <a:noFill/>
        </p:spPr>
        <p:txBody>
          <a:bodyPr wrap="square" rtlCol="0">
            <a:spAutoFit/>
          </a:bodyPr>
          <a:lstStyle/>
          <a:p>
            <a:pPr marL="0" indent="0" algn="r">
              <a:buNone/>
            </a:pPr>
            <a:r>
              <a:rPr lang="en-US" sz="800">
                <a:solidFill>
                  <a:schemeClr val="tx1"/>
                </a:solidFill>
                <a:latin typeface="+mn-lt"/>
              </a:rPr>
              <a:t>Private and Confidential</a:t>
            </a:r>
          </a:p>
        </p:txBody>
      </p:sp>
      <p:sp>
        <p:nvSpPr>
          <p:cNvPr id="8" name="Line">
            <a:extLst>
              <a:ext uri="{FF2B5EF4-FFF2-40B4-BE49-F238E27FC236}">
                <a16:creationId xmlns:a16="http://schemas.microsoft.com/office/drawing/2014/main" id="{6557F4D6-A433-4F20-8586-BF3D4C386B5D}"/>
              </a:ext>
            </a:extLst>
          </p:cNvPr>
          <p:cNvSpPr>
            <a:spLocks noGrp="1"/>
          </p:cNvSpPr>
          <p:nvPr>
            <p:ph type="body" sz="quarter" idx="20" hasCustomPrompt="1"/>
          </p:nvPr>
        </p:nvSpPr>
        <p:spPr>
          <a:xfrm>
            <a:off x="1141897" y="3093778"/>
            <a:ext cx="1044000" cy="0"/>
          </a:xfrm>
          <a:ln w="9525">
            <a:solidFill>
              <a:schemeClr val="bg2"/>
            </a:solidFill>
          </a:ln>
        </p:spPr>
        <p:txBody>
          <a:bodyPr/>
          <a:lstStyle>
            <a:lvl1pPr>
              <a:buNone/>
              <a:defRPr/>
            </a:lvl1pPr>
            <a:lvl5pPr marL="0" indent="0" algn="l">
              <a:buFontTx/>
              <a:buNone/>
              <a:defRPr/>
            </a:lvl5pPr>
          </a:lstStyle>
          <a:p>
            <a:pPr lvl="4"/>
            <a:r>
              <a:rPr lang="en-US"/>
              <a:t>   </a:t>
            </a:r>
          </a:p>
        </p:txBody>
      </p:sp>
      <p:sp>
        <p:nvSpPr>
          <p:cNvPr id="12" name="Plassholder for tekst 19">
            <a:extLst>
              <a:ext uri="{FF2B5EF4-FFF2-40B4-BE49-F238E27FC236}">
                <a16:creationId xmlns:a16="http://schemas.microsoft.com/office/drawing/2014/main" id="{9CFEED55-11AA-492F-9E7B-D4203149C827}"/>
              </a:ext>
            </a:extLst>
          </p:cNvPr>
          <p:cNvSpPr>
            <a:spLocks noGrp="1"/>
          </p:cNvSpPr>
          <p:nvPr>
            <p:ph type="body" sz="quarter" idx="19" hasCustomPrompt="1"/>
          </p:nvPr>
        </p:nvSpPr>
        <p:spPr>
          <a:xfrm>
            <a:off x="739914" y="1698755"/>
            <a:ext cx="6408000" cy="4140000"/>
          </a:xfrm>
          <a:prstGeom prst="rect">
            <a:avLst/>
          </a:prstGeom>
          <a:solidFill>
            <a:schemeClr val="tx1"/>
          </a:solidFill>
        </p:spPr>
        <p:txBody>
          <a:bodyPr lIns="388800" tIns="1224000">
            <a:noAutofit/>
          </a:bodyPr>
          <a:lstStyle>
            <a:lvl1pPr marL="0" indent="0">
              <a:lnSpc>
                <a:spcPct val="100000"/>
              </a:lnSpc>
              <a:spcBef>
                <a:spcPts val="0"/>
              </a:spcBef>
              <a:spcAft>
                <a:spcPts val="0"/>
              </a:spcAft>
              <a:buFontTx/>
              <a:buNone/>
              <a:defRPr sz="2600">
                <a:solidFill>
                  <a:schemeClr val="bg2"/>
                </a:solidFill>
                <a:latin typeface="+mj-lt"/>
              </a:defRPr>
            </a:lvl1pPr>
            <a:lvl2pPr>
              <a:defRPr sz="1600"/>
            </a:lvl2pPr>
            <a:lvl3pPr>
              <a:defRPr sz="1600"/>
            </a:lvl3pPr>
            <a:lvl4pPr>
              <a:defRPr sz="1600"/>
            </a:lvl4pPr>
            <a:lvl5pPr>
              <a:defRPr sz="1600"/>
            </a:lvl5pPr>
          </a:lstStyle>
          <a:p>
            <a:pPr lvl="0"/>
            <a:r>
              <a:rPr lang="en-US" altLang="nn-NO" noProof="0"/>
              <a:t>Click to add firm</a:t>
            </a:r>
          </a:p>
        </p:txBody>
      </p:sp>
      <p:sp>
        <p:nvSpPr>
          <p:cNvPr id="13" name="Plassholder for tekst 19">
            <a:extLst>
              <a:ext uri="{FF2B5EF4-FFF2-40B4-BE49-F238E27FC236}">
                <a16:creationId xmlns:a16="http://schemas.microsoft.com/office/drawing/2014/main" id="{1D9876FB-BDFC-4A20-8D19-20276CE0854B}"/>
              </a:ext>
            </a:extLst>
          </p:cNvPr>
          <p:cNvSpPr>
            <a:spLocks noGrp="1"/>
          </p:cNvSpPr>
          <p:nvPr>
            <p:ph type="body" sz="quarter" idx="17" hasCustomPrompt="1"/>
          </p:nvPr>
        </p:nvSpPr>
        <p:spPr>
          <a:xfrm>
            <a:off x="1144840" y="4032000"/>
            <a:ext cx="5064350" cy="638618"/>
          </a:xfrm>
          <a:prstGeom prst="rect">
            <a:avLst/>
          </a:prstGeom>
        </p:spPr>
        <p:txBody>
          <a:bodyPr lIns="0">
            <a:noAutofit/>
          </a:bodyPr>
          <a:lstStyle>
            <a:lvl1pPr marL="0" indent="0">
              <a:buFontTx/>
              <a:buNone/>
              <a:defRPr sz="14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16" name="Plassholder for tekst 21">
            <a:extLst>
              <a:ext uri="{FF2B5EF4-FFF2-40B4-BE49-F238E27FC236}">
                <a16:creationId xmlns:a16="http://schemas.microsoft.com/office/drawing/2014/main" id="{AB21F92E-715C-4B8F-BDD0-80E40EE7EEB8}"/>
              </a:ext>
            </a:extLst>
          </p:cNvPr>
          <p:cNvSpPr>
            <a:spLocks noGrp="1"/>
          </p:cNvSpPr>
          <p:nvPr>
            <p:ph type="body" sz="quarter" idx="18" hasCustomPrompt="1"/>
          </p:nvPr>
        </p:nvSpPr>
        <p:spPr>
          <a:xfrm>
            <a:off x="1144840" y="4788000"/>
            <a:ext cx="5064350" cy="307777"/>
          </a:xfrm>
          <a:prstGeom prst="rect">
            <a:avLst/>
          </a:prstGeom>
        </p:spPr>
        <p:txBody>
          <a:bodyPr lIns="0">
            <a:noAutofit/>
          </a:bodyPr>
          <a:lstStyle>
            <a:lvl1pPr marL="0" indent="0">
              <a:buFontTx/>
              <a:buNone/>
              <a:defRPr sz="11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17" name="Text Placeholder 12">
            <a:extLst>
              <a:ext uri="{FF2B5EF4-FFF2-40B4-BE49-F238E27FC236}">
                <a16:creationId xmlns:a16="http://schemas.microsoft.com/office/drawing/2014/main" id="{E6FE7AFC-54B8-428E-A214-F3C7A093AF5B}"/>
              </a:ext>
            </a:extLst>
          </p:cNvPr>
          <p:cNvSpPr>
            <a:spLocks noGrp="1"/>
          </p:cNvSpPr>
          <p:nvPr>
            <p:ph type="body" sz="quarter" idx="21" hasCustomPrompt="1"/>
          </p:nvPr>
        </p:nvSpPr>
        <p:spPr>
          <a:xfrm>
            <a:off x="1154615" y="2770392"/>
            <a:ext cx="1044000" cy="0"/>
          </a:xfrm>
          <a:ln>
            <a:solidFill>
              <a:schemeClr val="bg2"/>
            </a:solidFill>
          </a:ln>
        </p:spPr>
        <p:txBody>
          <a:bodyPr/>
          <a:lstStyle>
            <a:lvl1pPr>
              <a:buNone/>
              <a:defRPr/>
            </a:lvl1pPr>
          </a:lstStyle>
          <a:p>
            <a:r>
              <a:rPr lang="en-US"/>
              <a:t>   </a:t>
            </a:r>
          </a:p>
        </p:txBody>
      </p:sp>
    </p:spTree>
    <p:extLst>
      <p:ext uri="{BB962C8B-B14F-4D97-AF65-F5344CB8AC3E}">
        <p14:creationId xmlns:p14="http://schemas.microsoft.com/office/powerpoint/2010/main" val="2616421324"/>
      </p:ext>
    </p:extLst>
  </p:cSld>
  <p:clrMapOvr>
    <a:overrideClrMapping bg1="dk1" tx1="lt1" bg2="dk2" tx2="lt2" accent1="accent1" accent2="accent2" accent3="accent3" accent4="accent4" accent5="accent5" accent6="accent6" hlink="hlink" folHlink="folHlink"/>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mpany presentation - full picture backgroun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72A888-FA13-3A43-B952-1B55FB5A8CC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9917" y="3"/>
            <a:ext cx="1442258" cy="669175"/>
          </a:xfrm>
          <a:prstGeom prst="rect">
            <a:avLst/>
          </a:prstGeom>
        </p:spPr>
      </p:pic>
      <p:sp>
        <p:nvSpPr>
          <p:cNvPr id="9" name="Plassholder for tekst 19">
            <a:extLst>
              <a:ext uri="{FF2B5EF4-FFF2-40B4-BE49-F238E27FC236}">
                <a16:creationId xmlns:a16="http://schemas.microsoft.com/office/drawing/2014/main" id="{3FC4CD8F-906B-4AB8-A137-7636084368D6}"/>
              </a:ext>
            </a:extLst>
          </p:cNvPr>
          <p:cNvSpPr>
            <a:spLocks noGrp="1"/>
          </p:cNvSpPr>
          <p:nvPr>
            <p:ph type="body" sz="quarter" idx="19" hasCustomPrompt="1"/>
          </p:nvPr>
        </p:nvSpPr>
        <p:spPr>
          <a:xfrm>
            <a:off x="739914" y="1698755"/>
            <a:ext cx="6408000" cy="4140000"/>
          </a:xfrm>
          <a:prstGeom prst="rect">
            <a:avLst/>
          </a:prstGeom>
          <a:solidFill>
            <a:schemeClr val="tx1"/>
          </a:solidFill>
        </p:spPr>
        <p:txBody>
          <a:bodyPr lIns="388800" tIns="1224000">
            <a:noAutofit/>
          </a:bodyPr>
          <a:lstStyle>
            <a:lvl1pPr marL="0" indent="0">
              <a:lnSpc>
                <a:spcPct val="100000"/>
              </a:lnSpc>
              <a:spcBef>
                <a:spcPts val="0"/>
              </a:spcBef>
              <a:spcAft>
                <a:spcPts val="0"/>
              </a:spcAft>
              <a:buFontTx/>
              <a:buNone/>
              <a:defRPr sz="2600">
                <a:solidFill>
                  <a:schemeClr val="bg2"/>
                </a:solidFill>
                <a:latin typeface="+mj-lt"/>
              </a:defRPr>
            </a:lvl1pPr>
            <a:lvl2pPr>
              <a:defRPr sz="1600"/>
            </a:lvl2pPr>
            <a:lvl3pPr>
              <a:defRPr sz="1600"/>
            </a:lvl3pPr>
            <a:lvl4pPr>
              <a:defRPr sz="1600"/>
            </a:lvl4pPr>
            <a:lvl5pPr>
              <a:defRPr sz="1600"/>
            </a:lvl5pPr>
          </a:lstStyle>
          <a:p>
            <a:pPr lvl="0"/>
            <a:r>
              <a:rPr lang="en-US" altLang="nn-NO" noProof="0"/>
              <a:t>Click to add firm</a:t>
            </a:r>
          </a:p>
        </p:txBody>
      </p:sp>
      <p:sp>
        <p:nvSpPr>
          <p:cNvPr id="13" name="Plassholder for tekst 19">
            <a:extLst>
              <a:ext uri="{FF2B5EF4-FFF2-40B4-BE49-F238E27FC236}">
                <a16:creationId xmlns:a16="http://schemas.microsoft.com/office/drawing/2014/main" id="{BF48D686-D52A-4159-B61C-23C6C5CF5D57}"/>
              </a:ext>
            </a:extLst>
          </p:cNvPr>
          <p:cNvSpPr>
            <a:spLocks noGrp="1"/>
          </p:cNvSpPr>
          <p:nvPr>
            <p:ph type="body" sz="quarter" idx="17" hasCustomPrompt="1"/>
          </p:nvPr>
        </p:nvSpPr>
        <p:spPr>
          <a:xfrm>
            <a:off x="1144840" y="4032000"/>
            <a:ext cx="5064350" cy="638618"/>
          </a:xfrm>
          <a:prstGeom prst="rect">
            <a:avLst/>
          </a:prstGeom>
        </p:spPr>
        <p:txBody>
          <a:bodyPr lIns="0">
            <a:noAutofit/>
          </a:bodyPr>
          <a:lstStyle>
            <a:lvl1pPr marL="0" indent="0">
              <a:buFontTx/>
              <a:buNone/>
              <a:defRPr sz="14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14" name="Plassholder for tekst 21">
            <a:extLst>
              <a:ext uri="{FF2B5EF4-FFF2-40B4-BE49-F238E27FC236}">
                <a16:creationId xmlns:a16="http://schemas.microsoft.com/office/drawing/2014/main" id="{7A62A0B5-0953-47A1-8603-C98D729D7F03}"/>
              </a:ext>
            </a:extLst>
          </p:cNvPr>
          <p:cNvSpPr>
            <a:spLocks noGrp="1"/>
          </p:cNvSpPr>
          <p:nvPr>
            <p:ph type="body" sz="quarter" idx="18" hasCustomPrompt="1"/>
          </p:nvPr>
        </p:nvSpPr>
        <p:spPr>
          <a:xfrm>
            <a:off x="1144840" y="4788000"/>
            <a:ext cx="5064350" cy="307777"/>
          </a:xfrm>
          <a:prstGeom prst="rect">
            <a:avLst/>
          </a:prstGeom>
        </p:spPr>
        <p:txBody>
          <a:bodyPr lIns="0">
            <a:noAutofit/>
          </a:bodyPr>
          <a:lstStyle>
            <a:lvl1pPr marL="0" indent="0">
              <a:buFontTx/>
              <a:buNone/>
              <a:defRPr sz="11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12" name="Text Placeholder 12">
            <a:extLst>
              <a:ext uri="{FF2B5EF4-FFF2-40B4-BE49-F238E27FC236}">
                <a16:creationId xmlns:a16="http://schemas.microsoft.com/office/drawing/2014/main" id="{F21FA705-F7CD-4EBF-B374-57DAB50DB5E6}"/>
              </a:ext>
            </a:extLst>
          </p:cNvPr>
          <p:cNvSpPr>
            <a:spLocks noGrp="1"/>
          </p:cNvSpPr>
          <p:nvPr>
            <p:ph type="body" sz="quarter" idx="20" hasCustomPrompt="1"/>
          </p:nvPr>
        </p:nvSpPr>
        <p:spPr>
          <a:xfrm>
            <a:off x="1154615" y="2770392"/>
            <a:ext cx="1044000" cy="0"/>
          </a:xfrm>
          <a:ln>
            <a:solidFill>
              <a:schemeClr val="bg2"/>
            </a:solidFill>
          </a:ln>
        </p:spPr>
        <p:txBody>
          <a:bodyPr/>
          <a:lstStyle>
            <a:lvl1pPr>
              <a:buNone/>
              <a:defRPr/>
            </a:lvl1pPr>
          </a:lstStyle>
          <a:p>
            <a:r>
              <a:rPr lang="en-US"/>
              <a:t>   </a:t>
            </a:r>
          </a:p>
        </p:txBody>
      </p:sp>
      <p:sp>
        <p:nvSpPr>
          <p:cNvPr id="8" name="TextBox 7">
            <a:extLst>
              <a:ext uri="{FF2B5EF4-FFF2-40B4-BE49-F238E27FC236}">
                <a16:creationId xmlns:a16="http://schemas.microsoft.com/office/drawing/2014/main" id="{02592DF3-D248-4FDC-9B7A-1BDB754B747B}"/>
              </a:ext>
            </a:extLst>
          </p:cNvPr>
          <p:cNvSpPr txBox="1"/>
          <p:nvPr userDrawn="1"/>
        </p:nvSpPr>
        <p:spPr>
          <a:xfrm>
            <a:off x="10242206" y="6183335"/>
            <a:ext cx="1607425" cy="226280"/>
          </a:xfrm>
          <a:prstGeom prst="rect">
            <a:avLst/>
          </a:prstGeom>
          <a:noFill/>
        </p:spPr>
        <p:txBody>
          <a:bodyPr wrap="square" rtlCol="0">
            <a:spAutoFit/>
          </a:bodyPr>
          <a:lstStyle/>
          <a:p>
            <a:pPr marL="0" indent="0" algn="r">
              <a:buNone/>
            </a:pPr>
            <a:r>
              <a:rPr lang="en-US" sz="800">
                <a:solidFill>
                  <a:schemeClr val="bg2"/>
                </a:solidFill>
                <a:latin typeface="+mn-lt"/>
              </a:rPr>
              <a:t>Private and Confidential</a:t>
            </a:r>
          </a:p>
        </p:txBody>
      </p:sp>
    </p:spTree>
    <p:extLst>
      <p:ext uri="{BB962C8B-B14F-4D97-AF65-F5344CB8AC3E}">
        <p14:creationId xmlns:p14="http://schemas.microsoft.com/office/powerpoint/2010/main" val="507422541"/>
      </p:ext>
    </p:extLst>
  </p:cSld>
  <p:clrMapOvr>
    <a:overrideClrMapping bg1="dk1" tx1="lt1" bg2="dk2" tx2="lt2" accent1="accent1" accent2="accent2" accent3="accent3" accent4="accent4" accent5="accent5" accent6="accent6" hlink="hlink" folHlink="folHlink"/>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able of contents">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630984BC-546B-1D40-82F4-E40C32D63D91}"/>
              </a:ext>
            </a:extLst>
          </p:cNvPr>
          <p:cNvSpPr>
            <a:spLocks noGrp="1"/>
          </p:cNvSpPr>
          <p:nvPr>
            <p:ph type="pic" sz="quarter" idx="13"/>
          </p:nvPr>
        </p:nvSpPr>
        <p:spPr>
          <a:xfrm>
            <a:off x="6336000" y="756000"/>
            <a:ext cx="5868000" cy="5364000"/>
          </a:xfrm>
          <a:prstGeom prst="rect">
            <a:avLst/>
          </a:prstGeom>
        </p:spPr>
        <p:txBody>
          <a:bodyPr anchor="ctr"/>
          <a:lstStyle>
            <a:lvl1pPr marL="0" indent="0" algn="ctr">
              <a:buFontTx/>
              <a:buNone/>
              <a:defRPr/>
            </a:lvl1pPr>
          </a:lstStyle>
          <a:p>
            <a:r>
              <a:rPr lang="en-US"/>
              <a:t>Click icon to add picture</a:t>
            </a:r>
          </a:p>
        </p:txBody>
      </p:sp>
      <p:sp>
        <p:nvSpPr>
          <p:cNvPr id="7" name="Plassholder for tekst 6">
            <a:extLst>
              <a:ext uri="{FF2B5EF4-FFF2-40B4-BE49-F238E27FC236}">
                <a16:creationId xmlns:a16="http://schemas.microsoft.com/office/drawing/2014/main" id="{B22339AC-C7A5-5545-A876-4905B8304938}"/>
              </a:ext>
            </a:extLst>
          </p:cNvPr>
          <p:cNvSpPr>
            <a:spLocks noGrp="1"/>
          </p:cNvSpPr>
          <p:nvPr>
            <p:ph type="body" sz="quarter" idx="14" hasCustomPrompt="1"/>
          </p:nvPr>
        </p:nvSpPr>
        <p:spPr>
          <a:xfrm>
            <a:off x="880191" y="2744787"/>
            <a:ext cx="5214755" cy="2948463"/>
          </a:xfrm>
          <a:prstGeom prst="rect">
            <a:avLst/>
          </a:prstGeom>
          <a:noFill/>
          <a:ln>
            <a:solidFill>
              <a:srgbClr val="F2F2F2"/>
            </a:solidFill>
          </a:ln>
        </p:spPr>
        <p:txBody>
          <a:bodyPr lIns="0" tIns="0" rIns="0" bIns="0"/>
          <a:lstStyle>
            <a:lvl1pPr indent="-270007">
              <a:buSzPct val="100000"/>
              <a:buFont typeface="+mj-lt"/>
              <a:buAutoNum type="arabicPeriod"/>
              <a:defRPr lang="nb-NO" sz="1400" b="0" i="0" baseline="0" dirty="0" smtClean="0">
                <a:solidFill>
                  <a:schemeClr val="tx2"/>
                </a:solidFill>
                <a:latin typeface="+mn-lt"/>
                <a:ea typeface="+mn-ea"/>
                <a:cs typeface="Segoe UI Historic" panose="020B0502040204020203" pitchFamily="34" charset="0"/>
              </a:defRPr>
            </a:lvl1pPr>
          </a:lstStyle>
          <a:p>
            <a:pPr lvl="0"/>
            <a:r>
              <a:rPr lang="en-US" noProof="0"/>
              <a:t>Click to add text</a:t>
            </a:r>
          </a:p>
        </p:txBody>
      </p:sp>
      <p:sp>
        <p:nvSpPr>
          <p:cNvPr id="8" name="Title 1">
            <a:extLst>
              <a:ext uri="{FF2B5EF4-FFF2-40B4-BE49-F238E27FC236}">
                <a16:creationId xmlns:a16="http://schemas.microsoft.com/office/drawing/2014/main" id="{5954A452-82B2-487B-9E32-92C635E79A35}"/>
              </a:ext>
            </a:extLst>
          </p:cNvPr>
          <p:cNvSpPr>
            <a:spLocks noGrp="1"/>
          </p:cNvSpPr>
          <p:nvPr>
            <p:ph type="title" hasCustomPrompt="1"/>
          </p:nvPr>
        </p:nvSpPr>
        <p:spPr>
          <a:xfrm>
            <a:off x="881244" y="772253"/>
            <a:ext cx="5214755" cy="553998"/>
          </a:xfrm>
        </p:spPr>
        <p:txBody>
          <a:bodyPr lIns="0" rIns="0" anchor="t" anchorCtr="0"/>
          <a:lstStyle>
            <a:lvl1pPr>
              <a:lnSpc>
                <a:spcPct val="100000"/>
              </a:lnSpc>
              <a:defRPr sz="3600"/>
            </a:lvl1pPr>
          </a:lstStyle>
          <a:p>
            <a:r>
              <a:rPr lang="en-US" noProof="0"/>
              <a:t>Click to edit text</a:t>
            </a:r>
          </a:p>
        </p:txBody>
      </p:sp>
      <p:sp>
        <p:nvSpPr>
          <p:cNvPr id="9" name="Text Placeholder 4">
            <a:extLst>
              <a:ext uri="{FF2B5EF4-FFF2-40B4-BE49-F238E27FC236}">
                <a16:creationId xmlns:a16="http://schemas.microsoft.com/office/drawing/2014/main" id="{CDA25799-76E4-4521-BF58-A59683EE2FEB}"/>
              </a:ext>
            </a:extLst>
          </p:cNvPr>
          <p:cNvSpPr>
            <a:spLocks noGrp="1"/>
          </p:cNvSpPr>
          <p:nvPr>
            <p:ph type="body" sz="quarter" idx="11" hasCustomPrompt="1"/>
          </p:nvPr>
        </p:nvSpPr>
        <p:spPr>
          <a:xfrm>
            <a:off x="880190" y="1367999"/>
            <a:ext cx="5214755" cy="693041"/>
          </a:xfrm>
          <a:prstGeom prst="rect">
            <a:avLst/>
          </a:prstGeom>
        </p:spPr>
        <p:txBody>
          <a:bodyPr lIns="0" tIns="0" bIns="0" anchor="t">
            <a:no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Click to add subtitle</a:t>
            </a:r>
          </a:p>
        </p:txBody>
      </p:sp>
      <p:sp>
        <p:nvSpPr>
          <p:cNvPr id="10" name="Line">
            <a:extLst>
              <a:ext uri="{FF2B5EF4-FFF2-40B4-BE49-F238E27FC236}">
                <a16:creationId xmlns:a16="http://schemas.microsoft.com/office/drawing/2014/main" id="{4EC5C474-083B-4F9F-BB5A-FE254157C4EB}"/>
              </a:ext>
            </a:extLst>
          </p:cNvPr>
          <p:cNvSpPr>
            <a:spLocks noGrp="1"/>
          </p:cNvSpPr>
          <p:nvPr>
            <p:ph type="body" sz="quarter" idx="20" hasCustomPrompt="1"/>
          </p:nvPr>
        </p:nvSpPr>
        <p:spPr>
          <a:xfrm>
            <a:off x="874713" y="2306258"/>
            <a:ext cx="1044000" cy="0"/>
          </a:xfrm>
          <a:ln w="9525">
            <a:solidFill>
              <a:schemeClr val="tx2"/>
            </a:solidFill>
          </a:ln>
        </p:spPr>
        <p:txBody>
          <a:bodyPr/>
          <a:lstStyle>
            <a:lvl1pPr>
              <a:buNone/>
              <a:defRPr/>
            </a:lvl1pPr>
            <a:lvl5pPr marL="0" indent="0" algn="l">
              <a:buFontTx/>
              <a:buNone/>
              <a:defRPr/>
            </a:lvl5pPr>
          </a:lstStyle>
          <a:p>
            <a:pPr lvl="4"/>
            <a:r>
              <a:rPr lang="en-US"/>
              <a:t>   </a:t>
            </a:r>
          </a:p>
        </p:txBody>
      </p:sp>
    </p:spTree>
    <p:extLst>
      <p:ext uri="{BB962C8B-B14F-4D97-AF65-F5344CB8AC3E}">
        <p14:creationId xmlns:p14="http://schemas.microsoft.com/office/powerpoint/2010/main" val="1606438257"/>
      </p:ext>
    </p:extLst>
  </p:cSld>
  <p:clrMapOvr>
    <a:masterClrMapping/>
  </p:clrMapOvr>
  <p:hf hdr="0" ftr="0" dt="0"/>
  <p:extLst>
    <p:ext uri="{DCECCB84-F9BA-43D5-87BE-67443E8EF086}">
      <p15:sldGuideLst xmlns:p15="http://schemas.microsoft.com/office/powerpoint/2012/main">
        <p15:guide id="1" pos="55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picture slide">
    <p:bg>
      <p:bgRef idx="1001">
        <a:schemeClr val="bg1"/>
      </p:bgRef>
    </p:bg>
    <p:spTree>
      <p:nvGrpSpPr>
        <p:cNvPr id="1" name=""/>
        <p:cNvGrpSpPr/>
        <p:nvPr/>
      </p:nvGrpSpPr>
      <p:grpSpPr>
        <a:xfrm>
          <a:off x="0" y="0"/>
          <a:ext cx="0" cy="0"/>
          <a:chOff x="0" y="0"/>
          <a:chExt cx="0" cy="0"/>
        </a:xfrm>
      </p:grpSpPr>
      <p:sp>
        <p:nvSpPr>
          <p:cNvPr id="4" name="Plassholder for bilde 3">
            <a:extLst>
              <a:ext uri="{FF2B5EF4-FFF2-40B4-BE49-F238E27FC236}">
                <a16:creationId xmlns:a16="http://schemas.microsoft.com/office/drawing/2014/main" id="{ABBE99E1-59A2-E24A-80E6-C59C2504AEDA}"/>
              </a:ext>
            </a:extLst>
          </p:cNvPr>
          <p:cNvSpPr>
            <a:spLocks noGrp="1" noChangeAspect="1"/>
          </p:cNvSpPr>
          <p:nvPr>
            <p:ph type="pic" sz="quarter" idx="15"/>
          </p:nvPr>
        </p:nvSpPr>
        <p:spPr>
          <a:xfrm>
            <a:off x="3" y="0"/>
            <a:ext cx="12215447" cy="6858000"/>
          </a:xfrm>
          <a:prstGeom prst="rect">
            <a:avLst/>
          </a:prstGeom>
        </p:spPr>
        <p:txBody>
          <a:bodyPr anchor="ctr"/>
          <a:lstStyle>
            <a:lvl1pPr algn="ctr">
              <a:buFontTx/>
              <a:buNone/>
              <a:defRPr>
                <a:solidFill>
                  <a:schemeClr val="tx1"/>
                </a:solidFill>
              </a:defRPr>
            </a:lvl1pPr>
          </a:lstStyle>
          <a:p>
            <a:r>
              <a:rPr lang="en-US"/>
              <a:t>Click icon to add picture</a:t>
            </a:r>
          </a:p>
        </p:txBody>
      </p:sp>
      <p:sp>
        <p:nvSpPr>
          <p:cNvPr id="6" name="TextBox 5">
            <a:extLst>
              <a:ext uri="{FF2B5EF4-FFF2-40B4-BE49-F238E27FC236}">
                <a16:creationId xmlns:a16="http://schemas.microsoft.com/office/drawing/2014/main" id="{C723D8D7-9939-4164-800F-A4C8E2F6743D}"/>
              </a:ext>
            </a:extLst>
          </p:cNvPr>
          <p:cNvSpPr txBox="1"/>
          <p:nvPr userDrawn="1"/>
        </p:nvSpPr>
        <p:spPr>
          <a:xfrm>
            <a:off x="10242870" y="6183335"/>
            <a:ext cx="1607425" cy="226280"/>
          </a:xfrm>
          <a:prstGeom prst="rect">
            <a:avLst/>
          </a:prstGeom>
          <a:noFill/>
        </p:spPr>
        <p:txBody>
          <a:bodyPr wrap="square" rtlCol="0">
            <a:spAutoFit/>
          </a:bodyPr>
          <a:lstStyle/>
          <a:p>
            <a:pPr marL="0" indent="0" algn="r">
              <a:buNone/>
            </a:pPr>
            <a:r>
              <a:rPr lang="en-US" sz="800">
                <a:solidFill>
                  <a:schemeClr val="bg2"/>
                </a:solidFill>
                <a:latin typeface="+mn-lt"/>
              </a:rPr>
              <a:t>Private and Confidential</a:t>
            </a:r>
          </a:p>
        </p:txBody>
      </p:sp>
    </p:spTree>
    <p:extLst>
      <p:ext uri="{BB962C8B-B14F-4D97-AF65-F5344CB8AC3E}">
        <p14:creationId xmlns:p14="http://schemas.microsoft.com/office/powerpoint/2010/main" val="2662172650"/>
      </p:ext>
    </p:extLst>
  </p:cSld>
  <p:clrMapOvr>
    <a:overrideClrMapping bg1="lt1" tx1="dk1" bg2="lt2" tx2="dk2" accent1="accent1" accent2="accent2" accent3="accent3" accent4="accent4" accent5="accent5" accent6="accent6" hlink="hlink" folHlink="folHlink"/>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hapter slide - dark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3D9F3E3-B80B-C748-9C43-07C032E7BAFF}"/>
              </a:ext>
            </a:extLst>
          </p:cNvPr>
          <p:cNvCxnSpPr/>
          <p:nvPr userDrawn="1"/>
        </p:nvCxnSpPr>
        <p:spPr bwMode="auto">
          <a:xfrm>
            <a:off x="1221612" y="2492896"/>
            <a:ext cx="1044000" cy="0"/>
          </a:xfrm>
          <a:prstGeom prst="line">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3">
            <a:extLst>
              <a:ext uri="{FF2B5EF4-FFF2-40B4-BE49-F238E27FC236}">
                <a16:creationId xmlns:a16="http://schemas.microsoft.com/office/drawing/2014/main" id="{FDA8B921-6CC6-3A43-A507-B7CB45B42953}"/>
              </a:ext>
            </a:extLst>
          </p:cNvPr>
          <p:cNvSpPr>
            <a:spLocks noGrp="1" noChangeArrowheads="1"/>
          </p:cNvSpPr>
          <p:nvPr>
            <p:ph type="ctrTitle" hasCustomPrompt="1"/>
          </p:nvPr>
        </p:nvSpPr>
        <p:spPr>
          <a:xfrm>
            <a:off x="1224229" y="2850642"/>
            <a:ext cx="7001393" cy="512961"/>
          </a:xfrm>
          <a:prstGeom prst="rect">
            <a:avLst/>
          </a:prstGeom>
        </p:spPr>
        <p:txBody>
          <a:bodyPr anchor="t"/>
          <a:lstStyle>
            <a:lvl1pPr>
              <a:lnSpc>
                <a:spcPts val="4000"/>
              </a:lnSpc>
              <a:defRPr sz="3600" b="0" i="0" baseline="0">
                <a:solidFill>
                  <a:schemeClr val="bg1"/>
                </a:solidFill>
                <a:latin typeface="+mj-lt"/>
                <a:cs typeface="Segoe UI Historic" panose="020B0502040204020203" pitchFamily="34" charset="0"/>
              </a:defRPr>
            </a:lvl1pPr>
          </a:lstStyle>
          <a:p>
            <a:pPr lvl="0"/>
            <a:r>
              <a:rPr lang="en-US" altLang="nn-NO" noProof="0"/>
              <a:t>Click to edit Chapter title</a:t>
            </a:r>
          </a:p>
        </p:txBody>
      </p:sp>
      <p:sp>
        <p:nvSpPr>
          <p:cNvPr id="7" name="Rectangle 4">
            <a:extLst>
              <a:ext uri="{FF2B5EF4-FFF2-40B4-BE49-F238E27FC236}">
                <a16:creationId xmlns:a16="http://schemas.microsoft.com/office/drawing/2014/main" id="{F85D9E1A-B399-42F8-A698-E9871E09E0CB}"/>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bg1"/>
                </a:solidFill>
                <a:latin typeface="+mn-lt"/>
                <a:cs typeface="Segoe UI Historic" panose="020B0502040204020203" pitchFamily="34" charset="0"/>
              </a:defRPr>
            </a:lvl1pPr>
          </a:lstStyle>
          <a:p>
            <a:pPr lvl="0"/>
            <a:r>
              <a:rPr lang="en-US" altLang="nn-NO" noProof="0"/>
              <a:t>Click to edit subtitle</a:t>
            </a:r>
          </a:p>
        </p:txBody>
      </p:sp>
    </p:spTree>
    <p:extLst>
      <p:ext uri="{BB962C8B-B14F-4D97-AF65-F5344CB8AC3E}">
        <p14:creationId xmlns:p14="http://schemas.microsoft.com/office/powerpoint/2010/main" val="156956319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slide -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3D9F3E3-B80B-C748-9C43-07C032E7BAFF}"/>
              </a:ext>
            </a:extLst>
          </p:cNvPr>
          <p:cNvCxnSpPr/>
          <p:nvPr/>
        </p:nvCxnSpPr>
        <p:spPr bwMode="auto">
          <a:xfrm>
            <a:off x="1221612" y="2492896"/>
            <a:ext cx="1044000" cy="0"/>
          </a:xfrm>
          <a:prstGeom prst="line">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3">
            <a:extLst>
              <a:ext uri="{FF2B5EF4-FFF2-40B4-BE49-F238E27FC236}">
                <a16:creationId xmlns:a16="http://schemas.microsoft.com/office/drawing/2014/main" id="{8A274983-6902-440E-AC28-791AE05849D8}"/>
              </a:ext>
            </a:extLst>
          </p:cNvPr>
          <p:cNvSpPr>
            <a:spLocks noGrp="1" noChangeArrowheads="1"/>
          </p:cNvSpPr>
          <p:nvPr>
            <p:ph type="ctrTitle" hasCustomPrompt="1"/>
          </p:nvPr>
        </p:nvSpPr>
        <p:spPr>
          <a:xfrm>
            <a:off x="1221156" y="2850642"/>
            <a:ext cx="7001393" cy="512961"/>
          </a:xfrm>
          <a:prstGeom prst="rect">
            <a:avLst/>
          </a:prstGeom>
        </p:spPr>
        <p:txBody>
          <a:bodyPr anchor="t"/>
          <a:lstStyle>
            <a:lvl1pPr>
              <a:lnSpc>
                <a:spcPts val="4000"/>
              </a:lnSpc>
              <a:defRPr sz="3600" b="0" i="0" baseline="0">
                <a:solidFill>
                  <a:schemeClr val="bg1"/>
                </a:solidFill>
                <a:latin typeface="+mj-lt"/>
                <a:cs typeface="Segoe UI Historic" panose="020B0502040204020203" pitchFamily="34" charset="0"/>
              </a:defRPr>
            </a:lvl1pPr>
          </a:lstStyle>
          <a:p>
            <a:pPr lvl="0"/>
            <a:r>
              <a:rPr lang="en-US" altLang="nn-NO" noProof="0"/>
              <a:t>Click to edit Chapter title</a:t>
            </a:r>
          </a:p>
        </p:txBody>
      </p:sp>
      <p:sp>
        <p:nvSpPr>
          <p:cNvPr id="8" name="Rectangle 4">
            <a:extLst>
              <a:ext uri="{FF2B5EF4-FFF2-40B4-BE49-F238E27FC236}">
                <a16:creationId xmlns:a16="http://schemas.microsoft.com/office/drawing/2014/main" id="{4EFE8E3C-DAC9-453E-9D03-4D2C100B102E}"/>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bg1"/>
                </a:solidFill>
                <a:latin typeface="+mn-lt"/>
                <a:cs typeface="Segoe UI Historic" panose="020B0502040204020203" pitchFamily="34" charset="0"/>
              </a:defRPr>
            </a:lvl1pPr>
          </a:lstStyle>
          <a:p>
            <a:pPr lvl="0"/>
            <a:r>
              <a:rPr lang="en-US" altLang="nn-NO" noProof="0"/>
              <a:t>Click to edit subtitle</a:t>
            </a:r>
          </a:p>
        </p:txBody>
      </p:sp>
    </p:spTree>
    <p:extLst>
      <p:ext uri="{BB962C8B-B14F-4D97-AF65-F5344CB8AC3E}">
        <p14:creationId xmlns:p14="http://schemas.microsoft.com/office/powerpoint/2010/main" val="40404278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hapter slide -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9B3F6A7-CCDD-2D47-8510-FE372C79DCF5}"/>
              </a:ext>
            </a:extLst>
          </p:cNvPr>
          <p:cNvCxnSpPr/>
          <p:nvPr/>
        </p:nvCxnSpPr>
        <p:spPr bwMode="auto">
          <a:xfrm>
            <a:off x="1221612" y="2492896"/>
            <a:ext cx="1044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3">
            <a:extLst>
              <a:ext uri="{FF2B5EF4-FFF2-40B4-BE49-F238E27FC236}">
                <a16:creationId xmlns:a16="http://schemas.microsoft.com/office/drawing/2014/main" id="{B6CAE8A4-3EDC-41A3-9D13-C245C8F376FD}"/>
              </a:ext>
            </a:extLst>
          </p:cNvPr>
          <p:cNvSpPr>
            <a:spLocks noGrp="1" noChangeArrowheads="1"/>
          </p:cNvSpPr>
          <p:nvPr>
            <p:ph type="ctrTitle" hasCustomPrompt="1"/>
          </p:nvPr>
        </p:nvSpPr>
        <p:spPr>
          <a:xfrm>
            <a:off x="1221156" y="2850642"/>
            <a:ext cx="7001393" cy="512961"/>
          </a:xfrm>
          <a:prstGeom prst="rect">
            <a:avLst/>
          </a:prstGeom>
        </p:spPr>
        <p:txBody>
          <a:bodyPr anchor="t"/>
          <a:lstStyle>
            <a:lvl1pPr>
              <a:lnSpc>
                <a:spcPts val="4000"/>
              </a:lnSpc>
              <a:defRPr sz="3600" b="0" i="0" baseline="0">
                <a:solidFill>
                  <a:schemeClr val="tx1"/>
                </a:solidFill>
                <a:latin typeface="+mj-lt"/>
                <a:cs typeface="Segoe UI Historic" panose="020B0502040204020203" pitchFamily="34" charset="0"/>
              </a:defRPr>
            </a:lvl1pPr>
          </a:lstStyle>
          <a:p>
            <a:pPr lvl="0"/>
            <a:r>
              <a:rPr lang="en-US" altLang="nn-NO" noProof="0"/>
              <a:t>Click to edit Chapter title</a:t>
            </a:r>
          </a:p>
        </p:txBody>
      </p:sp>
      <p:sp>
        <p:nvSpPr>
          <p:cNvPr id="11" name="Rectangle 4">
            <a:extLst>
              <a:ext uri="{FF2B5EF4-FFF2-40B4-BE49-F238E27FC236}">
                <a16:creationId xmlns:a16="http://schemas.microsoft.com/office/drawing/2014/main" id="{B72A73A6-C92E-4BF1-B2FF-44C34614182D}"/>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tx1"/>
                </a:solidFill>
                <a:latin typeface="+mn-lt"/>
                <a:cs typeface="Segoe UI Historic" panose="020B0502040204020203" pitchFamily="34" charset="0"/>
              </a:defRPr>
            </a:lvl1pPr>
          </a:lstStyle>
          <a:p>
            <a:pPr lvl="0"/>
            <a:r>
              <a:rPr lang="en-US" altLang="nn-NO" noProof="0"/>
              <a:t>Click to edit subtitle</a:t>
            </a:r>
          </a:p>
        </p:txBody>
      </p:sp>
    </p:spTree>
    <p:extLst>
      <p:ext uri="{BB962C8B-B14F-4D97-AF65-F5344CB8AC3E}">
        <p14:creationId xmlns:p14="http://schemas.microsoft.com/office/powerpoint/2010/main" val="2633561235"/>
      </p:ext>
    </p:extLst>
  </p:cSld>
  <p:clrMapOvr>
    <a:overrideClrMapping bg1="dk1" tx1="lt1" bg2="dk2" tx2="lt2" accent1="accent1" accent2="accent2" accent3="accent3" accent4="accent4" accent5="accent5" accent6="accent6" hlink="hlink" folHlink="folHlink"/>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hapter slide - gra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9B3F6A7-CCDD-2D47-8510-FE372C79DCF5}"/>
              </a:ext>
            </a:extLst>
          </p:cNvPr>
          <p:cNvCxnSpPr/>
          <p:nvPr/>
        </p:nvCxnSpPr>
        <p:spPr bwMode="auto">
          <a:xfrm>
            <a:off x="1221612" y="2492896"/>
            <a:ext cx="1044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3">
            <a:extLst>
              <a:ext uri="{FF2B5EF4-FFF2-40B4-BE49-F238E27FC236}">
                <a16:creationId xmlns:a16="http://schemas.microsoft.com/office/drawing/2014/main" id="{0751E570-94E3-4838-8D8D-E43E14F632BB}"/>
              </a:ext>
            </a:extLst>
          </p:cNvPr>
          <p:cNvSpPr>
            <a:spLocks noGrp="1" noChangeArrowheads="1"/>
          </p:cNvSpPr>
          <p:nvPr>
            <p:ph type="ctrTitle" hasCustomPrompt="1"/>
          </p:nvPr>
        </p:nvSpPr>
        <p:spPr>
          <a:xfrm>
            <a:off x="1221156" y="2850642"/>
            <a:ext cx="7001393" cy="512961"/>
          </a:xfrm>
          <a:prstGeom prst="rect">
            <a:avLst/>
          </a:prstGeom>
        </p:spPr>
        <p:txBody>
          <a:bodyPr anchor="t"/>
          <a:lstStyle>
            <a:lvl1pPr>
              <a:lnSpc>
                <a:spcPts val="4000"/>
              </a:lnSpc>
              <a:defRPr sz="3600" b="0" i="0" baseline="0">
                <a:solidFill>
                  <a:schemeClr val="tx1"/>
                </a:solidFill>
                <a:latin typeface="+mj-lt"/>
                <a:cs typeface="Segoe UI Historic" panose="020B0502040204020203" pitchFamily="34" charset="0"/>
              </a:defRPr>
            </a:lvl1pPr>
          </a:lstStyle>
          <a:p>
            <a:pPr lvl="0"/>
            <a:r>
              <a:rPr lang="en-US" altLang="nn-NO" noProof="0"/>
              <a:t>Click to edit Chapter title</a:t>
            </a:r>
          </a:p>
        </p:txBody>
      </p:sp>
      <p:sp>
        <p:nvSpPr>
          <p:cNvPr id="11" name="Rectangle 4">
            <a:extLst>
              <a:ext uri="{FF2B5EF4-FFF2-40B4-BE49-F238E27FC236}">
                <a16:creationId xmlns:a16="http://schemas.microsoft.com/office/drawing/2014/main" id="{CAE6E13F-1E91-4EA3-93C2-58EE62173CEF}"/>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tx1"/>
                </a:solidFill>
                <a:latin typeface="+mn-lt"/>
                <a:cs typeface="Segoe UI Historic" panose="020B0502040204020203" pitchFamily="34" charset="0"/>
              </a:defRPr>
            </a:lvl1pPr>
          </a:lstStyle>
          <a:p>
            <a:pPr lvl="0"/>
            <a:r>
              <a:rPr lang="en-US" altLang="nn-NO" noProof="0"/>
              <a:t>Click to edit subtitle</a:t>
            </a:r>
          </a:p>
        </p:txBody>
      </p:sp>
    </p:spTree>
    <p:extLst>
      <p:ext uri="{BB962C8B-B14F-4D97-AF65-F5344CB8AC3E}">
        <p14:creationId xmlns:p14="http://schemas.microsoft.com/office/powerpoint/2010/main" val="3609903857"/>
      </p:ext>
    </p:extLst>
  </p:cSld>
  <p:clrMapOvr>
    <a:overrideClrMapping bg1="lt1" tx1="dk1" bg2="lt2" tx2="dk2" accent1="accent1" accent2="accent2" accent3="accent3" accent4="accent4" accent5="accent5" accent6="accent6" hlink="hlink" folHlink="folHlink"/>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340" name="Rectangle 4"/>
          <p:cNvSpPr>
            <a:spLocks noGrp="1" noChangeArrowheads="1"/>
          </p:cNvSpPr>
          <p:nvPr>
            <p:ph type="subTitle" idx="1" hasCustomPrompt="1"/>
          </p:nvPr>
        </p:nvSpPr>
        <p:spPr>
          <a:xfrm>
            <a:off x="1221615" y="2420890"/>
            <a:ext cx="5231851" cy="2160238"/>
          </a:xfrm>
          <a:prstGeom prst="rect">
            <a:avLst/>
          </a:prstGeom>
        </p:spPr>
        <p:txBody>
          <a:bodyPr lIns="0" rIns="0" anchor="t"/>
          <a:lstStyle>
            <a:lvl1pPr marL="0" indent="0">
              <a:buFont typeface="Wingdings 3" pitchFamily="18" charset="2"/>
              <a:buNone/>
              <a:defRPr sz="2000" b="0" i="0">
                <a:solidFill>
                  <a:schemeClr val="tx1"/>
                </a:solidFill>
                <a:latin typeface="+mj-lt"/>
                <a:cs typeface="Merriweather" panose="02000000000000000000" pitchFamily="2" charset="77"/>
              </a:defRPr>
            </a:lvl1pPr>
          </a:lstStyle>
          <a:p>
            <a:pPr lvl="0"/>
            <a:r>
              <a:rPr lang="en-US" altLang="nn-NO" noProof="0"/>
              <a:t>Click to edit quote</a:t>
            </a:r>
          </a:p>
        </p:txBody>
      </p:sp>
      <p:sp>
        <p:nvSpPr>
          <p:cNvPr id="3" name="TextBox 2">
            <a:extLst>
              <a:ext uri="{FF2B5EF4-FFF2-40B4-BE49-F238E27FC236}">
                <a16:creationId xmlns:a16="http://schemas.microsoft.com/office/drawing/2014/main" id="{32AD1B3B-1A72-6449-9954-CB7C2561FE05}"/>
              </a:ext>
            </a:extLst>
          </p:cNvPr>
          <p:cNvSpPr txBox="1"/>
          <p:nvPr userDrawn="1"/>
        </p:nvSpPr>
        <p:spPr bwMode="auto">
          <a:xfrm>
            <a:off x="465312" y="2348880"/>
            <a:ext cx="797627" cy="827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indent="0" algn="l">
              <a:buClrTx/>
              <a:buFontTx/>
              <a:buNone/>
            </a:pPr>
            <a:r>
              <a:rPr lang="en-US" sz="4800" b="0" i="0" baseline="0" noProof="0">
                <a:solidFill>
                  <a:srgbClr val="FF0000"/>
                </a:solidFill>
                <a:latin typeface="Merriweather" panose="02000000000000000000" pitchFamily="2" charset="77"/>
                <a:cs typeface="Merriweather" panose="02000000000000000000" pitchFamily="2" charset="77"/>
              </a:rPr>
              <a:t>“</a:t>
            </a:r>
          </a:p>
        </p:txBody>
      </p:sp>
      <p:sp>
        <p:nvSpPr>
          <p:cNvPr id="7" name="Picture Placeholder 7">
            <a:extLst>
              <a:ext uri="{FF2B5EF4-FFF2-40B4-BE49-F238E27FC236}">
                <a16:creationId xmlns:a16="http://schemas.microsoft.com/office/drawing/2014/main" id="{9281E557-0725-5040-A607-9E98EE5D07B2}"/>
              </a:ext>
            </a:extLst>
          </p:cNvPr>
          <p:cNvSpPr>
            <a:spLocks noGrp="1"/>
          </p:cNvSpPr>
          <p:nvPr>
            <p:ph type="pic" idx="15"/>
          </p:nvPr>
        </p:nvSpPr>
        <p:spPr>
          <a:xfrm>
            <a:off x="7504403" y="1988840"/>
            <a:ext cx="3987692" cy="3450600"/>
          </a:xfrm>
          <a:prstGeom prst="rect">
            <a:avLst/>
          </a:prstGeom>
        </p:spPr>
        <p:txBody>
          <a:bodyPr/>
          <a:lstStyle>
            <a:lvl1pPr marL="0" indent="0">
              <a:buNone/>
              <a:defRPr b="0" i="0">
                <a:solidFill>
                  <a:schemeClr val="tx1"/>
                </a:solidFill>
                <a:latin typeface="Arial Nova Light" panose="020B0304020202020204" pitchFamily="34" charset="0"/>
                <a:cs typeface="Segoe UI Historic" panose="020B0502040204020203" pitchFamily="34" charset="0"/>
              </a:defRPr>
            </a:lvl1pPr>
          </a:lstStyle>
          <a:p>
            <a:r>
              <a:rPr lang="en-US" noProof="0"/>
              <a:t>Click icon to add picture</a:t>
            </a:r>
          </a:p>
        </p:txBody>
      </p:sp>
      <p:sp>
        <p:nvSpPr>
          <p:cNvPr id="4" name="Plassholder for tekst 3">
            <a:extLst>
              <a:ext uri="{FF2B5EF4-FFF2-40B4-BE49-F238E27FC236}">
                <a16:creationId xmlns:a16="http://schemas.microsoft.com/office/drawing/2014/main" id="{BD7C7FEC-5AB4-994B-A171-404D6A65F02B}"/>
              </a:ext>
            </a:extLst>
          </p:cNvPr>
          <p:cNvSpPr>
            <a:spLocks noGrp="1"/>
          </p:cNvSpPr>
          <p:nvPr>
            <p:ph type="body" sz="quarter" idx="16" hasCustomPrompt="1"/>
          </p:nvPr>
        </p:nvSpPr>
        <p:spPr>
          <a:xfrm>
            <a:off x="1221155" y="4870153"/>
            <a:ext cx="5232400" cy="359048"/>
          </a:xfrm>
          <a:prstGeom prst="rect">
            <a:avLst/>
          </a:prstGeom>
        </p:spPr>
        <p:txBody>
          <a:bodyPr lIns="0"/>
          <a:lstStyle>
            <a:lvl1pPr marL="0" indent="0">
              <a:buFontTx/>
              <a:buNone/>
              <a:defRPr sz="1200">
                <a:solidFill>
                  <a:schemeClr val="tx1"/>
                </a:solidFill>
              </a:defRPr>
            </a:lvl1pPr>
          </a:lstStyle>
          <a:p>
            <a:pPr lvl="0"/>
            <a:r>
              <a:rPr lang="en-US" noProof="0"/>
              <a:t>Click to add name</a:t>
            </a:r>
          </a:p>
        </p:txBody>
      </p:sp>
    </p:spTree>
    <p:extLst>
      <p:ext uri="{BB962C8B-B14F-4D97-AF65-F5344CB8AC3E}">
        <p14:creationId xmlns:p14="http://schemas.microsoft.com/office/powerpoint/2010/main" val="2952030408"/>
      </p:ext>
    </p:extLst>
  </p:cSld>
  <p:clrMapOvr>
    <a:overrideClrMapping bg1="dk1" tx1="lt1" bg2="dk2" tx2="lt2" accent1="accent1" accent2="accent2" accent3="accent3" accent4="accent4" accent5="accent5" accent6="accent6" hlink="hlink" folHlink="folHlink"/>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Placeholder 4">
            <a:extLst>
              <a:ext uri="{FF2B5EF4-FFF2-40B4-BE49-F238E27FC236}">
                <a16:creationId xmlns:a16="http://schemas.microsoft.com/office/drawing/2014/main" id="{A1DD835C-2043-4717-9B14-9BF8ED4279EA}"/>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8" name="Text Placeholder 4">
            <a:extLst>
              <a:ext uri="{FF2B5EF4-FFF2-40B4-BE49-F238E27FC236}">
                <a16:creationId xmlns:a16="http://schemas.microsoft.com/office/drawing/2014/main" id="{AC62627B-CCD2-45C7-A988-0E47291C8F62}"/>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2" name="Straight Connector 11">
            <a:extLst>
              <a:ext uri="{FF2B5EF4-FFF2-40B4-BE49-F238E27FC236}">
                <a16:creationId xmlns:a16="http://schemas.microsoft.com/office/drawing/2014/main" id="{F137D419-FEDE-4032-8C8E-B4A1B179826E}"/>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Content Placeholder 5">
            <a:extLst>
              <a:ext uri="{FF2B5EF4-FFF2-40B4-BE49-F238E27FC236}">
                <a16:creationId xmlns:a16="http://schemas.microsoft.com/office/drawing/2014/main" id="{8B8C5655-EC34-4A14-9591-431EC6D38073}"/>
              </a:ext>
            </a:extLst>
          </p:cNvPr>
          <p:cNvSpPr>
            <a:spLocks noGrp="1"/>
          </p:cNvSpPr>
          <p:nvPr>
            <p:ph sz="quarter" idx="15"/>
          </p:nvPr>
        </p:nvSpPr>
        <p:spPr>
          <a:xfrm>
            <a:off x="429156"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D538B2E7-5146-467D-8E77-8ED1634ABFA9}"/>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3" name="Content Placeholder 5">
            <a:extLst>
              <a:ext uri="{FF2B5EF4-FFF2-40B4-BE49-F238E27FC236}">
                <a16:creationId xmlns:a16="http://schemas.microsoft.com/office/drawing/2014/main" id="{498622B3-9FFE-4464-AD9E-180BD43EC811}"/>
              </a:ext>
            </a:extLst>
          </p:cNvPr>
          <p:cNvSpPr>
            <a:spLocks noGrp="1"/>
          </p:cNvSpPr>
          <p:nvPr>
            <p:ph sz="quarter" idx="18"/>
          </p:nvPr>
        </p:nvSpPr>
        <p:spPr>
          <a:xfrm>
            <a:off x="6278972"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
            <a:extLst>
              <a:ext uri="{FF2B5EF4-FFF2-40B4-BE49-F238E27FC236}">
                <a16:creationId xmlns:a16="http://schemas.microsoft.com/office/drawing/2014/main" id="{9E9A7274-AB4C-4937-ACD8-0C765C6658CE}"/>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75151277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6" name="Straight Connector 15">
            <a:extLst>
              <a:ext uri="{FF2B5EF4-FFF2-40B4-BE49-F238E27FC236}">
                <a16:creationId xmlns:a16="http://schemas.microsoft.com/office/drawing/2014/main" id="{7368E124-A5B9-4969-9E25-7186894CAC62}"/>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Content Placeholder 5">
            <a:extLst>
              <a:ext uri="{FF2B5EF4-FFF2-40B4-BE49-F238E27FC236}">
                <a16:creationId xmlns:a16="http://schemas.microsoft.com/office/drawing/2014/main" id="{EE6F4F5F-408F-4918-BE4D-E98E13BA0FC8}"/>
              </a:ext>
            </a:extLst>
          </p:cNvPr>
          <p:cNvSpPr>
            <a:spLocks noGrp="1"/>
          </p:cNvSpPr>
          <p:nvPr>
            <p:ph sz="quarter" idx="15"/>
          </p:nvPr>
        </p:nvSpPr>
        <p:spPr>
          <a:xfrm>
            <a:off x="429156" y="1641842"/>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
            <a:extLst>
              <a:ext uri="{FF2B5EF4-FFF2-40B4-BE49-F238E27FC236}">
                <a16:creationId xmlns:a16="http://schemas.microsoft.com/office/drawing/2014/main" id="{41852C6D-A189-4C1E-94D1-EF4731F1B094}"/>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8" name="Content Placeholder 5">
            <a:extLst>
              <a:ext uri="{FF2B5EF4-FFF2-40B4-BE49-F238E27FC236}">
                <a16:creationId xmlns:a16="http://schemas.microsoft.com/office/drawing/2014/main" id="{E5F6BD79-E25C-4AB6-B742-92C6B0E04492}"/>
              </a:ext>
            </a:extLst>
          </p:cNvPr>
          <p:cNvSpPr>
            <a:spLocks noGrp="1"/>
          </p:cNvSpPr>
          <p:nvPr>
            <p:ph sz="quarter" idx="18"/>
          </p:nvPr>
        </p:nvSpPr>
        <p:spPr>
          <a:xfrm>
            <a:off x="6278972" y="1641842"/>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1FE89E3F-CCF3-44E7-9B8F-92AC0B44C074}"/>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0" name="Content Placeholder 5">
            <a:extLst>
              <a:ext uri="{FF2B5EF4-FFF2-40B4-BE49-F238E27FC236}">
                <a16:creationId xmlns:a16="http://schemas.microsoft.com/office/drawing/2014/main" id="{A8374870-F164-4DAC-B57D-4B1E32ACEDB1}"/>
              </a:ext>
            </a:extLst>
          </p:cNvPr>
          <p:cNvSpPr>
            <a:spLocks noGrp="1"/>
          </p:cNvSpPr>
          <p:nvPr>
            <p:ph sz="quarter" idx="20"/>
          </p:nvPr>
        </p:nvSpPr>
        <p:spPr>
          <a:xfrm>
            <a:off x="429156" y="4162876"/>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 2">
            <a:extLst>
              <a:ext uri="{FF2B5EF4-FFF2-40B4-BE49-F238E27FC236}">
                <a16:creationId xmlns:a16="http://schemas.microsoft.com/office/drawing/2014/main" id="{43E7984B-5100-4175-82B0-1996E05513EB}"/>
              </a:ext>
            </a:extLst>
          </p:cNvPr>
          <p:cNvSpPr>
            <a:spLocks noGrp="1"/>
          </p:cNvSpPr>
          <p:nvPr>
            <p:ph sz="quarter" idx="21"/>
          </p:nvPr>
        </p:nvSpPr>
        <p:spPr>
          <a:xfrm>
            <a:off x="428496" y="3889313"/>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2" name="Content Placeholder 5">
            <a:extLst>
              <a:ext uri="{FF2B5EF4-FFF2-40B4-BE49-F238E27FC236}">
                <a16:creationId xmlns:a16="http://schemas.microsoft.com/office/drawing/2014/main" id="{908EE915-9887-4321-A24C-ED1A179A814B}"/>
              </a:ext>
            </a:extLst>
          </p:cNvPr>
          <p:cNvSpPr>
            <a:spLocks noGrp="1"/>
          </p:cNvSpPr>
          <p:nvPr>
            <p:ph sz="quarter" idx="22"/>
          </p:nvPr>
        </p:nvSpPr>
        <p:spPr>
          <a:xfrm>
            <a:off x="6278972" y="4162876"/>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DB62A884-B284-40AA-8BFF-9E8AB55A5A80}"/>
              </a:ext>
            </a:extLst>
          </p:cNvPr>
          <p:cNvSpPr>
            <a:spLocks noGrp="1"/>
          </p:cNvSpPr>
          <p:nvPr>
            <p:ph sz="quarter" idx="23"/>
          </p:nvPr>
        </p:nvSpPr>
        <p:spPr>
          <a:xfrm>
            <a:off x="6278312" y="3889313"/>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288583495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34" name="Straight Connector 33">
            <a:extLst>
              <a:ext uri="{FF2B5EF4-FFF2-40B4-BE49-F238E27FC236}">
                <a16:creationId xmlns:a16="http://schemas.microsoft.com/office/drawing/2014/main" id="{444145A2-A0B6-43C7-828A-594C1FC94E66}"/>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Content Placeholder 5">
            <a:extLst>
              <a:ext uri="{FF2B5EF4-FFF2-40B4-BE49-F238E27FC236}">
                <a16:creationId xmlns:a16="http://schemas.microsoft.com/office/drawing/2014/main" id="{6F3A6799-0ED3-4BBA-A3A4-5803FC4BD76A}"/>
              </a:ext>
            </a:extLst>
          </p:cNvPr>
          <p:cNvSpPr>
            <a:spLocks noGrp="1"/>
          </p:cNvSpPr>
          <p:nvPr>
            <p:ph sz="quarter" idx="15"/>
          </p:nvPr>
        </p:nvSpPr>
        <p:spPr>
          <a:xfrm>
            <a:off x="429157"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2">
            <a:extLst>
              <a:ext uri="{FF2B5EF4-FFF2-40B4-BE49-F238E27FC236}">
                <a16:creationId xmlns:a16="http://schemas.microsoft.com/office/drawing/2014/main" id="{113A8FDF-5EA1-425C-ADC9-7C9A7E1B2D0C}"/>
              </a:ext>
            </a:extLst>
          </p:cNvPr>
          <p:cNvSpPr>
            <a:spLocks noGrp="1"/>
          </p:cNvSpPr>
          <p:nvPr>
            <p:ph sz="quarter" idx="17"/>
          </p:nvPr>
        </p:nvSpPr>
        <p:spPr>
          <a:xfrm>
            <a:off x="42849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7" name="Content Placeholder 5">
            <a:extLst>
              <a:ext uri="{FF2B5EF4-FFF2-40B4-BE49-F238E27FC236}">
                <a16:creationId xmlns:a16="http://schemas.microsoft.com/office/drawing/2014/main" id="{5DE8AC9C-5DD8-4D73-8677-1B3411714301}"/>
              </a:ext>
            </a:extLst>
          </p:cNvPr>
          <p:cNvSpPr>
            <a:spLocks noGrp="1"/>
          </p:cNvSpPr>
          <p:nvPr>
            <p:ph sz="quarter" idx="20"/>
          </p:nvPr>
        </p:nvSpPr>
        <p:spPr>
          <a:xfrm>
            <a:off x="429157"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2">
            <a:extLst>
              <a:ext uri="{FF2B5EF4-FFF2-40B4-BE49-F238E27FC236}">
                <a16:creationId xmlns:a16="http://schemas.microsoft.com/office/drawing/2014/main" id="{4B7B8EF6-3651-4244-9A60-58D77E3B24AD}"/>
              </a:ext>
            </a:extLst>
          </p:cNvPr>
          <p:cNvSpPr>
            <a:spLocks noGrp="1"/>
          </p:cNvSpPr>
          <p:nvPr>
            <p:ph sz="quarter" idx="21"/>
          </p:nvPr>
        </p:nvSpPr>
        <p:spPr>
          <a:xfrm>
            <a:off x="428497"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9" name="Content Placeholder 5">
            <a:extLst>
              <a:ext uri="{FF2B5EF4-FFF2-40B4-BE49-F238E27FC236}">
                <a16:creationId xmlns:a16="http://schemas.microsoft.com/office/drawing/2014/main" id="{CCC22279-1BFE-4C98-B877-4A18F8BF7F4C}"/>
              </a:ext>
            </a:extLst>
          </p:cNvPr>
          <p:cNvSpPr>
            <a:spLocks noGrp="1"/>
          </p:cNvSpPr>
          <p:nvPr>
            <p:ph sz="quarter" idx="22"/>
          </p:nvPr>
        </p:nvSpPr>
        <p:spPr>
          <a:xfrm>
            <a:off x="4326449"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2">
            <a:extLst>
              <a:ext uri="{FF2B5EF4-FFF2-40B4-BE49-F238E27FC236}">
                <a16:creationId xmlns:a16="http://schemas.microsoft.com/office/drawing/2014/main" id="{61280A32-523B-47AE-903B-6E58B9E53539}"/>
              </a:ext>
            </a:extLst>
          </p:cNvPr>
          <p:cNvSpPr>
            <a:spLocks noGrp="1"/>
          </p:cNvSpPr>
          <p:nvPr>
            <p:ph sz="quarter" idx="23"/>
          </p:nvPr>
        </p:nvSpPr>
        <p:spPr>
          <a:xfrm>
            <a:off x="432590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1" name="Content Placeholder 5">
            <a:extLst>
              <a:ext uri="{FF2B5EF4-FFF2-40B4-BE49-F238E27FC236}">
                <a16:creationId xmlns:a16="http://schemas.microsoft.com/office/drawing/2014/main" id="{B7ECD82F-3D1D-476B-B191-6BE10183EE85}"/>
              </a:ext>
            </a:extLst>
          </p:cNvPr>
          <p:cNvSpPr>
            <a:spLocks noGrp="1"/>
          </p:cNvSpPr>
          <p:nvPr>
            <p:ph sz="quarter" idx="24"/>
          </p:nvPr>
        </p:nvSpPr>
        <p:spPr>
          <a:xfrm>
            <a:off x="4326449"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2">
            <a:extLst>
              <a:ext uri="{FF2B5EF4-FFF2-40B4-BE49-F238E27FC236}">
                <a16:creationId xmlns:a16="http://schemas.microsoft.com/office/drawing/2014/main" id="{28CE02D4-888F-4F68-8C49-32760C15C62F}"/>
              </a:ext>
            </a:extLst>
          </p:cNvPr>
          <p:cNvSpPr>
            <a:spLocks noGrp="1"/>
          </p:cNvSpPr>
          <p:nvPr>
            <p:ph sz="quarter" idx="25"/>
          </p:nvPr>
        </p:nvSpPr>
        <p:spPr>
          <a:xfrm>
            <a:off x="4325907"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3" name="Content Placeholder 5">
            <a:extLst>
              <a:ext uri="{FF2B5EF4-FFF2-40B4-BE49-F238E27FC236}">
                <a16:creationId xmlns:a16="http://schemas.microsoft.com/office/drawing/2014/main" id="{42D5202F-E0E4-4C6F-B960-011A3C382DAC}"/>
              </a:ext>
            </a:extLst>
          </p:cNvPr>
          <p:cNvSpPr>
            <a:spLocks noGrp="1"/>
          </p:cNvSpPr>
          <p:nvPr>
            <p:ph sz="quarter" idx="26"/>
          </p:nvPr>
        </p:nvSpPr>
        <p:spPr>
          <a:xfrm>
            <a:off x="8223742"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 name="Content Placeholder 2">
            <a:extLst>
              <a:ext uri="{FF2B5EF4-FFF2-40B4-BE49-F238E27FC236}">
                <a16:creationId xmlns:a16="http://schemas.microsoft.com/office/drawing/2014/main" id="{3F9A6380-A2D5-467B-952E-C801489753D7}"/>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5" name="Content Placeholder 5">
            <a:extLst>
              <a:ext uri="{FF2B5EF4-FFF2-40B4-BE49-F238E27FC236}">
                <a16:creationId xmlns:a16="http://schemas.microsoft.com/office/drawing/2014/main" id="{BC6B5348-2BF1-4399-9F56-A9F941FBCAAD}"/>
              </a:ext>
            </a:extLst>
          </p:cNvPr>
          <p:cNvSpPr>
            <a:spLocks noGrp="1"/>
          </p:cNvSpPr>
          <p:nvPr>
            <p:ph sz="quarter" idx="28"/>
          </p:nvPr>
        </p:nvSpPr>
        <p:spPr>
          <a:xfrm>
            <a:off x="8223742"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6" name="Content Placeholder 2">
            <a:extLst>
              <a:ext uri="{FF2B5EF4-FFF2-40B4-BE49-F238E27FC236}">
                <a16:creationId xmlns:a16="http://schemas.microsoft.com/office/drawing/2014/main" id="{F6680355-FFA2-4073-BF77-F4DCCD8F8F9B}"/>
              </a:ext>
            </a:extLst>
          </p:cNvPr>
          <p:cNvSpPr>
            <a:spLocks noGrp="1"/>
          </p:cNvSpPr>
          <p:nvPr>
            <p:ph sz="quarter" idx="29"/>
          </p:nvPr>
        </p:nvSpPr>
        <p:spPr>
          <a:xfrm>
            <a:off x="8223316"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4264116062"/>
      </p:ext>
    </p:extLst>
  </p:cSld>
  <p:clrMapOvr>
    <a:masterClrMapping/>
  </p:clrMapOvr>
  <p:hf hdr="0" ftr="0" dt="0"/>
  <p:extLst>
    <p:ext uri="{DCECCB84-F9BA-43D5-87BE-67443E8EF086}">
      <p15:sldGuideLst xmlns:p15="http://schemas.microsoft.com/office/powerpoint/2012/main">
        <p15:guide id="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20" name="Straight Connector 19">
            <a:extLst>
              <a:ext uri="{FF2B5EF4-FFF2-40B4-BE49-F238E27FC236}">
                <a16:creationId xmlns:a16="http://schemas.microsoft.com/office/drawing/2014/main" id="{6923D8EC-AEBA-4056-B3D2-716512D6CC62}"/>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Content Placeholder 5">
            <a:extLst>
              <a:ext uri="{FF2B5EF4-FFF2-40B4-BE49-F238E27FC236}">
                <a16:creationId xmlns:a16="http://schemas.microsoft.com/office/drawing/2014/main" id="{A45EF325-06B8-429B-8DA4-0F01AD1875FF}"/>
              </a:ext>
            </a:extLst>
          </p:cNvPr>
          <p:cNvSpPr>
            <a:spLocks noGrp="1"/>
          </p:cNvSpPr>
          <p:nvPr>
            <p:ph sz="quarter" idx="15"/>
          </p:nvPr>
        </p:nvSpPr>
        <p:spPr>
          <a:xfrm>
            <a:off x="429157"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14C959BA-779F-4706-A561-8EBDEE178184}"/>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3" name="Content Placeholder 5">
            <a:extLst>
              <a:ext uri="{FF2B5EF4-FFF2-40B4-BE49-F238E27FC236}">
                <a16:creationId xmlns:a16="http://schemas.microsoft.com/office/drawing/2014/main" id="{3AC6D6EE-65E5-49B4-AC31-FF8135086643}"/>
              </a:ext>
            </a:extLst>
          </p:cNvPr>
          <p:cNvSpPr>
            <a:spLocks noGrp="1"/>
          </p:cNvSpPr>
          <p:nvPr>
            <p:ph sz="quarter" idx="20"/>
          </p:nvPr>
        </p:nvSpPr>
        <p:spPr>
          <a:xfrm>
            <a:off x="429157"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
            <a:extLst>
              <a:ext uri="{FF2B5EF4-FFF2-40B4-BE49-F238E27FC236}">
                <a16:creationId xmlns:a16="http://schemas.microsoft.com/office/drawing/2014/main" id="{C190FDD4-5A66-4C35-A68B-244E45791844}"/>
              </a:ext>
            </a:extLst>
          </p:cNvPr>
          <p:cNvSpPr>
            <a:spLocks noGrp="1"/>
          </p:cNvSpPr>
          <p:nvPr>
            <p:ph sz="quarter" idx="21"/>
          </p:nvPr>
        </p:nvSpPr>
        <p:spPr>
          <a:xfrm>
            <a:off x="428498"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7" name="Content Placeholder 5">
            <a:extLst>
              <a:ext uri="{FF2B5EF4-FFF2-40B4-BE49-F238E27FC236}">
                <a16:creationId xmlns:a16="http://schemas.microsoft.com/office/drawing/2014/main" id="{24301F0F-148D-4393-BCDA-176427BF6563}"/>
              </a:ext>
            </a:extLst>
          </p:cNvPr>
          <p:cNvSpPr>
            <a:spLocks noGrp="1"/>
          </p:cNvSpPr>
          <p:nvPr>
            <p:ph sz="quarter" idx="22"/>
          </p:nvPr>
        </p:nvSpPr>
        <p:spPr>
          <a:xfrm>
            <a:off x="3352342"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EE6933B6-4073-473C-B582-634861BFFC0D}"/>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9" name="Content Placeholder 5">
            <a:extLst>
              <a:ext uri="{FF2B5EF4-FFF2-40B4-BE49-F238E27FC236}">
                <a16:creationId xmlns:a16="http://schemas.microsoft.com/office/drawing/2014/main" id="{4E73DAE4-81C1-4419-84FE-D43B75D0667D}"/>
              </a:ext>
            </a:extLst>
          </p:cNvPr>
          <p:cNvSpPr>
            <a:spLocks noGrp="1"/>
          </p:cNvSpPr>
          <p:nvPr>
            <p:ph sz="quarter" idx="24"/>
          </p:nvPr>
        </p:nvSpPr>
        <p:spPr>
          <a:xfrm>
            <a:off x="3352342"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
            <a:extLst>
              <a:ext uri="{FF2B5EF4-FFF2-40B4-BE49-F238E27FC236}">
                <a16:creationId xmlns:a16="http://schemas.microsoft.com/office/drawing/2014/main" id="{FDB3ABD1-4A2D-41E2-BA72-2597F0D8713A}"/>
              </a:ext>
            </a:extLst>
          </p:cNvPr>
          <p:cNvSpPr>
            <a:spLocks noGrp="1"/>
          </p:cNvSpPr>
          <p:nvPr>
            <p:ph sz="quarter" idx="25"/>
          </p:nvPr>
        </p:nvSpPr>
        <p:spPr>
          <a:xfrm>
            <a:off x="3351800"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1" name="Content Placeholder 5">
            <a:extLst>
              <a:ext uri="{FF2B5EF4-FFF2-40B4-BE49-F238E27FC236}">
                <a16:creationId xmlns:a16="http://schemas.microsoft.com/office/drawing/2014/main" id="{B1B1C1C0-5506-4229-B373-12DF53E49E47}"/>
              </a:ext>
            </a:extLst>
          </p:cNvPr>
          <p:cNvSpPr>
            <a:spLocks noGrp="1"/>
          </p:cNvSpPr>
          <p:nvPr>
            <p:ph sz="quarter" idx="26"/>
          </p:nvPr>
        </p:nvSpPr>
        <p:spPr>
          <a:xfrm>
            <a:off x="6275528"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2">
            <a:extLst>
              <a:ext uri="{FF2B5EF4-FFF2-40B4-BE49-F238E27FC236}">
                <a16:creationId xmlns:a16="http://schemas.microsoft.com/office/drawing/2014/main" id="{E9B51409-5540-4A1F-AE99-49ECD6D741D2}"/>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3" name="Content Placeholder 5">
            <a:extLst>
              <a:ext uri="{FF2B5EF4-FFF2-40B4-BE49-F238E27FC236}">
                <a16:creationId xmlns:a16="http://schemas.microsoft.com/office/drawing/2014/main" id="{5A9F9989-126A-443F-9D13-4E6B4B0591CA}"/>
              </a:ext>
            </a:extLst>
          </p:cNvPr>
          <p:cNvSpPr>
            <a:spLocks noGrp="1"/>
          </p:cNvSpPr>
          <p:nvPr>
            <p:ph sz="quarter" idx="28"/>
          </p:nvPr>
        </p:nvSpPr>
        <p:spPr>
          <a:xfrm>
            <a:off x="6275528"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7" name="Content Placeholder 2">
            <a:extLst>
              <a:ext uri="{FF2B5EF4-FFF2-40B4-BE49-F238E27FC236}">
                <a16:creationId xmlns:a16="http://schemas.microsoft.com/office/drawing/2014/main" id="{7A3A8395-D782-44A8-8AB5-C7B07EC9DDDF}"/>
              </a:ext>
            </a:extLst>
          </p:cNvPr>
          <p:cNvSpPr>
            <a:spLocks noGrp="1"/>
          </p:cNvSpPr>
          <p:nvPr>
            <p:ph sz="quarter" idx="29"/>
          </p:nvPr>
        </p:nvSpPr>
        <p:spPr>
          <a:xfrm>
            <a:off x="6275102"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8" name="Content Placeholder 5">
            <a:extLst>
              <a:ext uri="{FF2B5EF4-FFF2-40B4-BE49-F238E27FC236}">
                <a16:creationId xmlns:a16="http://schemas.microsoft.com/office/drawing/2014/main" id="{90BBB9AC-34DF-45E1-B35F-8F1AB9B9EB72}"/>
              </a:ext>
            </a:extLst>
          </p:cNvPr>
          <p:cNvSpPr>
            <a:spLocks noGrp="1"/>
          </p:cNvSpPr>
          <p:nvPr>
            <p:ph sz="quarter" idx="30"/>
          </p:nvPr>
        </p:nvSpPr>
        <p:spPr>
          <a:xfrm>
            <a:off x="9198713"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Content Placeholder 2">
            <a:extLst>
              <a:ext uri="{FF2B5EF4-FFF2-40B4-BE49-F238E27FC236}">
                <a16:creationId xmlns:a16="http://schemas.microsoft.com/office/drawing/2014/main" id="{F37009DC-A1E5-4C8B-B108-217E16191C91}"/>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50" name="Content Placeholder 5">
            <a:extLst>
              <a:ext uri="{FF2B5EF4-FFF2-40B4-BE49-F238E27FC236}">
                <a16:creationId xmlns:a16="http://schemas.microsoft.com/office/drawing/2014/main" id="{AB26E7C3-1AFA-44A8-A873-7A0D8D33A660}"/>
              </a:ext>
            </a:extLst>
          </p:cNvPr>
          <p:cNvSpPr>
            <a:spLocks noGrp="1"/>
          </p:cNvSpPr>
          <p:nvPr>
            <p:ph sz="quarter" idx="32"/>
          </p:nvPr>
        </p:nvSpPr>
        <p:spPr>
          <a:xfrm>
            <a:off x="9198713"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Content Placeholder 2">
            <a:extLst>
              <a:ext uri="{FF2B5EF4-FFF2-40B4-BE49-F238E27FC236}">
                <a16:creationId xmlns:a16="http://schemas.microsoft.com/office/drawing/2014/main" id="{57B2A298-F24A-4955-B700-85DC7C92A644}"/>
              </a:ext>
            </a:extLst>
          </p:cNvPr>
          <p:cNvSpPr>
            <a:spLocks noGrp="1"/>
          </p:cNvSpPr>
          <p:nvPr>
            <p:ph sz="quarter" idx="33"/>
          </p:nvPr>
        </p:nvSpPr>
        <p:spPr>
          <a:xfrm>
            <a:off x="9198404"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389073061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34" name="Content Placeholder 5">
            <a:extLst>
              <a:ext uri="{FF2B5EF4-FFF2-40B4-BE49-F238E27FC236}">
                <a16:creationId xmlns:a16="http://schemas.microsoft.com/office/drawing/2014/main" id="{28501F4B-B700-462B-BE4D-16D7435B2A7F}"/>
              </a:ext>
            </a:extLst>
          </p:cNvPr>
          <p:cNvSpPr>
            <a:spLocks noGrp="1"/>
          </p:cNvSpPr>
          <p:nvPr>
            <p:ph sz="quarter" idx="15"/>
          </p:nvPr>
        </p:nvSpPr>
        <p:spPr>
          <a:xfrm>
            <a:off x="429157"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Content Placeholder 2">
            <a:extLst>
              <a:ext uri="{FF2B5EF4-FFF2-40B4-BE49-F238E27FC236}">
                <a16:creationId xmlns:a16="http://schemas.microsoft.com/office/drawing/2014/main" id="{77C3F455-C664-4830-BBF1-44DE6FA13A81}"/>
              </a:ext>
            </a:extLst>
          </p:cNvPr>
          <p:cNvSpPr>
            <a:spLocks noGrp="1"/>
          </p:cNvSpPr>
          <p:nvPr>
            <p:ph sz="quarter" idx="17"/>
          </p:nvPr>
        </p:nvSpPr>
        <p:spPr>
          <a:xfrm>
            <a:off x="42849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6" name="Content Placeholder 5">
            <a:extLst>
              <a:ext uri="{FF2B5EF4-FFF2-40B4-BE49-F238E27FC236}">
                <a16:creationId xmlns:a16="http://schemas.microsoft.com/office/drawing/2014/main" id="{2754CF0B-141A-4363-B91A-FDE679C6A95A}"/>
              </a:ext>
            </a:extLst>
          </p:cNvPr>
          <p:cNvSpPr>
            <a:spLocks noGrp="1"/>
          </p:cNvSpPr>
          <p:nvPr>
            <p:ph sz="quarter" idx="22"/>
          </p:nvPr>
        </p:nvSpPr>
        <p:spPr>
          <a:xfrm>
            <a:off x="4326449"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Content Placeholder 2">
            <a:extLst>
              <a:ext uri="{FF2B5EF4-FFF2-40B4-BE49-F238E27FC236}">
                <a16:creationId xmlns:a16="http://schemas.microsoft.com/office/drawing/2014/main" id="{BA6DCC1C-5CB4-45AF-AC96-A4FFD5E22673}"/>
              </a:ext>
            </a:extLst>
          </p:cNvPr>
          <p:cNvSpPr>
            <a:spLocks noGrp="1"/>
          </p:cNvSpPr>
          <p:nvPr>
            <p:ph sz="quarter" idx="23"/>
          </p:nvPr>
        </p:nvSpPr>
        <p:spPr>
          <a:xfrm>
            <a:off x="432590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8" name="Content Placeholder 5">
            <a:extLst>
              <a:ext uri="{FF2B5EF4-FFF2-40B4-BE49-F238E27FC236}">
                <a16:creationId xmlns:a16="http://schemas.microsoft.com/office/drawing/2014/main" id="{C6BF7BFF-0D9F-4B1B-A19A-22120CB01469}"/>
              </a:ext>
            </a:extLst>
          </p:cNvPr>
          <p:cNvSpPr>
            <a:spLocks noGrp="1"/>
          </p:cNvSpPr>
          <p:nvPr>
            <p:ph sz="quarter" idx="26"/>
          </p:nvPr>
        </p:nvSpPr>
        <p:spPr>
          <a:xfrm>
            <a:off x="8223742"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2">
            <a:extLst>
              <a:ext uri="{FF2B5EF4-FFF2-40B4-BE49-F238E27FC236}">
                <a16:creationId xmlns:a16="http://schemas.microsoft.com/office/drawing/2014/main" id="{BDFEFEF8-F000-4085-B442-6C84C4FF547B}"/>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2644006648"/>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narrow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3" name="Content Placeholder 5">
            <a:extLst>
              <a:ext uri="{FF2B5EF4-FFF2-40B4-BE49-F238E27FC236}">
                <a16:creationId xmlns:a16="http://schemas.microsoft.com/office/drawing/2014/main" id="{28751C88-159B-4647-ACF7-973C7FA7CD56}"/>
              </a:ext>
            </a:extLst>
          </p:cNvPr>
          <p:cNvSpPr>
            <a:spLocks noGrp="1"/>
          </p:cNvSpPr>
          <p:nvPr>
            <p:ph sz="quarter" idx="15"/>
          </p:nvPr>
        </p:nvSpPr>
        <p:spPr>
          <a:xfrm>
            <a:off x="429157"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B7788564-DF8F-4096-84B5-81613745DCF5}"/>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16" name="Content Placeholder 5">
            <a:extLst>
              <a:ext uri="{FF2B5EF4-FFF2-40B4-BE49-F238E27FC236}">
                <a16:creationId xmlns:a16="http://schemas.microsoft.com/office/drawing/2014/main" id="{CEFD554D-A611-48D5-B2F9-A32FDE7FD68D}"/>
              </a:ext>
            </a:extLst>
          </p:cNvPr>
          <p:cNvSpPr>
            <a:spLocks noGrp="1"/>
          </p:cNvSpPr>
          <p:nvPr>
            <p:ph sz="quarter" idx="22"/>
          </p:nvPr>
        </p:nvSpPr>
        <p:spPr>
          <a:xfrm>
            <a:off x="3352342"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7A7AAE2C-4C5A-4CE9-BAC9-F59DC64272EA}"/>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18" name="Content Placeholder 5">
            <a:extLst>
              <a:ext uri="{FF2B5EF4-FFF2-40B4-BE49-F238E27FC236}">
                <a16:creationId xmlns:a16="http://schemas.microsoft.com/office/drawing/2014/main" id="{D3B0E2BE-335E-4D12-9A22-E85C0C4DA434}"/>
              </a:ext>
            </a:extLst>
          </p:cNvPr>
          <p:cNvSpPr>
            <a:spLocks noGrp="1"/>
          </p:cNvSpPr>
          <p:nvPr>
            <p:ph sz="quarter" idx="26"/>
          </p:nvPr>
        </p:nvSpPr>
        <p:spPr>
          <a:xfrm>
            <a:off x="6275528"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2">
            <a:extLst>
              <a:ext uri="{FF2B5EF4-FFF2-40B4-BE49-F238E27FC236}">
                <a16:creationId xmlns:a16="http://schemas.microsoft.com/office/drawing/2014/main" id="{D4A47CB5-E0F9-4299-B485-F8E9D2BEEF29}"/>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1" name="Content Placeholder 5">
            <a:extLst>
              <a:ext uri="{FF2B5EF4-FFF2-40B4-BE49-F238E27FC236}">
                <a16:creationId xmlns:a16="http://schemas.microsoft.com/office/drawing/2014/main" id="{B5570DCD-17B9-45AC-A960-6574C86E2A39}"/>
              </a:ext>
            </a:extLst>
          </p:cNvPr>
          <p:cNvSpPr>
            <a:spLocks noGrp="1"/>
          </p:cNvSpPr>
          <p:nvPr>
            <p:ph sz="quarter" idx="30"/>
          </p:nvPr>
        </p:nvSpPr>
        <p:spPr>
          <a:xfrm>
            <a:off x="9198713"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DA136846-AD1D-47AB-909B-FEC060BFE644}"/>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441972110"/>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23" name="Straight Connector 22">
            <a:extLst>
              <a:ext uri="{FF2B5EF4-FFF2-40B4-BE49-F238E27FC236}">
                <a16:creationId xmlns:a16="http://schemas.microsoft.com/office/drawing/2014/main" id="{3783E1AA-1AB3-43D9-8F4A-1A0007137743}"/>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Content Placeholder 5">
            <a:extLst>
              <a:ext uri="{FF2B5EF4-FFF2-40B4-BE49-F238E27FC236}">
                <a16:creationId xmlns:a16="http://schemas.microsoft.com/office/drawing/2014/main" id="{6FE8E32F-894B-4C1A-B2F2-17B03E9C7D0E}"/>
              </a:ext>
            </a:extLst>
          </p:cNvPr>
          <p:cNvSpPr>
            <a:spLocks noGrp="1"/>
          </p:cNvSpPr>
          <p:nvPr>
            <p:ph sz="quarter" idx="26"/>
          </p:nvPr>
        </p:nvSpPr>
        <p:spPr>
          <a:xfrm>
            <a:off x="6275528"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
            <a:extLst>
              <a:ext uri="{FF2B5EF4-FFF2-40B4-BE49-F238E27FC236}">
                <a16:creationId xmlns:a16="http://schemas.microsoft.com/office/drawing/2014/main" id="{7A770F40-5D87-4FAF-94AF-39A204290DA2}"/>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8" name="Content Placeholder 5">
            <a:extLst>
              <a:ext uri="{FF2B5EF4-FFF2-40B4-BE49-F238E27FC236}">
                <a16:creationId xmlns:a16="http://schemas.microsoft.com/office/drawing/2014/main" id="{C5F34989-8328-45D3-B009-EEC0A7CD1A90}"/>
              </a:ext>
            </a:extLst>
          </p:cNvPr>
          <p:cNvSpPr>
            <a:spLocks noGrp="1"/>
          </p:cNvSpPr>
          <p:nvPr>
            <p:ph sz="quarter" idx="28"/>
          </p:nvPr>
        </p:nvSpPr>
        <p:spPr>
          <a:xfrm>
            <a:off x="6275528"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2">
            <a:extLst>
              <a:ext uri="{FF2B5EF4-FFF2-40B4-BE49-F238E27FC236}">
                <a16:creationId xmlns:a16="http://schemas.microsoft.com/office/drawing/2014/main" id="{377F8BA9-2552-4C95-81A4-0A72E1E92FA7}"/>
              </a:ext>
            </a:extLst>
          </p:cNvPr>
          <p:cNvSpPr>
            <a:spLocks noGrp="1"/>
          </p:cNvSpPr>
          <p:nvPr>
            <p:ph sz="quarter" idx="29"/>
          </p:nvPr>
        </p:nvSpPr>
        <p:spPr>
          <a:xfrm>
            <a:off x="6275102"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0" name="Content Placeholder 5">
            <a:extLst>
              <a:ext uri="{FF2B5EF4-FFF2-40B4-BE49-F238E27FC236}">
                <a16:creationId xmlns:a16="http://schemas.microsoft.com/office/drawing/2014/main" id="{1D1568AB-30F2-4C2D-B7D3-24BD9AD4DF75}"/>
              </a:ext>
            </a:extLst>
          </p:cNvPr>
          <p:cNvSpPr>
            <a:spLocks noGrp="1"/>
          </p:cNvSpPr>
          <p:nvPr>
            <p:ph sz="quarter" idx="30"/>
          </p:nvPr>
        </p:nvSpPr>
        <p:spPr>
          <a:xfrm>
            <a:off x="9198713"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Content Placeholder 2">
            <a:extLst>
              <a:ext uri="{FF2B5EF4-FFF2-40B4-BE49-F238E27FC236}">
                <a16:creationId xmlns:a16="http://schemas.microsoft.com/office/drawing/2014/main" id="{4EFA7C6C-DA91-4223-B50D-7EF0CC691DEA}"/>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2" name="Content Placeholder 5">
            <a:extLst>
              <a:ext uri="{FF2B5EF4-FFF2-40B4-BE49-F238E27FC236}">
                <a16:creationId xmlns:a16="http://schemas.microsoft.com/office/drawing/2014/main" id="{94051805-0AB1-4868-890A-9A837BEAC667}"/>
              </a:ext>
            </a:extLst>
          </p:cNvPr>
          <p:cNvSpPr>
            <a:spLocks noGrp="1"/>
          </p:cNvSpPr>
          <p:nvPr>
            <p:ph sz="quarter" idx="32"/>
          </p:nvPr>
        </p:nvSpPr>
        <p:spPr>
          <a:xfrm>
            <a:off x="9198713"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0083CD36-D0D3-49F7-A370-CA64C4268061}"/>
              </a:ext>
            </a:extLst>
          </p:cNvPr>
          <p:cNvSpPr>
            <a:spLocks noGrp="1"/>
          </p:cNvSpPr>
          <p:nvPr>
            <p:ph sz="quarter" idx="33"/>
          </p:nvPr>
        </p:nvSpPr>
        <p:spPr>
          <a:xfrm>
            <a:off x="9198404"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4" name="Content Placeholder 5">
            <a:extLst>
              <a:ext uri="{FF2B5EF4-FFF2-40B4-BE49-F238E27FC236}">
                <a16:creationId xmlns:a16="http://schemas.microsoft.com/office/drawing/2014/main" id="{B055FD8F-550B-4DFA-9CBB-E49EA2243301}"/>
              </a:ext>
            </a:extLst>
          </p:cNvPr>
          <p:cNvSpPr>
            <a:spLocks noGrp="1"/>
          </p:cNvSpPr>
          <p:nvPr>
            <p:ph sz="quarter" idx="15"/>
          </p:nvPr>
        </p:nvSpPr>
        <p:spPr>
          <a:xfrm>
            <a:off x="429156"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Content Placeholder 2">
            <a:extLst>
              <a:ext uri="{FF2B5EF4-FFF2-40B4-BE49-F238E27FC236}">
                <a16:creationId xmlns:a16="http://schemas.microsoft.com/office/drawing/2014/main" id="{3CDD21FC-76FC-4BFF-939E-2C6E9D9CB3EA}"/>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9476345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1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8" name="Straight Connector 17">
            <a:extLst>
              <a:ext uri="{FF2B5EF4-FFF2-40B4-BE49-F238E27FC236}">
                <a16:creationId xmlns:a16="http://schemas.microsoft.com/office/drawing/2014/main" id="{E4780F58-07CE-44EB-8E92-9619B5DA631C}"/>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Content Placeholder 5">
            <a:extLst>
              <a:ext uri="{FF2B5EF4-FFF2-40B4-BE49-F238E27FC236}">
                <a16:creationId xmlns:a16="http://schemas.microsoft.com/office/drawing/2014/main" id="{1839E722-DD11-47E7-BE19-9BE973447F1E}"/>
              </a:ext>
            </a:extLst>
          </p:cNvPr>
          <p:cNvSpPr>
            <a:spLocks noGrp="1"/>
          </p:cNvSpPr>
          <p:nvPr>
            <p:ph sz="quarter" idx="15"/>
          </p:nvPr>
        </p:nvSpPr>
        <p:spPr>
          <a:xfrm>
            <a:off x="429157"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
            <a:extLst>
              <a:ext uri="{FF2B5EF4-FFF2-40B4-BE49-F238E27FC236}">
                <a16:creationId xmlns:a16="http://schemas.microsoft.com/office/drawing/2014/main" id="{4FCD01D0-5282-4CE9-97A9-7FFFB5679B91}"/>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2" name="Content Placeholder 5">
            <a:extLst>
              <a:ext uri="{FF2B5EF4-FFF2-40B4-BE49-F238E27FC236}">
                <a16:creationId xmlns:a16="http://schemas.microsoft.com/office/drawing/2014/main" id="{BCC58319-4A1F-4C41-8995-4F6157E7038B}"/>
              </a:ext>
            </a:extLst>
          </p:cNvPr>
          <p:cNvSpPr>
            <a:spLocks noGrp="1"/>
          </p:cNvSpPr>
          <p:nvPr>
            <p:ph sz="quarter" idx="20"/>
          </p:nvPr>
        </p:nvSpPr>
        <p:spPr>
          <a:xfrm>
            <a:off x="429157"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2">
            <a:extLst>
              <a:ext uri="{FF2B5EF4-FFF2-40B4-BE49-F238E27FC236}">
                <a16:creationId xmlns:a16="http://schemas.microsoft.com/office/drawing/2014/main" id="{4122CBA0-6FC8-4061-A992-F3E9761F979C}"/>
              </a:ext>
            </a:extLst>
          </p:cNvPr>
          <p:cNvSpPr>
            <a:spLocks noGrp="1"/>
          </p:cNvSpPr>
          <p:nvPr>
            <p:ph sz="quarter" idx="21"/>
          </p:nvPr>
        </p:nvSpPr>
        <p:spPr>
          <a:xfrm>
            <a:off x="428498"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7" name="Content Placeholder 5">
            <a:extLst>
              <a:ext uri="{FF2B5EF4-FFF2-40B4-BE49-F238E27FC236}">
                <a16:creationId xmlns:a16="http://schemas.microsoft.com/office/drawing/2014/main" id="{0138EE0F-87D4-46E7-B3A4-70554B03132C}"/>
              </a:ext>
            </a:extLst>
          </p:cNvPr>
          <p:cNvSpPr>
            <a:spLocks noGrp="1"/>
          </p:cNvSpPr>
          <p:nvPr>
            <p:ph sz="quarter" idx="22"/>
          </p:nvPr>
        </p:nvSpPr>
        <p:spPr>
          <a:xfrm>
            <a:off x="3352342"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2">
            <a:extLst>
              <a:ext uri="{FF2B5EF4-FFF2-40B4-BE49-F238E27FC236}">
                <a16:creationId xmlns:a16="http://schemas.microsoft.com/office/drawing/2014/main" id="{F78A1807-273F-4E42-88D8-1703907B7BD8}"/>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9" name="Content Placeholder 5">
            <a:extLst>
              <a:ext uri="{FF2B5EF4-FFF2-40B4-BE49-F238E27FC236}">
                <a16:creationId xmlns:a16="http://schemas.microsoft.com/office/drawing/2014/main" id="{D7A9A74B-662A-4354-ABE0-9C9618010DFC}"/>
              </a:ext>
            </a:extLst>
          </p:cNvPr>
          <p:cNvSpPr>
            <a:spLocks noGrp="1"/>
          </p:cNvSpPr>
          <p:nvPr>
            <p:ph sz="quarter" idx="24"/>
          </p:nvPr>
        </p:nvSpPr>
        <p:spPr>
          <a:xfrm>
            <a:off x="3352342"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2">
            <a:extLst>
              <a:ext uri="{FF2B5EF4-FFF2-40B4-BE49-F238E27FC236}">
                <a16:creationId xmlns:a16="http://schemas.microsoft.com/office/drawing/2014/main" id="{25C6DCD4-996C-44B1-AD6E-5FEDC224D07B}"/>
              </a:ext>
            </a:extLst>
          </p:cNvPr>
          <p:cNvSpPr>
            <a:spLocks noGrp="1"/>
          </p:cNvSpPr>
          <p:nvPr>
            <p:ph sz="quarter" idx="25"/>
          </p:nvPr>
        </p:nvSpPr>
        <p:spPr>
          <a:xfrm>
            <a:off x="3351800"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1" name="Content Placeholder 5">
            <a:extLst>
              <a:ext uri="{FF2B5EF4-FFF2-40B4-BE49-F238E27FC236}">
                <a16:creationId xmlns:a16="http://schemas.microsoft.com/office/drawing/2014/main" id="{C399923D-BB08-43F9-957B-06E464ECAEB7}"/>
              </a:ext>
            </a:extLst>
          </p:cNvPr>
          <p:cNvSpPr>
            <a:spLocks noGrp="1"/>
          </p:cNvSpPr>
          <p:nvPr>
            <p:ph sz="quarter" idx="18"/>
          </p:nvPr>
        </p:nvSpPr>
        <p:spPr>
          <a:xfrm>
            <a:off x="6278972"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2">
            <a:extLst>
              <a:ext uri="{FF2B5EF4-FFF2-40B4-BE49-F238E27FC236}">
                <a16:creationId xmlns:a16="http://schemas.microsoft.com/office/drawing/2014/main" id="{87108220-1D1C-4CE1-BB2E-C81969F7FA52}"/>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421348781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23" name="Content Placeholder 5">
            <a:extLst>
              <a:ext uri="{FF2B5EF4-FFF2-40B4-BE49-F238E27FC236}">
                <a16:creationId xmlns:a16="http://schemas.microsoft.com/office/drawing/2014/main" id="{7F73C124-CC92-4EDB-8F43-C50BC21BD23F}"/>
              </a:ext>
            </a:extLst>
          </p:cNvPr>
          <p:cNvSpPr>
            <a:spLocks noGrp="1"/>
          </p:cNvSpPr>
          <p:nvPr>
            <p:ph sz="quarter" idx="15"/>
          </p:nvPr>
        </p:nvSpPr>
        <p:spPr>
          <a:xfrm>
            <a:off x="429156" y="1641842"/>
            <a:ext cx="7438982"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
            <a:extLst>
              <a:ext uri="{FF2B5EF4-FFF2-40B4-BE49-F238E27FC236}">
                <a16:creationId xmlns:a16="http://schemas.microsoft.com/office/drawing/2014/main" id="{6EC071C5-0A5E-46D5-ABD1-272D4D1E7141}"/>
              </a:ext>
            </a:extLst>
          </p:cNvPr>
          <p:cNvSpPr>
            <a:spLocks noGrp="1"/>
          </p:cNvSpPr>
          <p:nvPr>
            <p:ph sz="quarter" idx="17"/>
          </p:nvPr>
        </p:nvSpPr>
        <p:spPr>
          <a:xfrm>
            <a:off x="428498" y="1368279"/>
            <a:ext cx="743898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7" name="Content Placeholder 5">
            <a:extLst>
              <a:ext uri="{FF2B5EF4-FFF2-40B4-BE49-F238E27FC236}">
                <a16:creationId xmlns:a16="http://schemas.microsoft.com/office/drawing/2014/main" id="{BC124B58-4A36-4B9F-B106-F924A83A90C4}"/>
              </a:ext>
            </a:extLst>
          </p:cNvPr>
          <p:cNvSpPr>
            <a:spLocks noGrp="1"/>
          </p:cNvSpPr>
          <p:nvPr>
            <p:ph sz="quarter" idx="26"/>
          </p:nvPr>
        </p:nvSpPr>
        <p:spPr>
          <a:xfrm>
            <a:off x="8223742"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
            <a:extLst>
              <a:ext uri="{FF2B5EF4-FFF2-40B4-BE49-F238E27FC236}">
                <a16:creationId xmlns:a16="http://schemas.microsoft.com/office/drawing/2014/main" id="{BFC97422-478D-4021-8CA9-D69161FBC7A9}"/>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89279541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objec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B56F594C-5442-4239-8CDD-F538D2D53CA9}"/>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7DD40567-6541-4DD7-968A-B784DC8B2A6D}"/>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0" name="Content Placeholder 5">
            <a:extLst>
              <a:ext uri="{FF2B5EF4-FFF2-40B4-BE49-F238E27FC236}">
                <a16:creationId xmlns:a16="http://schemas.microsoft.com/office/drawing/2014/main" id="{2F65DF6F-054C-41BF-A216-212668E3B692}"/>
              </a:ext>
            </a:extLst>
          </p:cNvPr>
          <p:cNvSpPr>
            <a:spLocks noGrp="1"/>
          </p:cNvSpPr>
          <p:nvPr>
            <p:ph sz="quarter" idx="15"/>
          </p:nvPr>
        </p:nvSpPr>
        <p:spPr>
          <a:xfrm>
            <a:off x="429157" y="1641842"/>
            <a:ext cx="11333691"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735E7DB5-3897-48EA-9C66-640A65DEE7E2}"/>
              </a:ext>
            </a:extLst>
          </p:cNvPr>
          <p:cNvSpPr>
            <a:spLocks noGrp="1"/>
          </p:cNvSpPr>
          <p:nvPr>
            <p:ph sz="quarter" idx="17"/>
          </p:nvPr>
        </p:nvSpPr>
        <p:spPr>
          <a:xfrm>
            <a:off x="428497" y="1368279"/>
            <a:ext cx="1133505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84798187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B56F594C-5442-4239-8CDD-F538D2D53CA9}"/>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7DD40567-6541-4DD7-968A-B784DC8B2A6D}"/>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6" name="Content Placeholder 5">
            <a:extLst>
              <a:ext uri="{FF2B5EF4-FFF2-40B4-BE49-F238E27FC236}">
                <a16:creationId xmlns:a16="http://schemas.microsoft.com/office/drawing/2014/main" id="{53C2A4A6-FE0B-40AC-BD15-F60F23F9A508}"/>
              </a:ext>
            </a:extLst>
          </p:cNvPr>
          <p:cNvSpPr>
            <a:spLocks noGrp="1"/>
          </p:cNvSpPr>
          <p:nvPr>
            <p:ph sz="quarter" idx="15"/>
          </p:nvPr>
        </p:nvSpPr>
        <p:spPr>
          <a:xfrm>
            <a:off x="429157" y="1341439"/>
            <a:ext cx="11333691" cy="5038466"/>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740821"/>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No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64D2DF77-9A82-41E1-ACCA-3929C2B6F9C8}"/>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1D8AED4B-519C-498B-994F-78BD9F66DF6B}"/>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Tree>
    <p:extLst>
      <p:ext uri="{BB962C8B-B14F-4D97-AF65-F5344CB8AC3E}">
        <p14:creationId xmlns:p14="http://schemas.microsoft.com/office/powerpoint/2010/main" val="90078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ndard dislaimer">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Placeholder 4">
            <a:extLst>
              <a:ext uri="{FF2B5EF4-FFF2-40B4-BE49-F238E27FC236}">
                <a16:creationId xmlns:a16="http://schemas.microsoft.com/office/drawing/2014/main" id="{1D8AED4B-519C-498B-994F-78BD9F66DF6B}"/>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pic>
        <p:nvPicPr>
          <p:cNvPr id="10" name="Picture 9">
            <a:extLst>
              <a:ext uri="{FF2B5EF4-FFF2-40B4-BE49-F238E27FC236}">
                <a16:creationId xmlns:a16="http://schemas.microsoft.com/office/drawing/2014/main" id="{0C294D6E-2309-4B26-81D6-3B5AF6B00D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6391" r="30521" b="2745"/>
          <a:stretch/>
        </p:blipFill>
        <p:spPr>
          <a:xfrm>
            <a:off x="1" y="1247069"/>
            <a:ext cx="3060458" cy="4605845"/>
          </a:xfrm>
          <a:prstGeom prst="rect">
            <a:avLst/>
          </a:prstGeom>
        </p:spPr>
      </p:pic>
      <p:sp>
        <p:nvSpPr>
          <p:cNvPr id="12" name="Rectangle 4">
            <a:extLst>
              <a:ext uri="{FF2B5EF4-FFF2-40B4-BE49-F238E27FC236}">
                <a16:creationId xmlns:a16="http://schemas.microsoft.com/office/drawing/2014/main" id="{CB67EA22-2C47-4459-8B39-AD173C79C9CB}"/>
              </a:ext>
            </a:extLst>
          </p:cNvPr>
          <p:cNvSpPr txBox="1">
            <a:spLocks noChangeArrowheads="1"/>
          </p:cNvSpPr>
          <p:nvPr userDrawn="1"/>
        </p:nvSpPr>
        <p:spPr bwMode="auto">
          <a:xfrm>
            <a:off x="3367454" y="1247068"/>
            <a:ext cx="8400562" cy="4586470"/>
          </a:xfrm>
          <a:prstGeom prst="rect">
            <a:avLst/>
          </a:prstGeom>
        </p:spPr>
        <p:txBody>
          <a:bodyPr vert="horz" lIns="14400" tIns="0" rIns="0" bIns="0" numCol="2" spcCol="360000" rtlCol="0">
            <a:normAutofit/>
          </a:bodyPr>
          <a:lstStyle>
            <a:lvl1pPr marL="0" lvl="0" indent="0" algn="l" defTabSz="742950" rtl="0" eaLnBrk="1" latinLnBrk="0" hangingPunct="1">
              <a:lnSpc>
                <a:spcPts val="1260"/>
              </a:lnSpc>
              <a:spcAft>
                <a:spcPts val="600"/>
              </a:spcAft>
              <a:buClr>
                <a:schemeClr val="tx2"/>
              </a:buClr>
              <a:buNone/>
              <a:defRPr sz="1050" b="0" i="0" kern="1200">
                <a:solidFill>
                  <a:schemeClr val="tx1"/>
                </a:solidFill>
                <a:latin typeface="+mn-lt"/>
                <a:ea typeface="+mn-ea"/>
                <a:cs typeface="Segoe UI Historic" panose="020B0502040204020203" pitchFamily="34" charset="0"/>
              </a:defRPr>
            </a:lvl1pPr>
            <a:lvl2pPr marL="161929"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2pPr>
            <a:lvl3pPr marL="333383"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3pPr>
            <a:lvl4pPr marL="476262"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4pPr>
            <a:lvl5pPr marL="666017"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mn-cs"/>
              </a:defRPr>
            </a:lvl5pPr>
            <a:lvl6pPr marL="2043113" indent="-185738" defTabSz="742950">
              <a:lnSpc>
                <a:spcPct val="90000"/>
              </a:lnSpc>
              <a:spcBef>
                <a:spcPts val="406"/>
              </a:spcBef>
              <a:buFont typeface="Arial" panose="020B0604020202020204" pitchFamily="34" charset="0"/>
              <a:buChar char="•"/>
              <a:defRPr sz="1463"/>
            </a:lvl6pPr>
            <a:lvl7pPr marL="2414588" indent="-185738" defTabSz="742950">
              <a:lnSpc>
                <a:spcPct val="90000"/>
              </a:lnSpc>
              <a:spcBef>
                <a:spcPts val="406"/>
              </a:spcBef>
              <a:buFont typeface="Arial" panose="020B0604020202020204" pitchFamily="34" charset="0"/>
              <a:buChar char="•"/>
              <a:defRPr sz="1463"/>
            </a:lvl7pPr>
            <a:lvl8pPr marL="2786063" indent="-185738" defTabSz="742950">
              <a:lnSpc>
                <a:spcPct val="90000"/>
              </a:lnSpc>
              <a:spcBef>
                <a:spcPts val="406"/>
              </a:spcBef>
              <a:buFont typeface="Arial" panose="020B0604020202020204" pitchFamily="34" charset="0"/>
              <a:buChar char="•"/>
              <a:defRPr sz="1463"/>
            </a:lvl8pPr>
            <a:lvl9pPr marL="3157538" indent="-185738" defTabSz="742950">
              <a:lnSpc>
                <a:spcPct val="90000"/>
              </a:lnSpc>
              <a:spcBef>
                <a:spcPts val="406"/>
              </a:spcBef>
              <a:buFont typeface="Arial" panose="020B0604020202020204" pitchFamily="34" charset="0"/>
              <a:buChar char="•"/>
              <a:defRPr sz="1463"/>
            </a:lvl9pPr>
          </a:lstStyle>
          <a:p>
            <a:pPr lvl="0" algn="just">
              <a:lnSpc>
                <a:spcPct val="150000"/>
              </a:lnSpc>
            </a:pPr>
            <a:r>
              <a:rPr lang="en-US" sz="900"/>
              <a:t>These materials have been prepared by Pareto Securities AS and/or its affiliates (together “Pareto”) exclusively for the benefit and internal use of the client named on the cover in order to indicate, on a preliminary basis, the feasibility of one or more potential transactions. The materials may not be used for any other purpose and may not be copied or disclosed, in whole or in part, to any third party without the prior written consent of Pareto.</a:t>
            </a:r>
          </a:p>
          <a:p>
            <a:pPr lvl="0" algn="just">
              <a:lnSpc>
                <a:spcPct val="150000"/>
              </a:lnSpc>
            </a:pPr>
            <a:r>
              <a:rPr lang="en-US" sz="900"/>
              <a:t>The materials contain information which has been sourced from third parties, without independent verification. The information reflects prevailing conditions and Pareto’s views as of the date of hereof, and may be subject to corrections and change at any time without notice. Pareto does not intend to, and the delivery of these materials shall not create any implication that Pareto assumes any obligation to, update or correct the materials.</a:t>
            </a:r>
          </a:p>
          <a:p>
            <a:pPr lvl="0" algn="just">
              <a:lnSpc>
                <a:spcPct val="150000"/>
              </a:lnSpc>
            </a:pPr>
            <a:r>
              <a:rPr lang="en-US" sz="900"/>
              <a:t>Pareto, its directors and employees or clients may have or have had positions in securities or other financial instruments referred to herein, and may at any time make purchases/sales of such securities or other financial instruments without notice. Pareto may have or have had or assume relationship(s) with or engagement(s) for or related to the relevant companies or matters referred to herein.</a:t>
            </a:r>
          </a:p>
          <a:p>
            <a:pPr lvl="0" algn="just">
              <a:lnSpc>
                <a:spcPct val="150000"/>
              </a:lnSpc>
            </a:pPr>
            <a:r>
              <a:rPr lang="en-US" sz="900"/>
              <a:t>The materials are not intended to be and should not replace or be construed as legal, tax, accounting or investment advice or a recommendation. No investment, divestment or other financial decisions or actions should be based solely on the material, and no representations or warranties are made as to the accuracy, correctness, reliability or completeness of the material or its contents. Neither Pareto, nor any of its affiliates, directors and employees accept any liability relating to or resulting from the reliance upon or the use of all or parts of the materials.</a:t>
            </a:r>
          </a:p>
        </p:txBody>
      </p:sp>
      <p:sp>
        <p:nvSpPr>
          <p:cNvPr id="16" name="TextBox 15">
            <a:extLst>
              <a:ext uri="{FF2B5EF4-FFF2-40B4-BE49-F238E27FC236}">
                <a16:creationId xmlns:a16="http://schemas.microsoft.com/office/drawing/2014/main" id="{FCCADF6F-1B7B-4115-B132-2EC94C8BBAF6}"/>
              </a:ext>
            </a:extLst>
          </p:cNvPr>
          <p:cNvSpPr txBox="1"/>
          <p:nvPr userDrawn="1"/>
        </p:nvSpPr>
        <p:spPr>
          <a:xfrm>
            <a:off x="311139" y="397327"/>
            <a:ext cx="5822793" cy="528222"/>
          </a:xfrm>
          <a:prstGeom prst="rect">
            <a:avLst/>
          </a:prstGeom>
          <a:noFill/>
        </p:spPr>
        <p:txBody>
          <a:bodyPr wrap="square" rtlCol="0">
            <a:spAutoFit/>
          </a:bodyPr>
          <a:lstStyle/>
          <a:p>
            <a:pPr marL="0" indent="0" algn="l">
              <a:buNone/>
            </a:pPr>
            <a:r>
              <a:rPr lang="en-US" sz="2600">
                <a:solidFill>
                  <a:schemeClr val="tx2"/>
                </a:solidFill>
                <a:latin typeface="+mj-lt"/>
              </a:rPr>
              <a:t>Important information</a:t>
            </a:r>
          </a:p>
        </p:txBody>
      </p:sp>
      <p:cxnSp>
        <p:nvCxnSpPr>
          <p:cNvPr id="8" name="Straight Connector 7">
            <a:extLst>
              <a:ext uri="{FF2B5EF4-FFF2-40B4-BE49-F238E27FC236}">
                <a16:creationId xmlns:a16="http://schemas.microsoft.com/office/drawing/2014/main" id="{DA6734D1-8C60-4281-90F5-CFA1F1BDED51}"/>
              </a:ext>
            </a:extLst>
          </p:cNvPr>
          <p:cNvCxnSpPr/>
          <p:nvPr userDrawn="1"/>
        </p:nvCxnSpPr>
        <p:spPr bwMode="auto">
          <a:xfrm>
            <a:off x="433424" y="369131"/>
            <a:ext cx="594000"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43682436"/>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information">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Rectangle 1">
            <a:extLst>
              <a:ext uri="{FF2B5EF4-FFF2-40B4-BE49-F238E27FC236}">
                <a16:creationId xmlns:a16="http://schemas.microsoft.com/office/drawing/2014/main" id="{CD40B253-BB6C-47B2-A0AE-E5070665CE94}"/>
              </a:ext>
            </a:extLst>
          </p:cNvPr>
          <p:cNvSpPr>
            <a:spLocks noChangeArrowheads="1"/>
          </p:cNvSpPr>
          <p:nvPr userDrawn="1"/>
        </p:nvSpPr>
        <p:spPr bwMode="auto">
          <a:xfrm>
            <a:off x="443079" y="1188000"/>
            <a:ext cx="1523209"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Oslo (Norway)</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err="1">
                <a:solidFill>
                  <a:srgbClr val="000000"/>
                </a:solidFill>
                <a:latin typeface="+mn-lt"/>
              </a:rPr>
              <a:t>Dronning</a:t>
            </a:r>
            <a:r>
              <a:rPr lang="en-US" sz="850" kern="1200" noProof="0">
                <a:solidFill>
                  <a:srgbClr val="000000"/>
                </a:solidFill>
                <a:latin typeface="+mn-lt"/>
              </a:rPr>
              <a:t> </a:t>
            </a:r>
            <a:r>
              <a:rPr lang="en-US" sz="850" kern="1200" noProof="0" err="1">
                <a:solidFill>
                  <a:srgbClr val="000000"/>
                </a:solidFill>
                <a:latin typeface="+mn-lt"/>
              </a:rPr>
              <a:t>Mauds</a:t>
            </a:r>
            <a:r>
              <a:rPr lang="en-US" sz="850" kern="1200" noProof="0">
                <a:solidFill>
                  <a:srgbClr val="000000"/>
                </a:solidFill>
                <a:latin typeface="+mn-lt"/>
              </a:rPr>
              <a:t> gate 3</a:t>
            </a:r>
          </a:p>
          <a:p>
            <a:pPr marL="266706" indent="-266706">
              <a:spcBef>
                <a:spcPct val="0"/>
              </a:spcBef>
              <a:spcAft>
                <a:spcPct val="0"/>
              </a:spcAft>
              <a:buClrTx/>
              <a:buNone/>
            </a:pPr>
            <a:r>
              <a:rPr lang="en-US" sz="850" kern="1200" noProof="0">
                <a:solidFill>
                  <a:srgbClr val="000000"/>
                </a:solidFill>
                <a:latin typeface="+mn-lt"/>
              </a:rPr>
              <a:t>PO Box 1411 </a:t>
            </a:r>
            <a:r>
              <a:rPr lang="en-US" sz="850" kern="1200" noProof="0" err="1">
                <a:solidFill>
                  <a:srgbClr val="000000"/>
                </a:solidFill>
                <a:latin typeface="+mn-lt"/>
              </a:rPr>
              <a:t>Vika</a:t>
            </a: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N-0115 Oslo </a:t>
            </a:r>
          </a:p>
          <a:p>
            <a:pPr marL="266706" indent="-266706">
              <a:spcBef>
                <a:spcPct val="0"/>
              </a:spcBef>
              <a:spcAft>
                <a:spcPct val="0"/>
              </a:spcAft>
              <a:buClrTx/>
              <a:buNone/>
            </a:pPr>
            <a:r>
              <a:rPr lang="en-US" sz="850" kern="1200" noProof="0">
                <a:solidFill>
                  <a:srgbClr val="000000"/>
                </a:solidFill>
                <a:latin typeface="+mn-lt"/>
              </a:rPr>
              <a:t>Norway</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+47 22 87 87 00</a:t>
            </a:r>
          </a:p>
        </p:txBody>
      </p:sp>
      <p:sp>
        <p:nvSpPr>
          <p:cNvPr id="3" name="Rectangle 2">
            <a:extLst>
              <a:ext uri="{FF2B5EF4-FFF2-40B4-BE49-F238E27FC236}">
                <a16:creationId xmlns:a16="http://schemas.microsoft.com/office/drawing/2014/main" id="{961ED4D8-5971-4F4F-9141-1AD41DE89C33}"/>
              </a:ext>
            </a:extLst>
          </p:cNvPr>
          <p:cNvSpPr>
            <a:spLocks noChangeArrowheads="1"/>
          </p:cNvSpPr>
          <p:nvPr userDrawn="1"/>
        </p:nvSpPr>
        <p:spPr bwMode="auto">
          <a:xfrm>
            <a:off x="2364382" y="1188000"/>
            <a:ext cx="152321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Stavanger (Norway)</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a:solidFill>
                  <a:srgbClr val="000000"/>
                </a:solidFill>
                <a:latin typeface="+mn-lt"/>
              </a:rPr>
              <a:t>Haakon VIIs gate 8</a:t>
            </a:r>
          </a:p>
          <a:p>
            <a:pPr marL="266706" indent="-266706">
              <a:spcBef>
                <a:spcPct val="0"/>
              </a:spcBef>
              <a:spcAft>
                <a:spcPct val="0"/>
              </a:spcAft>
              <a:buClrTx/>
              <a:buNone/>
            </a:pPr>
            <a:r>
              <a:rPr lang="en-US" sz="850" kern="1200" noProof="0">
                <a:solidFill>
                  <a:srgbClr val="000000"/>
                </a:solidFill>
                <a:latin typeface="+mn-lt"/>
              </a:rPr>
              <a:t>PO Box 163</a:t>
            </a:r>
          </a:p>
          <a:p>
            <a:pPr marL="266706" indent="-266706">
              <a:spcBef>
                <a:spcPct val="0"/>
              </a:spcBef>
              <a:spcAft>
                <a:spcPct val="0"/>
              </a:spcAft>
              <a:buClrTx/>
              <a:buNone/>
            </a:pPr>
            <a:r>
              <a:rPr lang="en-US" sz="850" kern="1200" noProof="0">
                <a:solidFill>
                  <a:srgbClr val="000000"/>
                </a:solidFill>
                <a:latin typeface="+mn-lt"/>
              </a:rPr>
              <a:t>N-4001 Stavanger</a:t>
            </a:r>
          </a:p>
          <a:p>
            <a:pPr marL="266706" indent="-266706">
              <a:spcBef>
                <a:spcPct val="0"/>
              </a:spcBef>
              <a:spcAft>
                <a:spcPct val="0"/>
              </a:spcAft>
              <a:buClrTx/>
              <a:buNone/>
            </a:pPr>
            <a:r>
              <a:rPr lang="en-US" sz="850" kern="1200" noProof="0">
                <a:solidFill>
                  <a:srgbClr val="000000"/>
                </a:solidFill>
                <a:latin typeface="+mn-lt"/>
              </a:rPr>
              <a:t>Norway</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+47 51 83 63 00</a:t>
            </a:r>
          </a:p>
        </p:txBody>
      </p:sp>
      <p:sp>
        <p:nvSpPr>
          <p:cNvPr id="4" name="Rectangle 3">
            <a:extLst>
              <a:ext uri="{FF2B5EF4-FFF2-40B4-BE49-F238E27FC236}">
                <a16:creationId xmlns:a16="http://schemas.microsoft.com/office/drawing/2014/main" id="{562696BC-8786-4ABA-8502-4A274537581C}"/>
              </a:ext>
            </a:extLst>
          </p:cNvPr>
          <p:cNvSpPr>
            <a:spLocks noChangeArrowheads="1"/>
          </p:cNvSpPr>
          <p:nvPr userDrawn="1"/>
        </p:nvSpPr>
        <p:spPr bwMode="auto">
          <a:xfrm>
            <a:off x="6029761" y="1188000"/>
            <a:ext cx="1611835"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Malmö (Sweden)</a:t>
            </a:r>
          </a:p>
          <a:p>
            <a:pPr marL="266706" indent="-266706">
              <a:spcBef>
                <a:spcPct val="0"/>
              </a:spcBef>
              <a:spcAft>
                <a:spcPct val="0"/>
              </a:spcAft>
              <a:buClrTx/>
              <a:buNone/>
            </a:pPr>
            <a:r>
              <a:rPr lang="en-US" sz="850" kern="1200" noProof="0">
                <a:solidFill>
                  <a:srgbClr val="000000"/>
                </a:solidFill>
                <a:latin typeface="+mn-lt"/>
              </a:rPr>
              <a:t>Pareto Securities AB</a:t>
            </a:r>
          </a:p>
          <a:p>
            <a:pPr marL="266706" indent="-266706">
              <a:spcBef>
                <a:spcPct val="0"/>
              </a:spcBef>
              <a:spcAft>
                <a:spcPct val="0"/>
              </a:spcAft>
              <a:buClrTx/>
              <a:buNone/>
            </a:pPr>
            <a:r>
              <a:rPr lang="en-US" sz="850" kern="1200" noProof="0">
                <a:solidFill>
                  <a:srgbClr val="000000"/>
                </a:solidFill>
                <a:latin typeface="+mn-lt"/>
              </a:rPr>
              <a:t>Stortorget 13</a:t>
            </a:r>
          </a:p>
          <a:p>
            <a:pPr marL="266706" indent="-266706">
              <a:spcBef>
                <a:spcPct val="0"/>
              </a:spcBef>
              <a:spcAft>
                <a:spcPct val="0"/>
              </a:spcAft>
              <a:buClrTx/>
              <a:buNone/>
            </a:pPr>
            <a:r>
              <a:rPr lang="en-US" sz="850" kern="1200" noProof="0">
                <a:solidFill>
                  <a:srgbClr val="000000"/>
                </a:solidFill>
                <a:latin typeface="+mn-lt"/>
              </a:rPr>
              <a:t>S-211 22 Malmö</a:t>
            </a:r>
          </a:p>
          <a:p>
            <a:pPr marL="266706" indent="-266706">
              <a:spcBef>
                <a:spcPct val="0"/>
              </a:spcBef>
              <a:spcAft>
                <a:spcPct val="0"/>
              </a:spcAft>
              <a:buClrTx/>
              <a:buNone/>
            </a:pPr>
            <a:r>
              <a:rPr lang="en-US" sz="850" kern="1200" noProof="0">
                <a:solidFill>
                  <a:srgbClr val="000000"/>
                </a:solidFill>
                <a:latin typeface="+mn-lt"/>
              </a:rPr>
              <a:t>Sweden</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+46 40 750 20</a:t>
            </a:r>
          </a:p>
        </p:txBody>
      </p:sp>
      <p:sp>
        <p:nvSpPr>
          <p:cNvPr id="5" name="Rectangle 4">
            <a:extLst>
              <a:ext uri="{FF2B5EF4-FFF2-40B4-BE49-F238E27FC236}">
                <a16:creationId xmlns:a16="http://schemas.microsoft.com/office/drawing/2014/main" id="{C42A0445-6F54-4B37-A3B1-1D934948F3A2}"/>
              </a:ext>
            </a:extLst>
          </p:cNvPr>
          <p:cNvSpPr>
            <a:spLocks noChangeArrowheads="1"/>
          </p:cNvSpPr>
          <p:nvPr userDrawn="1"/>
        </p:nvSpPr>
        <p:spPr bwMode="auto">
          <a:xfrm>
            <a:off x="4197072" y="1188000"/>
            <a:ext cx="152321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Stockholm (Sweden)</a:t>
            </a:r>
          </a:p>
          <a:p>
            <a:pPr marL="266706" indent="-266706">
              <a:spcBef>
                <a:spcPct val="0"/>
              </a:spcBef>
              <a:spcAft>
                <a:spcPct val="0"/>
              </a:spcAft>
              <a:buClrTx/>
              <a:buNone/>
            </a:pPr>
            <a:r>
              <a:rPr lang="en-US" sz="850" kern="1200" noProof="0">
                <a:solidFill>
                  <a:srgbClr val="000000"/>
                </a:solidFill>
                <a:latin typeface="+mn-lt"/>
              </a:rPr>
              <a:t>Pareto Securities AB</a:t>
            </a:r>
          </a:p>
          <a:p>
            <a:pPr marL="266706" indent="-266706">
              <a:spcBef>
                <a:spcPct val="0"/>
              </a:spcBef>
              <a:spcAft>
                <a:spcPct val="0"/>
              </a:spcAft>
              <a:buClrTx/>
              <a:buNone/>
            </a:pPr>
            <a:r>
              <a:rPr lang="en-US" sz="850" kern="1200" noProof="0" err="1">
                <a:solidFill>
                  <a:srgbClr val="000000"/>
                </a:solidFill>
                <a:latin typeface="+mn-lt"/>
              </a:rPr>
              <a:t>Berzelii</a:t>
            </a:r>
            <a:r>
              <a:rPr lang="en-US" sz="850" kern="1200" noProof="0">
                <a:solidFill>
                  <a:srgbClr val="000000"/>
                </a:solidFill>
                <a:latin typeface="+mn-lt"/>
              </a:rPr>
              <a:t> Park 9</a:t>
            </a:r>
          </a:p>
          <a:p>
            <a:pPr marL="266706" indent="-266706">
              <a:spcBef>
                <a:spcPct val="0"/>
              </a:spcBef>
              <a:spcAft>
                <a:spcPct val="0"/>
              </a:spcAft>
              <a:buClrTx/>
              <a:buNone/>
            </a:pPr>
            <a:r>
              <a:rPr lang="en-US" sz="850" kern="1200" noProof="0">
                <a:solidFill>
                  <a:srgbClr val="000000"/>
                </a:solidFill>
                <a:latin typeface="+mn-lt"/>
              </a:rPr>
              <a:t>PO Box 7415</a:t>
            </a:r>
          </a:p>
          <a:p>
            <a:pPr marL="266706" indent="-266706">
              <a:spcBef>
                <a:spcPct val="0"/>
              </a:spcBef>
              <a:spcAft>
                <a:spcPct val="0"/>
              </a:spcAft>
              <a:buClrTx/>
              <a:buNone/>
            </a:pPr>
            <a:r>
              <a:rPr lang="en-US" sz="850" kern="1200" noProof="0">
                <a:solidFill>
                  <a:srgbClr val="000000"/>
                </a:solidFill>
                <a:latin typeface="+mn-lt"/>
              </a:rPr>
              <a:t>S-103 91 Stockholm</a:t>
            </a:r>
          </a:p>
          <a:p>
            <a:pPr marL="266706" indent="-266706">
              <a:spcBef>
                <a:spcPct val="0"/>
              </a:spcBef>
              <a:spcAft>
                <a:spcPct val="0"/>
              </a:spcAft>
              <a:buClrTx/>
              <a:buNone/>
            </a:pPr>
            <a:r>
              <a:rPr lang="en-US" sz="850" kern="1200" noProof="0">
                <a:solidFill>
                  <a:srgbClr val="000000"/>
                </a:solidFill>
                <a:latin typeface="+mn-lt"/>
              </a:rPr>
              <a:t>Sweden</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+46 8 402 50 00</a:t>
            </a:r>
          </a:p>
        </p:txBody>
      </p:sp>
      <p:sp>
        <p:nvSpPr>
          <p:cNvPr id="6" name="Rectangle 5">
            <a:extLst>
              <a:ext uri="{FF2B5EF4-FFF2-40B4-BE49-F238E27FC236}">
                <a16:creationId xmlns:a16="http://schemas.microsoft.com/office/drawing/2014/main" id="{4E20EC70-BD9F-4403-8EA0-755D4100797B}"/>
              </a:ext>
            </a:extLst>
          </p:cNvPr>
          <p:cNvSpPr>
            <a:spLocks noChangeArrowheads="1"/>
          </p:cNvSpPr>
          <p:nvPr userDrawn="1"/>
        </p:nvSpPr>
        <p:spPr bwMode="auto">
          <a:xfrm>
            <a:off x="443079"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Helsinki (Finland)</a:t>
            </a:r>
          </a:p>
          <a:p>
            <a:pPr marL="266706" indent="-266706">
              <a:spcBef>
                <a:spcPct val="0"/>
              </a:spcBef>
              <a:spcAft>
                <a:spcPct val="0"/>
              </a:spcAft>
              <a:buClrTx/>
              <a:buNone/>
            </a:pPr>
            <a:r>
              <a:rPr lang="en-US" sz="850" kern="1200" noProof="0">
                <a:solidFill>
                  <a:srgbClr val="000000"/>
                </a:solidFill>
                <a:latin typeface="+mn-lt"/>
              </a:rPr>
              <a:t>Pareto Securities Oy</a:t>
            </a:r>
          </a:p>
          <a:p>
            <a:pPr marL="266706" indent="-266706">
              <a:spcBef>
                <a:spcPct val="0"/>
              </a:spcBef>
              <a:spcAft>
                <a:spcPct val="0"/>
              </a:spcAft>
              <a:buClrTx/>
              <a:buNone/>
            </a:pPr>
            <a:r>
              <a:rPr lang="en-US" sz="850" kern="1200" noProof="0" err="1">
                <a:solidFill>
                  <a:srgbClr val="000000"/>
                </a:solidFill>
                <a:latin typeface="+mn-lt"/>
                <a:cs typeface="+mn-cs"/>
              </a:rPr>
              <a:t>Aleksanterinkatu</a:t>
            </a:r>
            <a:r>
              <a:rPr lang="en-US" sz="850" kern="1200" noProof="0">
                <a:solidFill>
                  <a:srgbClr val="000000"/>
                </a:solidFill>
                <a:latin typeface="+mn-lt"/>
                <a:cs typeface="+mn-cs"/>
              </a:rPr>
              <a:t> 44, </a:t>
            </a:r>
          </a:p>
          <a:p>
            <a:pPr marL="266706" indent="-266706">
              <a:spcBef>
                <a:spcPct val="0"/>
              </a:spcBef>
              <a:spcAft>
                <a:spcPct val="0"/>
              </a:spcAft>
              <a:buClrTx/>
              <a:buNone/>
            </a:pPr>
            <a:r>
              <a:rPr lang="en-US" sz="850" kern="1200" noProof="0">
                <a:solidFill>
                  <a:srgbClr val="000000"/>
                </a:solidFill>
                <a:latin typeface="+mn-lt"/>
                <a:cs typeface="+mn-cs"/>
              </a:rPr>
              <a:t>3</a:t>
            </a:r>
            <a:r>
              <a:rPr lang="en-US" sz="850" kern="1200" baseline="30000" noProof="0">
                <a:solidFill>
                  <a:srgbClr val="000000"/>
                </a:solidFill>
                <a:latin typeface="+mn-lt"/>
                <a:cs typeface="+mn-cs"/>
              </a:rPr>
              <a:t>rd</a:t>
            </a:r>
            <a:r>
              <a:rPr lang="en-US" sz="850" kern="1200" noProof="0">
                <a:solidFill>
                  <a:srgbClr val="000000"/>
                </a:solidFill>
                <a:latin typeface="+mn-lt"/>
                <a:cs typeface="+mn-cs"/>
              </a:rPr>
              <a:t> floor</a:t>
            </a:r>
            <a:endParaRPr lang="en-US" sz="850" kern="1200" noProof="0">
              <a:solidFill>
                <a:srgbClr val="FF0000"/>
              </a:solidFill>
              <a:latin typeface="+mn-lt"/>
            </a:endParaRPr>
          </a:p>
          <a:p>
            <a:pPr marL="266706" indent="-266706">
              <a:spcBef>
                <a:spcPct val="0"/>
              </a:spcBef>
              <a:spcAft>
                <a:spcPct val="0"/>
              </a:spcAft>
              <a:buClrTx/>
              <a:buNone/>
            </a:pPr>
            <a:r>
              <a:rPr lang="en-US" sz="850" kern="1200" noProof="0">
                <a:solidFill>
                  <a:srgbClr val="000000"/>
                </a:solidFill>
                <a:latin typeface="+mn-lt"/>
              </a:rPr>
              <a:t>FI-00100 Helsinki</a:t>
            </a:r>
          </a:p>
          <a:p>
            <a:pPr marL="266706" indent="-266706">
              <a:spcBef>
                <a:spcPct val="0"/>
              </a:spcBef>
              <a:spcAft>
                <a:spcPct val="0"/>
              </a:spcAft>
              <a:buClrTx/>
              <a:buNone/>
            </a:pPr>
            <a:r>
              <a:rPr lang="en-US" sz="850" kern="1200" noProof="0">
                <a:solidFill>
                  <a:srgbClr val="000000"/>
                </a:solidFill>
                <a:latin typeface="+mn-lt"/>
              </a:rPr>
              <a:t>Finland</a:t>
            </a:r>
            <a:endParaRPr lang="en-US" sz="850" kern="1200" noProof="0">
              <a:solidFill>
                <a:srgbClr val="FF0000"/>
              </a:solidFill>
              <a:latin typeface="+mn-lt"/>
            </a:endParaRPr>
          </a:p>
          <a:p>
            <a:pPr marL="266706" indent="-266706">
              <a:spcBef>
                <a:spcPct val="0"/>
              </a:spcBef>
              <a:spcAft>
                <a:spcPct val="0"/>
              </a:spcAft>
              <a:buClrTx/>
              <a:buNone/>
            </a:pPr>
            <a:endParaRPr lang="en-US" sz="850" kern="1200" noProof="0">
              <a:solidFill>
                <a:srgbClr val="FF0000"/>
              </a:solidFill>
              <a:latin typeface="+mn-lt"/>
            </a:endParaRPr>
          </a:p>
          <a:p>
            <a:pPr marL="266706" indent="-266706">
              <a:spcBef>
                <a:spcPct val="0"/>
              </a:spcBef>
              <a:spcAft>
                <a:spcPct val="0"/>
              </a:spcAft>
              <a:buClrTx/>
              <a:buNone/>
            </a:pPr>
            <a:r>
              <a:rPr lang="en-US" sz="850" kern="1200" noProof="0">
                <a:solidFill>
                  <a:srgbClr val="000000"/>
                </a:solidFill>
                <a:latin typeface="+mn-lt"/>
              </a:rPr>
              <a:t>+358 9 8866 6000</a:t>
            </a:r>
          </a:p>
        </p:txBody>
      </p:sp>
      <p:sp>
        <p:nvSpPr>
          <p:cNvPr id="7" name="Rectangle 6">
            <a:extLst>
              <a:ext uri="{FF2B5EF4-FFF2-40B4-BE49-F238E27FC236}">
                <a16:creationId xmlns:a16="http://schemas.microsoft.com/office/drawing/2014/main" id="{E67BB18E-67BB-4071-A4CB-5EFEE9335BC1}"/>
              </a:ext>
            </a:extLst>
          </p:cNvPr>
          <p:cNvSpPr>
            <a:spLocks noChangeArrowheads="1"/>
          </p:cNvSpPr>
          <p:nvPr userDrawn="1"/>
        </p:nvSpPr>
        <p:spPr bwMode="auto">
          <a:xfrm>
            <a:off x="7951066" y="1188000"/>
            <a:ext cx="170465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Copenhagen (Denmark)</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a:solidFill>
                  <a:srgbClr val="000000"/>
                </a:solidFill>
                <a:latin typeface="+mn-lt"/>
              </a:rPr>
              <a:t>Copenhagen Branch</a:t>
            </a:r>
          </a:p>
          <a:p>
            <a:pPr marL="266706" indent="-266706">
              <a:spcBef>
                <a:spcPct val="0"/>
              </a:spcBef>
              <a:spcAft>
                <a:spcPct val="0"/>
              </a:spcAft>
              <a:buClrTx/>
              <a:buNone/>
            </a:pPr>
            <a:r>
              <a:rPr lang="en-US" sz="850" kern="1200" noProof="0">
                <a:solidFill>
                  <a:srgbClr val="000000"/>
                </a:solidFill>
                <a:latin typeface="+mn-lt"/>
              </a:rPr>
              <a:t>Sankt </a:t>
            </a:r>
            <a:r>
              <a:rPr lang="en-US" sz="850" kern="1200" noProof="0" err="1">
                <a:solidFill>
                  <a:srgbClr val="000000"/>
                </a:solidFill>
                <a:latin typeface="+mn-lt"/>
              </a:rPr>
              <a:t>Annæ</a:t>
            </a:r>
            <a:r>
              <a:rPr lang="en-US" sz="850" kern="1200" noProof="0">
                <a:solidFill>
                  <a:srgbClr val="000000"/>
                </a:solidFill>
                <a:latin typeface="+mn-lt"/>
              </a:rPr>
              <a:t> </a:t>
            </a:r>
            <a:r>
              <a:rPr lang="en-US" sz="850" kern="1200" noProof="0" err="1">
                <a:solidFill>
                  <a:srgbClr val="000000"/>
                </a:solidFill>
                <a:latin typeface="+mn-lt"/>
              </a:rPr>
              <a:t>Plads</a:t>
            </a:r>
            <a:r>
              <a:rPr lang="en-US" sz="850" kern="1200" noProof="0">
                <a:solidFill>
                  <a:srgbClr val="000000"/>
                </a:solidFill>
                <a:latin typeface="+mn-lt"/>
              </a:rPr>
              <a:t> 13</a:t>
            </a:r>
          </a:p>
          <a:p>
            <a:pPr marL="266706" indent="-266706">
              <a:spcBef>
                <a:spcPct val="0"/>
              </a:spcBef>
              <a:spcAft>
                <a:spcPct val="0"/>
              </a:spcAft>
              <a:buClrTx/>
              <a:buNone/>
            </a:pPr>
            <a:r>
              <a:rPr lang="en-US" sz="850" kern="1200" noProof="0">
                <a:solidFill>
                  <a:srgbClr val="000000"/>
                </a:solidFill>
                <a:latin typeface="+mn-lt"/>
              </a:rPr>
              <a:t>DK-1250 Copenhagen</a:t>
            </a:r>
          </a:p>
          <a:p>
            <a:pPr marL="266706" indent="-266706">
              <a:spcBef>
                <a:spcPct val="0"/>
              </a:spcBef>
              <a:spcAft>
                <a:spcPct val="0"/>
              </a:spcAft>
              <a:buClrTx/>
              <a:buNone/>
            </a:pPr>
            <a:r>
              <a:rPr lang="en-US" sz="850" kern="1200" noProof="0">
                <a:solidFill>
                  <a:srgbClr val="000000"/>
                </a:solidFill>
                <a:latin typeface="+mn-lt"/>
              </a:rPr>
              <a:t>Denmark</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+45 78 73 48 00</a:t>
            </a:r>
          </a:p>
        </p:txBody>
      </p:sp>
      <p:sp>
        <p:nvSpPr>
          <p:cNvPr id="8" name="Rectangle 7">
            <a:extLst>
              <a:ext uri="{FF2B5EF4-FFF2-40B4-BE49-F238E27FC236}">
                <a16:creationId xmlns:a16="http://schemas.microsoft.com/office/drawing/2014/main" id="{771E400F-EA7C-46F6-A3E4-BF012B05C5CD}"/>
              </a:ext>
            </a:extLst>
          </p:cNvPr>
          <p:cNvSpPr>
            <a:spLocks noChangeArrowheads="1"/>
          </p:cNvSpPr>
          <p:nvPr userDrawn="1"/>
        </p:nvSpPr>
        <p:spPr bwMode="auto">
          <a:xfrm>
            <a:off x="4197072" y="4572000"/>
            <a:ext cx="1922369"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Perth (Australia)</a:t>
            </a:r>
          </a:p>
          <a:p>
            <a:pPr marL="266706" indent="-266706">
              <a:spcBef>
                <a:spcPct val="0"/>
              </a:spcBef>
              <a:spcAft>
                <a:spcPct val="0"/>
              </a:spcAft>
              <a:buClrTx/>
              <a:buNone/>
            </a:pPr>
            <a:r>
              <a:rPr lang="en-US" sz="850" kern="1200" noProof="0">
                <a:solidFill>
                  <a:srgbClr val="000000"/>
                </a:solidFill>
                <a:latin typeface="+mn-lt"/>
              </a:rPr>
              <a:t>Pareto Securities Pty Ltd</a:t>
            </a:r>
          </a:p>
          <a:p>
            <a:pPr marL="0" indent="0">
              <a:spcBef>
                <a:spcPct val="0"/>
              </a:spcBef>
              <a:spcAft>
                <a:spcPct val="0"/>
              </a:spcAft>
              <a:buClrTx/>
              <a:buNone/>
            </a:pPr>
            <a:r>
              <a:rPr lang="en-US" sz="850" kern="1200" noProof="0">
                <a:solidFill>
                  <a:srgbClr val="000000"/>
                </a:solidFill>
                <a:latin typeface="+mn-lt"/>
              </a:rPr>
              <a:t>Level 11</a:t>
            </a:r>
          </a:p>
          <a:p>
            <a:pPr marL="0" indent="0">
              <a:spcBef>
                <a:spcPct val="0"/>
              </a:spcBef>
              <a:spcAft>
                <a:spcPct val="0"/>
              </a:spcAft>
              <a:buClrTx/>
              <a:buNone/>
            </a:pPr>
            <a:r>
              <a:rPr lang="en-US" sz="850" kern="1200" noProof="0">
                <a:solidFill>
                  <a:srgbClr val="000000"/>
                </a:solidFill>
                <a:latin typeface="+mn-lt"/>
              </a:rPr>
              <a:t>216 St Georges </a:t>
            </a:r>
            <a:r>
              <a:rPr lang="en-US" sz="850" kern="1200" noProof="0" err="1">
                <a:solidFill>
                  <a:srgbClr val="000000"/>
                </a:solidFill>
                <a:latin typeface="+mn-lt"/>
              </a:rPr>
              <a:t>Tce</a:t>
            </a:r>
            <a:endParaRPr lang="en-US" sz="850" kern="1200" noProof="0">
              <a:solidFill>
                <a:srgbClr val="000000"/>
              </a:solidFill>
              <a:latin typeface="+mn-lt"/>
            </a:endParaRPr>
          </a:p>
          <a:p>
            <a:pPr marL="0" indent="0">
              <a:spcBef>
                <a:spcPct val="0"/>
              </a:spcBef>
              <a:spcAft>
                <a:spcPct val="0"/>
              </a:spcAft>
              <a:buClrTx/>
              <a:buNone/>
            </a:pPr>
            <a:r>
              <a:rPr lang="en-US" sz="850" kern="1200" noProof="0">
                <a:solidFill>
                  <a:srgbClr val="000000"/>
                </a:solidFill>
                <a:latin typeface="+mn-lt"/>
              </a:rPr>
              <a:t>Perth, Western Australia 6000</a:t>
            </a:r>
          </a:p>
          <a:p>
            <a:pPr marL="0" indent="0">
              <a:spcBef>
                <a:spcPct val="0"/>
              </a:spcBef>
              <a:spcAft>
                <a:spcPct val="0"/>
              </a:spcAft>
              <a:buClrTx/>
              <a:buNone/>
            </a:pPr>
            <a:r>
              <a:rPr lang="en-US" sz="850" kern="1200" noProof="0">
                <a:solidFill>
                  <a:srgbClr val="000000"/>
                </a:solidFill>
                <a:latin typeface="+mn-lt"/>
              </a:rPr>
              <a:t>Australia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+61 8 6277 0102</a:t>
            </a:r>
          </a:p>
        </p:txBody>
      </p:sp>
      <p:sp>
        <p:nvSpPr>
          <p:cNvPr id="24" name="Rectangle 23">
            <a:extLst>
              <a:ext uri="{FF2B5EF4-FFF2-40B4-BE49-F238E27FC236}">
                <a16:creationId xmlns:a16="http://schemas.microsoft.com/office/drawing/2014/main" id="{702C6AB9-DEA6-4D87-B86D-B869583FAA1E}"/>
              </a:ext>
            </a:extLst>
          </p:cNvPr>
          <p:cNvSpPr>
            <a:spLocks noChangeArrowheads="1"/>
          </p:cNvSpPr>
          <p:nvPr userDrawn="1"/>
        </p:nvSpPr>
        <p:spPr bwMode="auto">
          <a:xfrm>
            <a:off x="7951067" y="2880000"/>
            <a:ext cx="1845552"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Singapore</a:t>
            </a:r>
          </a:p>
          <a:p>
            <a:pPr marL="266706" indent="-266706">
              <a:spcBef>
                <a:spcPct val="0"/>
              </a:spcBef>
              <a:spcAft>
                <a:spcPct val="0"/>
              </a:spcAft>
              <a:buClrTx/>
              <a:buNone/>
            </a:pPr>
            <a:r>
              <a:rPr lang="en-US" sz="850" kern="1200" noProof="0">
                <a:solidFill>
                  <a:srgbClr val="000000"/>
                </a:solidFill>
                <a:latin typeface="+mn-lt"/>
              </a:rPr>
              <a:t>Pareto Securities Pte Ltd</a:t>
            </a:r>
          </a:p>
          <a:p>
            <a:pPr marL="266706" indent="-266706">
              <a:spcBef>
                <a:spcPct val="0"/>
              </a:spcBef>
              <a:spcAft>
                <a:spcPct val="0"/>
              </a:spcAft>
              <a:buClrTx/>
              <a:buNone/>
            </a:pPr>
            <a:r>
              <a:rPr lang="en-US" sz="850" kern="1200" noProof="0">
                <a:solidFill>
                  <a:srgbClr val="000000"/>
                </a:solidFill>
                <a:latin typeface="+mn-lt"/>
              </a:rPr>
              <a:t>16 Collyer Quay #27-02</a:t>
            </a:r>
          </a:p>
          <a:p>
            <a:pPr marL="266706" indent="-266706">
              <a:spcBef>
                <a:spcPct val="0"/>
              </a:spcBef>
              <a:spcAft>
                <a:spcPct val="0"/>
              </a:spcAft>
              <a:buClrTx/>
              <a:buNone/>
            </a:pPr>
            <a:r>
              <a:rPr lang="en-US" sz="850" kern="1200" noProof="0">
                <a:solidFill>
                  <a:srgbClr val="000000"/>
                </a:solidFill>
                <a:latin typeface="+mn-lt"/>
              </a:rPr>
              <a:t>Income at Raffles</a:t>
            </a:r>
          </a:p>
          <a:p>
            <a:pPr marL="266706" indent="-266706">
              <a:spcBef>
                <a:spcPct val="0"/>
              </a:spcBef>
              <a:spcAft>
                <a:spcPct val="0"/>
              </a:spcAft>
              <a:buClrTx/>
              <a:buNone/>
            </a:pPr>
            <a:r>
              <a:rPr lang="en-US" sz="850" kern="1200" noProof="0">
                <a:solidFill>
                  <a:srgbClr val="000000"/>
                </a:solidFill>
                <a:latin typeface="+mn-lt"/>
              </a:rPr>
              <a:t>Singapore</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+65 6408 9800</a:t>
            </a:r>
          </a:p>
        </p:txBody>
      </p:sp>
      <p:sp>
        <p:nvSpPr>
          <p:cNvPr id="26" name="Rectangle 25">
            <a:extLst>
              <a:ext uri="{FF2B5EF4-FFF2-40B4-BE49-F238E27FC236}">
                <a16:creationId xmlns:a16="http://schemas.microsoft.com/office/drawing/2014/main" id="{433C775A-F489-4F50-AA27-653EAB186E7B}"/>
              </a:ext>
            </a:extLst>
          </p:cNvPr>
          <p:cNvSpPr>
            <a:spLocks noChangeArrowheads="1"/>
          </p:cNvSpPr>
          <p:nvPr userDrawn="1"/>
        </p:nvSpPr>
        <p:spPr bwMode="auto">
          <a:xfrm>
            <a:off x="2364382" y="2880000"/>
            <a:ext cx="1611838"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London (UK)</a:t>
            </a:r>
          </a:p>
          <a:p>
            <a:pPr marL="266706" indent="-266706">
              <a:spcBef>
                <a:spcPct val="0"/>
              </a:spcBef>
              <a:spcAft>
                <a:spcPct val="0"/>
              </a:spcAft>
              <a:buClrTx/>
              <a:buNone/>
            </a:pPr>
            <a:r>
              <a:rPr lang="en-US" sz="850" kern="1200" noProof="0">
                <a:solidFill>
                  <a:srgbClr val="000000"/>
                </a:solidFill>
                <a:latin typeface="+mn-lt"/>
              </a:rPr>
              <a:t>Pareto Securities Ltd</a:t>
            </a:r>
          </a:p>
          <a:p>
            <a:pPr marL="266706" indent="-266706">
              <a:spcBef>
                <a:spcPct val="0"/>
              </a:spcBef>
              <a:spcAft>
                <a:spcPct val="0"/>
              </a:spcAft>
              <a:buClrTx/>
              <a:buNone/>
            </a:pPr>
            <a:r>
              <a:rPr lang="en-US" sz="850" kern="1200" noProof="0">
                <a:solidFill>
                  <a:srgbClr val="000000"/>
                </a:solidFill>
                <a:latin typeface="+mn-lt"/>
              </a:rPr>
              <a:t>11 Berkeley Street</a:t>
            </a:r>
          </a:p>
          <a:p>
            <a:pPr marL="266706" indent="-266706">
              <a:spcBef>
                <a:spcPct val="0"/>
              </a:spcBef>
              <a:spcAft>
                <a:spcPct val="0"/>
              </a:spcAft>
              <a:buClrTx/>
              <a:buNone/>
            </a:pPr>
            <a:r>
              <a:rPr lang="en-US" sz="850" kern="1200" noProof="0">
                <a:solidFill>
                  <a:srgbClr val="000000"/>
                </a:solidFill>
                <a:latin typeface="+mn-lt"/>
              </a:rPr>
              <a:t>London W1J 8DS</a:t>
            </a:r>
          </a:p>
          <a:p>
            <a:pPr marL="266706" indent="-266706">
              <a:spcBef>
                <a:spcPct val="0"/>
              </a:spcBef>
              <a:spcAft>
                <a:spcPct val="0"/>
              </a:spcAft>
              <a:buClrTx/>
              <a:buNone/>
            </a:pPr>
            <a:r>
              <a:rPr lang="en-US" sz="850" kern="1200" noProof="0">
                <a:solidFill>
                  <a:srgbClr val="000000"/>
                </a:solidFill>
                <a:latin typeface="+mn-lt"/>
              </a:rPr>
              <a:t>United Kingdom</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+44 (0) 20 7786 4370</a:t>
            </a:r>
          </a:p>
        </p:txBody>
      </p:sp>
      <p:sp>
        <p:nvSpPr>
          <p:cNvPr id="28" name="Rectangle 27">
            <a:extLst>
              <a:ext uri="{FF2B5EF4-FFF2-40B4-BE49-F238E27FC236}">
                <a16:creationId xmlns:a16="http://schemas.microsoft.com/office/drawing/2014/main" id="{81BBC2E1-96B3-4961-A85C-BA9D5CE6CEB0}"/>
              </a:ext>
            </a:extLst>
          </p:cNvPr>
          <p:cNvSpPr>
            <a:spLocks noChangeArrowheads="1"/>
          </p:cNvSpPr>
          <p:nvPr userDrawn="1"/>
        </p:nvSpPr>
        <p:spPr bwMode="auto">
          <a:xfrm>
            <a:off x="443077" y="4573056"/>
            <a:ext cx="151662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New York (US)</a:t>
            </a:r>
          </a:p>
          <a:p>
            <a:pPr marL="266706" indent="-266706">
              <a:spcBef>
                <a:spcPct val="0"/>
              </a:spcBef>
              <a:spcAft>
                <a:spcPct val="0"/>
              </a:spcAft>
              <a:buClrTx/>
              <a:buNone/>
            </a:pPr>
            <a:r>
              <a:rPr lang="en-US" sz="850" kern="1200" noProof="0">
                <a:solidFill>
                  <a:srgbClr val="000000"/>
                </a:solidFill>
                <a:latin typeface="+mn-lt"/>
              </a:rPr>
              <a:t>Pareto Securities Inc</a:t>
            </a:r>
          </a:p>
          <a:p>
            <a:pPr marL="0" indent="0">
              <a:spcBef>
                <a:spcPct val="0"/>
              </a:spcBef>
              <a:spcAft>
                <a:spcPct val="0"/>
              </a:spcAft>
              <a:buClrTx/>
              <a:buNone/>
            </a:pPr>
            <a:r>
              <a:rPr lang="en-US" sz="850" kern="1200" noProof="0">
                <a:solidFill>
                  <a:srgbClr val="000000"/>
                </a:solidFill>
                <a:latin typeface="+mn-lt"/>
              </a:rPr>
              <a:t>150 East 52</a:t>
            </a:r>
            <a:r>
              <a:rPr lang="en-US" sz="850" kern="1200" baseline="30000" noProof="0">
                <a:solidFill>
                  <a:srgbClr val="000000"/>
                </a:solidFill>
                <a:latin typeface="+mn-lt"/>
              </a:rPr>
              <a:t>nd</a:t>
            </a:r>
            <a:r>
              <a:rPr lang="en-US" sz="850" kern="1200" noProof="0">
                <a:solidFill>
                  <a:srgbClr val="000000"/>
                </a:solidFill>
                <a:latin typeface="+mn-lt"/>
              </a:rPr>
              <a:t> Street, </a:t>
            </a:r>
            <a:br>
              <a:rPr lang="en-US" sz="850" kern="1200" noProof="0">
                <a:solidFill>
                  <a:srgbClr val="000000"/>
                </a:solidFill>
                <a:latin typeface="+mn-lt"/>
              </a:rPr>
            </a:br>
            <a:r>
              <a:rPr lang="en-US" sz="850" kern="1200" noProof="0">
                <a:solidFill>
                  <a:srgbClr val="000000"/>
                </a:solidFill>
                <a:latin typeface="+mn-lt"/>
              </a:rPr>
              <a:t>29</a:t>
            </a:r>
            <a:r>
              <a:rPr lang="en-US" sz="850" kern="1200" baseline="30000" noProof="0">
                <a:solidFill>
                  <a:srgbClr val="000000"/>
                </a:solidFill>
                <a:latin typeface="+mn-lt"/>
              </a:rPr>
              <a:t>th</a:t>
            </a:r>
            <a:r>
              <a:rPr lang="en-US" sz="850" kern="1200" noProof="0">
                <a:solidFill>
                  <a:srgbClr val="000000"/>
                </a:solidFill>
                <a:latin typeface="+mn-lt"/>
              </a:rPr>
              <a:t> floor</a:t>
            </a:r>
          </a:p>
          <a:p>
            <a:pPr marL="266706" indent="-266706">
              <a:spcBef>
                <a:spcPct val="0"/>
              </a:spcBef>
              <a:spcAft>
                <a:spcPct val="0"/>
              </a:spcAft>
              <a:buClrTx/>
              <a:buNone/>
            </a:pPr>
            <a:r>
              <a:rPr lang="en-US" sz="850" kern="1200" noProof="0">
                <a:solidFill>
                  <a:srgbClr val="000000"/>
                </a:solidFill>
                <a:latin typeface="+mn-lt"/>
              </a:rPr>
              <a:t>New York,  NY 10022</a:t>
            </a:r>
          </a:p>
          <a:p>
            <a:pPr marL="266706" indent="-266706">
              <a:spcBef>
                <a:spcPct val="0"/>
              </a:spcBef>
              <a:spcAft>
                <a:spcPct val="0"/>
              </a:spcAft>
              <a:buClrTx/>
              <a:buNone/>
            </a:pPr>
            <a:r>
              <a:rPr lang="en-US" sz="850" kern="1200" noProof="0">
                <a:solidFill>
                  <a:srgbClr val="000000"/>
                </a:solidFill>
                <a:latin typeface="+mn-lt"/>
              </a:rPr>
              <a:t>USA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+1 212 829 4298</a:t>
            </a:r>
          </a:p>
        </p:txBody>
      </p:sp>
      <p:sp>
        <p:nvSpPr>
          <p:cNvPr id="30" name="Rectangle 29">
            <a:extLst>
              <a:ext uri="{FF2B5EF4-FFF2-40B4-BE49-F238E27FC236}">
                <a16:creationId xmlns:a16="http://schemas.microsoft.com/office/drawing/2014/main" id="{5EC44F46-68CE-41A9-AA65-20EF75A96654}"/>
              </a:ext>
            </a:extLst>
          </p:cNvPr>
          <p:cNvSpPr>
            <a:spLocks noChangeArrowheads="1"/>
          </p:cNvSpPr>
          <p:nvPr userDrawn="1"/>
        </p:nvSpPr>
        <p:spPr bwMode="auto">
          <a:xfrm>
            <a:off x="2364382" y="4572000"/>
            <a:ext cx="1611838"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Houston (US)</a:t>
            </a:r>
          </a:p>
          <a:p>
            <a:pPr marL="266706" indent="-266706">
              <a:spcBef>
                <a:spcPct val="0"/>
              </a:spcBef>
              <a:spcAft>
                <a:spcPct val="0"/>
              </a:spcAft>
              <a:buClrTx/>
              <a:buNone/>
            </a:pPr>
            <a:r>
              <a:rPr lang="en-US" sz="850" kern="1200" noProof="0">
                <a:solidFill>
                  <a:srgbClr val="000000"/>
                </a:solidFill>
                <a:latin typeface="+mn-lt"/>
              </a:rPr>
              <a:t>Pareto Securities Inc</a:t>
            </a:r>
          </a:p>
          <a:p>
            <a:pPr marL="0" indent="0">
              <a:spcBef>
                <a:spcPct val="0"/>
              </a:spcBef>
              <a:spcAft>
                <a:spcPct val="0"/>
              </a:spcAft>
              <a:buClrTx/>
              <a:buNone/>
            </a:pPr>
            <a:r>
              <a:rPr lang="en-US" sz="850" kern="1200" noProof="0">
                <a:solidFill>
                  <a:srgbClr val="000000"/>
                </a:solidFill>
                <a:latin typeface="+mn-lt"/>
              </a:rPr>
              <a:t>8 Greenway Plaza, </a:t>
            </a:r>
            <a:br>
              <a:rPr lang="en-US" sz="850" kern="1200" noProof="0">
                <a:solidFill>
                  <a:srgbClr val="000000"/>
                </a:solidFill>
                <a:latin typeface="+mn-lt"/>
              </a:rPr>
            </a:br>
            <a:r>
              <a:rPr lang="en-US" sz="850" kern="1200" noProof="0">
                <a:solidFill>
                  <a:srgbClr val="000000"/>
                </a:solidFill>
                <a:latin typeface="+mn-lt"/>
              </a:rPr>
              <a:t>Suite 818</a:t>
            </a:r>
          </a:p>
          <a:p>
            <a:pPr marL="266706" indent="-266706">
              <a:spcBef>
                <a:spcPct val="0"/>
              </a:spcBef>
              <a:spcAft>
                <a:spcPct val="0"/>
              </a:spcAft>
              <a:buClrTx/>
              <a:buNone/>
            </a:pPr>
            <a:r>
              <a:rPr lang="en-US" sz="850" kern="1200" noProof="0">
                <a:solidFill>
                  <a:srgbClr val="000000"/>
                </a:solidFill>
                <a:latin typeface="+mn-lt"/>
              </a:rPr>
              <a:t>Houston, TX 77046</a:t>
            </a:r>
          </a:p>
          <a:p>
            <a:pPr marL="266706" indent="-266706">
              <a:spcBef>
                <a:spcPct val="0"/>
              </a:spcBef>
              <a:spcAft>
                <a:spcPct val="0"/>
              </a:spcAft>
              <a:buClrTx/>
              <a:buNone/>
            </a:pPr>
            <a:r>
              <a:rPr lang="en-US" sz="850" kern="1200" noProof="0">
                <a:solidFill>
                  <a:srgbClr val="000000"/>
                </a:solidFill>
                <a:latin typeface="+mn-lt"/>
              </a:rPr>
              <a:t>USA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+1 832 831 1895</a:t>
            </a:r>
          </a:p>
        </p:txBody>
      </p:sp>
      <p:sp>
        <p:nvSpPr>
          <p:cNvPr id="32" name="Rectangle 31">
            <a:extLst>
              <a:ext uri="{FF2B5EF4-FFF2-40B4-BE49-F238E27FC236}">
                <a16:creationId xmlns:a16="http://schemas.microsoft.com/office/drawing/2014/main" id="{90D0CA05-25A0-4460-85EE-C3BD8C30AF43}"/>
              </a:ext>
            </a:extLst>
          </p:cNvPr>
          <p:cNvSpPr>
            <a:spLocks noChangeArrowheads="1"/>
          </p:cNvSpPr>
          <p:nvPr userDrawn="1"/>
        </p:nvSpPr>
        <p:spPr bwMode="auto">
          <a:xfrm>
            <a:off x="4197072"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Zürich (Switzerland)</a:t>
            </a:r>
          </a:p>
          <a:p>
            <a:pPr marL="266706" indent="-266706">
              <a:spcBef>
                <a:spcPct val="0"/>
              </a:spcBef>
              <a:spcAft>
                <a:spcPct val="0"/>
              </a:spcAft>
              <a:buClrTx/>
              <a:buNone/>
            </a:pPr>
            <a:r>
              <a:rPr lang="en-US" sz="850" b="0" kern="1200" noProof="0">
                <a:solidFill>
                  <a:srgbClr val="000000"/>
                </a:solidFill>
                <a:latin typeface="+mn-lt"/>
              </a:rPr>
              <a:t>Pareto Securities AG</a:t>
            </a:r>
          </a:p>
          <a:p>
            <a:pPr marL="266706" indent="-266706">
              <a:spcBef>
                <a:spcPct val="0"/>
              </a:spcBef>
              <a:spcAft>
                <a:spcPct val="0"/>
              </a:spcAft>
              <a:buClrTx/>
              <a:buNone/>
            </a:pPr>
            <a:r>
              <a:rPr lang="en-US" sz="850" b="0" kern="1200" noProof="0" err="1">
                <a:solidFill>
                  <a:srgbClr val="000000"/>
                </a:solidFill>
                <a:latin typeface="+mn-lt"/>
              </a:rPr>
              <a:t>Rennweg</a:t>
            </a:r>
            <a:r>
              <a:rPr lang="en-US" sz="850" b="0" kern="1200" noProof="0">
                <a:solidFill>
                  <a:srgbClr val="000000"/>
                </a:solidFill>
                <a:latin typeface="+mn-lt"/>
              </a:rPr>
              <a:t> 57</a:t>
            </a:r>
          </a:p>
          <a:p>
            <a:pPr marL="266706" indent="-266706">
              <a:spcBef>
                <a:spcPct val="0"/>
              </a:spcBef>
              <a:spcAft>
                <a:spcPct val="0"/>
              </a:spcAft>
              <a:buClrTx/>
              <a:buNone/>
            </a:pPr>
            <a:r>
              <a:rPr lang="en-US" sz="850" b="0" kern="1200" noProof="0">
                <a:solidFill>
                  <a:srgbClr val="000000"/>
                </a:solidFill>
                <a:latin typeface="+mn-lt"/>
              </a:rPr>
              <a:t>8001 Zürich</a:t>
            </a:r>
          </a:p>
          <a:p>
            <a:pPr marL="266706" indent="-266706">
              <a:spcBef>
                <a:spcPct val="0"/>
              </a:spcBef>
              <a:spcAft>
                <a:spcPct val="0"/>
              </a:spcAft>
              <a:buClrTx/>
              <a:buNone/>
            </a:pPr>
            <a:r>
              <a:rPr lang="en-US" sz="850" b="0" kern="1200" noProof="0">
                <a:solidFill>
                  <a:srgbClr val="000000"/>
                </a:solidFill>
                <a:latin typeface="+mn-lt"/>
              </a:rPr>
              <a:t>Switzerland</a:t>
            </a: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+41 44 551 38 00</a:t>
            </a:r>
          </a:p>
        </p:txBody>
      </p:sp>
      <p:sp>
        <p:nvSpPr>
          <p:cNvPr id="19" name="Rectangle 18">
            <a:extLst>
              <a:ext uri="{FF2B5EF4-FFF2-40B4-BE49-F238E27FC236}">
                <a16:creationId xmlns:a16="http://schemas.microsoft.com/office/drawing/2014/main" id="{DC2D558F-10D8-4D5A-9B10-2B877FD7DA0E}"/>
              </a:ext>
            </a:extLst>
          </p:cNvPr>
          <p:cNvSpPr>
            <a:spLocks noChangeArrowheads="1"/>
          </p:cNvSpPr>
          <p:nvPr userDrawn="1"/>
        </p:nvSpPr>
        <p:spPr bwMode="auto">
          <a:xfrm>
            <a:off x="6029762"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Frankfurt (Germany)</a:t>
            </a:r>
          </a:p>
          <a:p>
            <a:pPr marL="266706" indent="-266706">
              <a:spcBef>
                <a:spcPct val="0"/>
              </a:spcBef>
              <a:spcAft>
                <a:spcPct val="0"/>
              </a:spcAft>
              <a:buClrTx/>
              <a:buNone/>
            </a:pPr>
            <a:r>
              <a:rPr lang="en-US" sz="850" b="0" kern="1200" noProof="0">
                <a:solidFill>
                  <a:srgbClr val="000000"/>
                </a:solidFill>
                <a:latin typeface="+mn-lt"/>
              </a:rPr>
              <a:t>Pareto Securities AS</a:t>
            </a:r>
          </a:p>
          <a:p>
            <a:pPr marL="266706" indent="-266706">
              <a:spcBef>
                <a:spcPct val="0"/>
              </a:spcBef>
              <a:spcAft>
                <a:spcPct val="0"/>
              </a:spcAft>
              <a:buClrTx/>
              <a:buNone/>
            </a:pPr>
            <a:r>
              <a:rPr lang="en-US" sz="850" b="0" kern="1200" noProof="0" err="1">
                <a:solidFill>
                  <a:srgbClr val="000000"/>
                </a:solidFill>
                <a:latin typeface="+mn-lt"/>
              </a:rPr>
              <a:t>Graefstrasse</a:t>
            </a:r>
            <a:r>
              <a:rPr lang="en-US" sz="850" b="0" kern="1200" noProof="0">
                <a:solidFill>
                  <a:srgbClr val="000000"/>
                </a:solidFill>
                <a:latin typeface="+mn-lt"/>
              </a:rPr>
              <a:t> 97</a:t>
            </a:r>
          </a:p>
          <a:p>
            <a:pPr marL="266706" indent="-266706">
              <a:spcBef>
                <a:spcPct val="0"/>
              </a:spcBef>
              <a:spcAft>
                <a:spcPct val="0"/>
              </a:spcAft>
              <a:buClrTx/>
              <a:buNone/>
            </a:pPr>
            <a:r>
              <a:rPr lang="en-US" sz="850" b="0" kern="1200" noProof="0">
                <a:solidFill>
                  <a:srgbClr val="000000"/>
                </a:solidFill>
                <a:latin typeface="+mn-lt"/>
              </a:rPr>
              <a:t>60487 Frankfurt am Main</a:t>
            </a:r>
          </a:p>
          <a:p>
            <a:pPr marL="266706" indent="-266706">
              <a:spcBef>
                <a:spcPct val="0"/>
              </a:spcBef>
              <a:spcAft>
                <a:spcPct val="0"/>
              </a:spcAft>
              <a:buClrTx/>
              <a:buNone/>
            </a:pPr>
            <a:r>
              <a:rPr lang="en-US" sz="850" b="0" kern="1200" noProof="0">
                <a:solidFill>
                  <a:srgbClr val="000000"/>
                </a:solidFill>
                <a:latin typeface="+mn-lt"/>
              </a:rPr>
              <a:t>Germany</a:t>
            </a: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r>
              <a:rPr lang="en-US" sz="850" b="0" kern="1200" noProof="0">
                <a:solidFill>
                  <a:srgbClr val="000000"/>
                </a:solidFill>
                <a:latin typeface="+mn-lt"/>
              </a:rPr>
              <a:t>+49 (69) 589 97 0</a:t>
            </a:r>
          </a:p>
        </p:txBody>
      </p:sp>
      <p:pic>
        <p:nvPicPr>
          <p:cNvPr id="22" name="Picture 21">
            <a:extLst>
              <a:ext uri="{FF2B5EF4-FFF2-40B4-BE49-F238E27FC236}">
                <a16:creationId xmlns:a16="http://schemas.microsoft.com/office/drawing/2014/main" id="{E7B0C21E-98B8-480A-9A57-A75013D02F3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943" t="2442" r="62411" b="14657"/>
          <a:stretch/>
        </p:blipFill>
        <p:spPr>
          <a:xfrm>
            <a:off x="10308253" y="1247071"/>
            <a:ext cx="1886717" cy="4603273"/>
          </a:xfrm>
          <a:prstGeom prst="rect">
            <a:avLst/>
          </a:prstGeom>
        </p:spPr>
      </p:pic>
      <p:sp>
        <p:nvSpPr>
          <p:cNvPr id="25" name="Rectangle 12">
            <a:extLst>
              <a:ext uri="{FF2B5EF4-FFF2-40B4-BE49-F238E27FC236}">
                <a16:creationId xmlns:a16="http://schemas.microsoft.com/office/drawing/2014/main" id="{23826A1F-131E-44AC-A8DB-529FA023488D}"/>
              </a:ext>
            </a:extLst>
          </p:cNvPr>
          <p:cNvSpPr>
            <a:spLocks noChangeArrowheads="1"/>
          </p:cNvSpPr>
          <p:nvPr userDrawn="1"/>
        </p:nvSpPr>
        <p:spPr bwMode="auto">
          <a:xfrm>
            <a:off x="764370" y="6458890"/>
            <a:ext cx="9490625" cy="293277"/>
          </a:xfrm>
          <a:prstGeom prst="rect">
            <a:avLst/>
          </a:prstGeom>
          <a:noFill/>
          <a:ln>
            <a:noFill/>
          </a:ln>
          <a:effectLst/>
        </p:spPr>
        <p:txBody>
          <a:bodyPr lIns="0" tIns="0" rIns="0" bIns="0"/>
          <a:lstStyle/>
          <a:p>
            <a:pPr marL="358784" indent="-358784">
              <a:spcBef>
                <a:spcPct val="0"/>
              </a:spcBef>
              <a:spcAft>
                <a:spcPct val="0"/>
              </a:spcAft>
              <a:buClrTx/>
              <a:buNone/>
            </a:pPr>
            <a:r>
              <a:rPr lang="en-US" sz="850" kern="1200" noProof="0">
                <a:solidFill>
                  <a:schemeClr val="accent1"/>
                </a:solidFill>
                <a:latin typeface="+mn-lt"/>
              </a:rPr>
              <a:t>www.paretosec.com   </a:t>
            </a:r>
            <a:r>
              <a:rPr lang="en-US" sz="850" kern="1200" noProof="0">
                <a:solidFill>
                  <a:schemeClr val="accent1"/>
                </a:solidFill>
                <a:latin typeface="+mn-lt"/>
                <a:cs typeface="Calibri"/>
              </a:rPr>
              <a:t>|</a:t>
            </a:r>
            <a:r>
              <a:rPr lang="en-US" sz="850" kern="1200" noProof="0">
                <a:solidFill>
                  <a:schemeClr val="accent1"/>
                </a:solidFill>
                <a:latin typeface="+mn-lt"/>
              </a:rPr>
              <a:t>   Bloomberg: PASE (go)   </a:t>
            </a:r>
            <a:r>
              <a:rPr lang="en-US" sz="850" kern="1200" noProof="0">
                <a:solidFill>
                  <a:schemeClr val="accent1"/>
                </a:solidFill>
                <a:latin typeface="+mn-lt"/>
                <a:cs typeface="Calibri"/>
              </a:rPr>
              <a:t>|   </a:t>
            </a:r>
            <a:r>
              <a:rPr lang="en-US" sz="850" kern="1200" noProof="0">
                <a:solidFill>
                  <a:schemeClr val="accent1"/>
                </a:solidFill>
                <a:latin typeface="+mn-lt"/>
              </a:rPr>
              <a:t>Reuters: PARETO</a:t>
            </a:r>
          </a:p>
        </p:txBody>
      </p:sp>
      <p:sp>
        <p:nvSpPr>
          <p:cNvPr id="9" name="TextBox 8">
            <a:extLst>
              <a:ext uri="{FF2B5EF4-FFF2-40B4-BE49-F238E27FC236}">
                <a16:creationId xmlns:a16="http://schemas.microsoft.com/office/drawing/2014/main" id="{65125AE9-3563-42B9-A04F-05B71130E1BA}"/>
              </a:ext>
            </a:extLst>
          </p:cNvPr>
          <p:cNvSpPr txBox="1"/>
          <p:nvPr userDrawn="1"/>
        </p:nvSpPr>
        <p:spPr>
          <a:xfrm>
            <a:off x="311139" y="397327"/>
            <a:ext cx="5822793" cy="528222"/>
          </a:xfrm>
          <a:prstGeom prst="rect">
            <a:avLst/>
          </a:prstGeom>
          <a:noFill/>
        </p:spPr>
        <p:txBody>
          <a:bodyPr wrap="square" rtlCol="0">
            <a:spAutoFit/>
          </a:bodyPr>
          <a:lstStyle/>
          <a:p>
            <a:pPr marL="0" indent="0" algn="l">
              <a:buNone/>
            </a:pPr>
            <a:r>
              <a:rPr lang="en-US" sz="2600">
                <a:solidFill>
                  <a:schemeClr val="tx2"/>
                </a:solidFill>
                <a:latin typeface="+mj-lt"/>
              </a:rPr>
              <a:t>Contact information</a:t>
            </a:r>
          </a:p>
        </p:txBody>
      </p:sp>
      <p:cxnSp>
        <p:nvCxnSpPr>
          <p:cNvPr id="21" name="Straight Connector 20">
            <a:extLst>
              <a:ext uri="{FF2B5EF4-FFF2-40B4-BE49-F238E27FC236}">
                <a16:creationId xmlns:a16="http://schemas.microsoft.com/office/drawing/2014/main" id="{AB066024-98A4-433D-9FD5-658719D7EBAC}"/>
              </a:ext>
            </a:extLst>
          </p:cNvPr>
          <p:cNvCxnSpPr/>
          <p:nvPr userDrawn="1"/>
        </p:nvCxnSpPr>
        <p:spPr bwMode="auto">
          <a:xfrm>
            <a:off x="433424" y="369131"/>
            <a:ext cx="482400"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Arrow Connector 26">
            <a:extLst>
              <a:ext uri="{FF2B5EF4-FFF2-40B4-BE49-F238E27FC236}">
                <a16:creationId xmlns:a16="http://schemas.microsoft.com/office/drawing/2014/main" id="{F90FE605-23C1-41A1-AE12-DEA44E8FEA75}"/>
              </a:ext>
            </a:extLst>
          </p:cNvPr>
          <p:cNvCxnSpPr>
            <a:cxnSpLocks/>
          </p:cNvCxnSpPr>
          <p:nvPr userDrawn="1"/>
        </p:nvCxnSpPr>
        <p:spPr bwMode="auto">
          <a:xfrm>
            <a:off x="425420" y="6536732"/>
            <a:ext cx="229716" cy="0"/>
          </a:xfrm>
          <a:prstGeom prst="straightConnector1">
            <a:avLst/>
          </a:prstGeom>
          <a:ln w="9525" cmpd="sng">
            <a:prstDash val="solid"/>
            <a:headEnd type="none" w="med" len="med"/>
            <a:tailEnd type="arrow" w="med" len="sm"/>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285742229"/>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One objec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US"/>
              <a:t>Click to edit title</a:t>
            </a:r>
          </a:p>
        </p:txBody>
      </p:sp>
      <p:cxnSp>
        <p:nvCxnSpPr>
          <p:cNvPr id="19" name="Straight Connector 18">
            <a:extLst>
              <a:ext uri="{FF2B5EF4-FFF2-40B4-BE49-F238E27FC236}">
                <a16:creationId xmlns:a16="http://schemas.microsoft.com/office/drawing/2014/main" id="{B9320E02-B26F-6040-9484-8D77F2B1DCBD}"/>
              </a:ext>
            </a:extLst>
          </p:cNvPr>
          <p:cNvCxnSpPr/>
          <p:nvPr userDrawn="1"/>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userDrawn="1"/>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Content Placeholder 5">
            <a:extLst>
              <a:ext uri="{FF2B5EF4-FFF2-40B4-BE49-F238E27FC236}">
                <a16:creationId xmlns:a16="http://schemas.microsoft.com/office/drawing/2014/main" id="{4E3A3403-48B7-4416-9257-057CF044025E}"/>
              </a:ext>
            </a:extLst>
          </p:cNvPr>
          <p:cNvSpPr>
            <a:spLocks noGrp="1"/>
          </p:cNvSpPr>
          <p:nvPr>
            <p:ph sz="quarter" idx="15"/>
          </p:nvPr>
        </p:nvSpPr>
        <p:spPr>
          <a:xfrm>
            <a:off x="427156" y="1712243"/>
            <a:ext cx="11333692" cy="4372969"/>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
            <a:extLst>
              <a:ext uri="{FF2B5EF4-FFF2-40B4-BE49-F238E27FC236}">
                <a16:creationId xmlns:a16="http://schemas.microsoft.com/office/drawing/2014/main" id="{C0C1B2DB-5707-4CBA-B7F9-BB6D2D4F9489}"/>
              </a:ext>
            </a:extLst>
          </p:cNvPr>
          <p:cNvSpPr>
            <a:spLocks noGrp="1"/>
          </p:cNvSpPr>
          <p:nvPr>
            <p:ph sz="quarter" idx="17"/>
          </p:nvPr>
        </p:nvSpPr>
        <p:spPr>
          <a:xfrm>
            <a:off x="432326" y="1404000"/>
            <a:ext cx="11328522" cy="221018"/>
          </a:xfrm>
          <a:ln w="15875">
            <a:gradFill>
              <a:gsLst>
                <a:gs pos="96000">
                  <a:schemeClr val="bg1"/>
                </a:gs>
                <a:gs pos="96000">
                  <a:schemeClr val="tx2"/>
                </a:gs>
              </a:gsLst>
              <a:lin ang="5400000" scaled="1"/>
            </a:gradFill>
            <a:miter lim="800000"/>
          </a:ln>
        </p:spPr>
        <p:txBody>
          <a:bodyPr lIns="0" tIns="0" bIns="36000" anchor="b">
            <a:noAutofit/>
          </a:bodyPr>
          <a:lstStyle>
            <a:lvl1pPr marL="0" indent="0">
              <a:lnSpc>
                <a:spcPct val="100000"/>
              </a:lnSpc>
              <a:spcBef>
                <a:spcPts val="0"/>
              </a:spcBef>
              <a:spcAft>
                <a:spcPts val="0"/>
              </a:spcAft>
              <a:buNone/>
              <a:defRPr sz="1200"/>
            </a:lvl1pPr>
            <a:lvl2pPr>
              <a:buNone/>
              <a:defRPr sz="1200"/>
            </a:lvl2pPr>
            <a:lvl3pPr>
              <a:buNone/>
              <a:defRPr sz="1200"/>
            </a:lvl3pPr>
            <a:lvl4pPr>
              <a:buNone/>
              <a:defRPr sz="1200"/>
            </a:lvl4pPr>
            <a:lvl5pPr>
              <a:buNone/>
              <a:defRPr sz="1200"/>
            </a:lvl5pPr>
          </a:lstStyle>
          <a:p>
            <a:pPr lvl="0"/>
            <a:r>
              <a:rPr lang="en-US"/>
              <a:t>Click to edit Master text styles</a:t>
            </a:r>
          </a:p>
        </p:txBody>
      </p:sp>
      <p:sp>
        <p:nvSpPr>
          <p:cNvPr id="13" name="Text Placeholder 4">
            <a:extLst>
              <a:ext uri="{FF2B5EF4-FFF2-40B4-BE49-F238E27FC236}">
                <a16:creationId xmlns:a16="http://schemas.microsoft.com/office/drawing/2014/main" id="{B56F594C-5442-4239-8CDD-F538D2D53CA9}"/>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7DD40567-6541-4DD7-968A-B784DC8B2A6D}"/>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Tree>
    <p:extLst>
      <p:ext uri="{BB962C8B-B14F-4D97-AF65-F5344CB8AC3E}">
        <p14:creationId xmlns:p14="http://schemas.microsoft.com/office/powerpoint/2010/main" val="2661271018"/>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118679"/>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 bl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339" name="Rectangle 3"/>
          <p:cNvSpPr>
            <a:spLocks noGrp="1" noChangeArrowheads="1"/>
          </p:cNvSpPr>
          <p:nvPr>
            <p:ph type="ctrTitle" hasCustomPrompt="1"/>
          </p:nvPr>
        </p:nvSpPr>
        <p:spPr>
          <a:xfrm>
            <a:off x="1221612" y="2816885"/>
            <a:ext cx="10546404" cy="512961"/>
          </a:xfrm>
          <a:prstGeom prst="rect">
            <a:avLst/>
          </a:prstGeom>
        </p:spPr>
        <p:txBody>
          <a:bodyPr anchor="t"/>
          <a:lstStyle>
            <a:lvl1pPr>
              <a:lnSpc>
                <a:spcPts val="4000"/>
              </a:lnSpc>
              <a:defRPr sz="3600" b="0" i="0" baseline="0">
                <a:solidFill>
                  <a:schemeClr val="tx1"/>
                </a:solidFill>
                <a:latin typeface="+mj-lt"/>
                <a:cs typeface="Segoe UI Historic" panose="020B0502040204020203" pitchFamily="34" charset="0"/>
              </a:defRPr>
            </a:lvl1pPr>
          </a:lstStyle>
          <a:p>
            <a:pPr lvl="0"/>
            <a:r>
              <a:rPr lang="en-US" altLang="nn-NO" noProof="0"/>
              <a:t>Click to add title</a:t>
            </a:r>
          </a:p>
        </p:txBody>
      </p:sp>
      <p:sp>
        <p:nvSpPr>
          <p:cNvPr id="14340" name="Rectangle 4"/>
          <p:cNvSpPr>
            <a:spLocks noGrp="1" noChangeArrowheads="1"/>
          </p:cNvSpPr>
          <p:nvPr>
            <p:ph type="subTitle" idx="1" hasCustomPrompt="1"/>
          </p:nvPr>
        </p:nvSpPr>
        <p:spPr>
          <a:xfrm>
            <a:off x="1221614" y="4201345"/>
            <a:ext cx="10546401" cy="827857"/>
          </a:xfrm>
          <a:prstGeom prst="rect">
            <a:avLst/>
          </a:prstGeom>
        </p:spPr>
        <p:txBody>
          <a:bodyPr lIns="0" rIns="0" anchor="t"/>
          <a:lstStyle>
            <a:lvl1pPr marL="0" indent="0">
              <a:spcBef>
                <a:spcPts val="0"/>
              </a:spcBef>
              <a:spcAft>
                <a:spcPts val="300"/>
              </a:spcAft>
              <a:buFont typeface="Wingdings 3" pitchFamily="18" charset="2"/>
              <a:buNone/>
              <a:defRPr sz="2000" b="0" i="0">
                <a:solidFill>
                  <a:schemeClr val="tx1"/>
                </a:solidFill>
                <a:latin typeface="+mn-lt"/>
                <a:cs typeface="Segoe UI Historic" panose="020B0502040204020203" pitchFamily="34" charset="0"/>
              </a:defRPr>
            </a:lvl1pPr>
          </a:lstStyle>
          <a:p>
            <a:pPr lvl="0"/>
            <a:r>
              <a:rPr lang="en-US" altLang="nn-NO" noProof="0"/>
              <a:t>Click to add subtitle</a:t>
            </a:r>
          </a:p>
        </p:txBody>
      </p:sp>
      <p:sp>
        <p:nvSpPr>
          <p:cNvPr id="8" name="Content Placeholder 7"/>
          <p:cNvSpPr>
            <a:spLocks noGrp="1"/>
          </p:cNvSpPr>
          <p:nvPr>
            <p:ph sz="quarter" idx="12" hasCustomPrompt="1"/>
          </p:nvPr>
        </p:nvSpPr>
        <p:spPr>
          <a:xfrm>
            <a:off x="1221612" y="5661250"/>
            <a:ext cx="3987692" cy="307777"/>
          </a:xfrm>
          <a:prstGeom prst="rect">
            <a:avLst/>
          </a:prstGeom>
        </p:spPr>
        <p:txBody>
          <a:bodyPr lIns="0" rIns="0"/>
          <a:lstStyle>
            <a:lvl1pPr marL="0" indent="0" algn="l">
              <a:spcBef>
                <a:spcPts val="0"/>
              </a:spcBef>
              <a:spcAft>
                <a:spcPts val="0"/>
              </a:spcAft>
              <a:buNone/>
              <a:defRPr sz="1200" b="0" i="0">
                <a:solidFill>
                  <a:schemeClr val="tx1"/>
                </a:solidFill>
                <a:latin typeface="+mn-lt"/>
                <a:cs typeface="Segoe UI Historic" panose="020B0502040204020203" pitchFamily="34" charset="0"/>
              </a:defRPr>
            </a:lvl1pPr>
          </a:lstStyle>
          <a:p>
            <a:pPr lvl="0"/>
            <a:r>
              <a:rPr lang="en-US" noProof="0"/>
              <a:t>Click to add Date</a:t>
            </a:r>
          </a:p>
        </p:txBody>
      </p:sp>
      <p:cxnSp>
        <p:nvCxnSpPr>
          <p:cNvPr id="12" name="Straight Connector 11">
            <a:extLst>
              <a:ext uri="{FF2B5EF4-FFF2-40B4-BE49-F238E27FC236}">
                <a16:creationId xmlns:a16="http://schemas.microsoft.com/office/drawing/2014/main" id="{967CF32D-BA6C-9848-929D-A677E25F0F68}"/>
              </a:ext>
            </a:extLst>
          </p:cNvPr>
          <p:cNvCxnSpPr/>
          <p:nvPr/>
        </p:nvCxnSpPr>
        <p:spPr bwMode="auto">
          <a:xfrm>
            <a:off x="1221612" y="2492896"/>
            <a:ext cx="12849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a:extLst>
              <a:ext uri="{FF2B5EF4-FFF2-40B4-BE49-F238E27FC236}">
                <a16:creationId xmlns:a16="http://schemas.microsoft.com/office/drawing/2014/main" id="{031E238F-F1E8-4FD4-AB6B-84B51472BEDE}"/>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tx1"/>
                </a:solidFill>
                <a:latin typeface="+mn-lt"/>
              </a:rPr>
              <a:t>Private and Confidential</a:t>
            </a:r>
          </a:p>
        </p:txBody>
      </p:sp>
    </p:spTree>
    <p:extLst>
      <p:ext uri="{BB962C8B-B14F-4D97-AF65-F5344CB8AC3E}">
        <p14:creationId xmlns:p14="http://schemas.microsoft.com/office/powerpoint/2010/main" val="2825252555"/>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slide - full picture (background)">
    <p:bg>
      <p:bgPr>
        <a:solidFill>
          <a:schemeClr val="tx1"/>
        </a:solidFill>
        <a:effectLst/>
      </p:bgPr>
    </p:bg>
    <p:spTree>
      <p:nvGrpSpPr>
        <p:cNvPr id="1" name=""/>
        <p:cNvGrpSpPr/>
        <p:nvPr/>
      </p:nvGrpSpPr>
      <p:grpSpPr>
        <a:xfrm>
          <a:off x="0" y="0"/>
          <a:ext cx="0" cy="0"/>
          <a:chOff x="0" y="0"/>
          <a:chExt cx="0" cy="0"/>
        </a:xfrm>
      </p:grpSpPr>
      <p:pic>
        <p:nvPicPr>
          <p:cNvPr id="2" name="Picture 1" descr="A picture containing graphical user interface&#10;&#10;Description automatically generated">
            <a:extLst>
              <a:ext uri="{FF2B5EF4-FFF2-40B4-BE49-F238E27FC236}">
                <a16:creationId xmlns:a16="http://schemas.microsoft.com/office/drawing/2014/main" id="{7E9E0FA2-060B-49B0-8CC2-C44D8E72DC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911" y="1"/>
            <a:ext cx="1775045" cy="668272"/>
          </a:xfrm>
          <a:prstGeom prst="rect">
            <a:avLst/>
          </a:prstGeom>
        </p:spPr>
      </p:pic>
      <p:sp>
        <p:nvSpPr>
          <p:cNvPr id="7" name="Title 8">
            <a:extLst>
              <a:ext uri="{FF2B5EF4-FFF2-40B4-BE49-F238E27FC236}">
                <a16:creationId xmlns:a16="http://schemas.microsoft.com/office/drawing/2014/main" id="{8FA9AA26-0AAE-4CC4-8E3F-F1A966C0F06F}"/>
              </a:ext>
            </a:extLst>
          </p:cNvPr>
          <p:cNvSpPr>
            <a:spLocks noGrp="1"/>
          </p:cNvSpPr>
          <p:nvPr>
            <p:ph type="title"/>
          </p:nvPr>
        </p:nvSpPr>
        <p:spPr>
          <a:xfrm>
            <a:off x="423986" y="2027457"/>
            <a:ext cx="6135077" cy="3452593"/>
          </a:xfrm>
          <a:solidFill>
            <a:srgbClr val="F2F2F2"/>
          </a:solidFill>
        </p:spPr>
        <p:txBody>
          <a:bodyPr lIns="360000" tIns="864000" anchor="t">
            <a:noAutofit/>
          </a:bodyPr>
          <a:lstStyle>
            <a:lvl1pPr>
              <a:defRPr>
                <a:ln>
                  <a:noFill/>
                </a:ln>
                <a:solidFill>
                  <a:schemeClr val="bg2"/>
                </a:solidFill>
              </a:defRPr>
            </a:lvl1pPr>
          </a:lstStyle>
          <a:p>
            <a:r>
              <a:rPr lang="en-US"/>
              <a:t>Click to edit Master title style</a:t>
            </a:r>
            <a:endParaRPr lang="en-GB"/>
          </a:p>
        </p:txBody>
      </p:sp>
      <p:sp>
        <p:nvSpPr>
          <p:cNvPr id="12" name="Plassholder for tekst 21">
            <a:extLst>
              <a:ext uri="{FF2B5EF4-FFF2-40B4-BE49-F238E27FC236}">
                <a16:creationId xmlns:a16="http://schemas.microsoft.com/office/drawing/2014/main" id="{7354F15D-9B8A-442B-8804-ACED9114951C}"/>
              </a:ext>
            </a:extLst>
          </p:cNvPr>
          <p:cNvSpPr>
            <a:spLocks noGrp="1"/>
          </p:cNvSpPr>
          <p:nvPr>
            <p:ph type="body" sz="quarter" idx="18" hasCustomPrompt="1"/>
          </p:nvPr>
        </p:nvSpPr>
        <p:spPr>
          <a:xfrm>
            <a:off x="873256" y="4862713"/>
            <a:ext cx="3372826" cy="307777"/>
          </a:xfrm>
          <a:prstGeom prst="rect">
            <a:avLst/>
          </a:prstGeom>
        </p:spPr>
        <p:txBody>
          <a:bodyPr lIns="0">
            <a:noAutofit/>
          </a:bodyPr>
          <a:lstStyle>
            <a:lvl1pPr marL="0" indent="0">
              <a:buFontTx/>
              <a:buNone/>
              <a:defRPr sz="12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11" name="Plassholder for tekst 19">
            <a:extLst>
              <a:ext uri="{FF2B5EF4-FFF2-40B4-BE49-F238E27FC236}">
                <a16:creationId xmlns:a16="http://schemas.microsoft.com/office/drawing/2014/main" id="{C063EF08-94B1-4ABA-8C01-98C7B4CC0582}"/>
              </a:ext>
            </a:extLst>
          </p:cNvPr>
          <p:cNvSpPr>
            <a:spLocks noGrp="1"/>
          </p:cNvSpPr>
          <p:nvPr>
            <p:ph type="body" sz="quarter" idx="17" hasCustomPrompt="1"/>
          </p:nvPr>
        </p:nvSpPr>
        <p:spPr>
          <a:xfrm>
            <a:off x="873256" y="3975200"/>
            <a:ext cx="5087815" cy="379412"/>
          </a:xfrm>
          <a:prstGeom prst="rect">
            <a:avLst/>
          </a:prstGeom>
        </p:spPr>
        <p:txBody>
          <a:bodyPr lIns="0" tIns="0">
            <a:noAutofit/>
          </a:bodyPr>
          <a:lstStyle>
            <a:lvl1pPr marL="0" indent="0">
              <a:buFontTx/>
              <a:buNone/>
              <a:defRPr sz="18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9" name="TextBox 8">
            <a:extLst>
              <a:ext uri="{FF2B5EF4-FFF2-40B4-BE49-F238E27FC236}">
                <a16:creationId xmlns:a16="http://schemas.microsoft.com/office/drawing/2014/main" id="{6A3C487E-F28B-45C2-BE2E-BF2B8BF062AC}"/>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bg2"/>
                </a:solidFill>
                <a:latin typeface="+mn-lt"/>
              </a:rPr>
              <a:t>Private and Confidential</a:t>
            </a:r>
          </a:p>
        </p:txBody>
      </p:sp>
      <p:sp>
        <p:nvSpPr>
          <p:cNvPr id="4" name="Line">
            <a:extLst>
              <a:ext uri="{FF2B5EF4-FFF2-40B4-BE49-F238E27FC236}">
                <a16:creationId xmlns:a16="http://schemas.microsoft.com/office/drawing/2014/main" id="{100A5DA5-6D5F-4BF4-9EF8-35DAE9AD767D}"/>
              </a:ext>
            </a:extLst>
          </p:cNvPr>
          <p:cNvSpPr>
            <a:spLocks noGrp="1"/>
          </p:cNvSpPr>
          <p:nvPr>
            <p:ph type="body" sz="quarter" idx="19" hasCustomPrompt="1"/>
          </p:nvPr>
        </p:nvSpPr>
        <p:spPr>
          <a:xfrm>
            <a:off x="894954" y="2455423"/>
            <a:ext cx="1284923" cy="0"/>
          </a:xfrm>
          <a:ln w="9525">
            <a:solidFill>
              <a:schemeClr val="bg2"/>
            </a:solidFill>
          </a:ln>
        </p:spPr>
        <p:txBody>
          <a:bodyPr/>
          <a:lstStyle>
            <a:lvl1pPr>
              <a:buNone/>
              <a:defRPr/>
            </a:lvl1pPr>
            <a:lvl5pPr marL="0" indent="0" algn="l">
              <a:buFontTx/>
              <a:buNone/>
              <a:defRPr/>
            </a:lvl5pPr>
          </a:lstStyle>
          <a:p>
            <a:pPr lvl="4"/>
            <a:r>
              <a:rPr lang="en-GB"/>
              <a:t>   </a:t>
            </a:r>
          </a:p>
        </p:txBody>
      </p:sp>
    </p:spTree>
    <p:extLst>
      <p:ext uri="{BB962C8B-B14F-4D97-AF65-F5344CB8AC3E}">
        <p14:creationId xmlns:p14="http://schemas.microsoft.com/office/powerpoint/2010/main" val="3144877470"/>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Title slide - small picture">
    <p:spTree>
      <p:nvGrpSpPr>
        <p:cNvPr id="1" name=""/>
        <p:cNvGrpSpPr/>
        <p:nvPr/>
      </p:nvGrpSpPr>
      <p:grpSpPr>
        <a:xfrm>
          <a:off x="0" y="0"/>
          <a:ext cx="0" cy="0"/>
          <a:chOff x="0" y="0"/>
          <a:chExt cx="0" cy="0"/>
        </a:xfrm>
      </p:grpSpPr>
      <p:pic>
        <p:nvPicPr>
          <p:cNvPr id="3" name="Picture 2" descr="A close up of a sign&#10;&#10;Description automatically generated">
            <a:extLst>
              <a:ext uri="{FF2B5EF4-FFF2-40B4-BE49-F238E27FC236}">
                <a16:creationId xmlns:a16="http://schemas.microsoft.com/office/drawing/2014/main" id="{72A01342-937C-4F2B-8A66-4CB0795C23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0301" y="763472"/>
            <a:ext cx="2127006" cy="701245"/>
          </a:xfrm>
          <a:prstGeom prst="rect">
            <a:avLst/>
          </a:prstGeom>
        </p:spPr>
      </p:pic>
      <p:sp>
        <p:nvSpPr>
          <p:cNvPr id="4" name="Plassholder for bilde 3">
            <a:extLst>
              <a:ext uri="{FF2B5EF4-FFF2-40B4-BE49-F238E27FC236}">
                <a16:creationId xmlns:a16="http://schemas.microsoft.com/office/drawing/2014/main" id="{B235CA1C-BA27-447B-9435-49077D16016F}"/>
              </a:ext>
            </a:extLst>
          </p:cNvPr>
          <p:cNvSpPr>
            <a:spLocks noGrp="1" noChangeAspect="1"/>
          </p:cNvSpPr>
          <p:nvPr>
            <p:ph type="pic" sz="quarter" idx="15"/>
          </p:nvPr>
        </p:nvSpPr>
        <p:spPr>
          <a:xfrm>
            <a:off x="4476264" y="1687513"/>
            <a:ext cx="7715737" cy="4189412"/>
          </a:xfrm>
          <a:prstGeom prst="rect">
            <a:avLst/>
          </a:prstGeom>
        </p:spPr>
        <p:txBody>
          <a:bodyPr anchor="ctr"/>
          <a:lstStyle>
            <a:lvl1pPr marL="0" indent="0" algn="ctr">
              <a:buFontTx/>
              <a:buNone/>
              <a:defRPr>
                <a:solidFill>
                  <a:schemeClr val="tx2"/>
                </a:solidFill>
              </a:defRPr>
            </a:lvl1pPr>
          </a:lstStyle>
          <a:p>
            <a:r>
              <a:rPr lang="en-US" noProof="0"/>
              <a:t>Click icon to add picture</a:t>
            </a:r>
          </a:p>
        </p:txBody>
      </p:sp>
      <p:sp>
        <p:nvSpPr>
          <p:cNvPr id="5" name="Title 8">
            <a:extLst>
              <a:ext uri="{FF2B5EF4-FFF2-40B4-BE49-F238E27FC236}">
                <a16:creationId xmlns:a16="http://schemas.microsoft.com/office/drawing/2014/main" id="{9E7CD84B-4F09-4906-BF76-E73954552F81}"/>
              </a:ext>
            </a:extLst>
          </p:cNvPr>
          <p:cNvSpPr>
            <a:spLocks noGrp="1"/>
          </p:cNvSpPr>
          <p:nvPr>
            <p:ph type="title"/>
          </p:nvPr>
        </p:nvSpPr>
        <p:spPr>
          <a:xfrm>
            <a:off x="423986" y="2027457"/>
            <a:ext cx="6135077" cy="3452593"/>
          </a:xfrm>
          <a:solidFill>
            <a:srgbClr val="F2F2F2"/>
          </a:solidFill>
        </p:spPr>
        <p:txBody>
          <a:bodyPr lIns="360000" tIns="864000" anchor="t">
            <a:noAutofit/>
          </a:bodyPr>
          <a:lstStyle>
            <a:lvl1pPr>
              <a:defRPr>
                <a:ln>
                  <a:noFill/>
                </a:ln>
                <a:solidFill>
                  <a:schemeClr val="tx2"/>
                </a:solidFill>
              </a:defRPr>
            </a:lvl1pPr>
          </a:lstStyle>
          <a:p>
            <a:r>
              <a:rPr lang="en-US"/>
              <a:t>Click to edit Master title style</a:t>
            </a:r>
            <a:endParaRPr lang="en-GB"/>
          </a:p>
        </p:txBody>
      </p:sp>
      <p:sp>
        <p:nvSpPr>
          <p:cNvPr id="6" name="Plassholder for tekst 21">
            <a:extLst>
              <a:ext uri="{FF2B5EF4-FFF2-40B4-BE49-F238E27FC236}">
                <a16:creationId xmlns:a16="http://schemas.microsoft.com/office/drawing/2014/main" id="{837F06DB-19C8-486C-BFD7-27997CFFCBD7}"/>
              </a:ext>
            </a:extLst>
          </p:cNvPr>
          <p:cNvSpPr>
            <a:spLocks noGrp="1"/>
          </p:cNvSpPr>
          <p:nvPr>
            <p:ph type="body" sz="quarter" idx="18" hasCustomPrompt="1"/>
          </p:nvPr>
        </p:nvSpPr>
        <p:spPr>
          <a:xfrm>
            <a:off x="873256" y="4862713"/>
            <a:ext cx="3372826" cy="307777"/>
          </a:xfrm>
          <a:prstGeom prst="rect">
            <a:avLst/>
          </a:prstGeom>
        </p:spPr>
        <p:txBody>
          <a:bodyPr lIns="0">
            <a:noAutofit/>
          </a:bodyPr>
          <a:lstStyle>
            <a:lvl1pPr marL="0" indent="0">
              <a:buFontTx/>
              <a:buNone/>
              <a:defRPr sz="1200">
                <a:solidFill>
                  <a:schemeClr val="tx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7" name="Plassholder for tekst 19">
            <a:extLst>
              <a:ext uri="{FF2B5EF4-FFF2-40B4-BE49-F238E27FC236}">
                <a16:creationId xmlns:a16="http://schemas.microsoft.com/office/drawing/2014/main" id="{A6957318-9D6C-4FED-B731-FCD778BA0B85}"/>
              </a:ext>
            </a:extLst>
          </p:cNvPr>
          <p:cNvSpPr>
            <a:spLocks noGrp="1"/>
          </p:cNvSpPr>
          <p:nvPr>
            <p:ph type="body" sz="quarter" idx="17" hasCustomPrompt="1"/>
          </p:nvPr>
        </p:nvSpPr>
        <p:spPr>
          <a:xfrm>
            <a:off x="873256" y="3975200"/>
            <a:ext cx="5087815" cy="379412"/>
          </a:xfrm>
          <a:prstGeom prst="rect">
            <a:avLst/>
          </a:prstGeom>
        </p:spPr>
        <p:txBody>
          <a:bodyPr lIns="0" tIns="0">
            <a:noAutofit/>
          </a:bodyPr>
          <a:lstStyle>
            <a:lvl1pPr marL="0" indent="0">
              <a:buFontTx/>
              <a:buNone/>
              <a:defRPr sz="1800">
                <a:solidFill>
                  <a:schemeClr val="tx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8" name="TextBox 7">
            <a:extLst>
              <a:ext uri="{FF2B5EF4-FFF2-40B4-BE49-F238E27FC236}">
                <a16:creationId xmlns:a16="http://schemas.microsoft.com/office/drawing/2014/main" id="{DD8A7BBA-5B13-49C9-8D48-C536FC606BE3}"/>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tx2"/>
                </a:solidFill>
                <a:latin typeface="+mn-lt"/>
              </a:rPr>
              <a:t>Private and Confidential</a:t>
            </a:r>
          </a:p>
        </p:txBody>
      </p:sp>
      <p:sp>
        <p:nvSpPr>
          <p:cNvPr id="9" name="Line">
            <a:extLst>
              <a:ext uri="{FF2B5EF4-FFF2-40B4-BE49-F238E27FC236}">
                <a16:creationId xmlns:a16="http://schemas.microsoft.com/office/drawing/2014/main" id="{783120F8-69C4-4216-A1FB-B8E98532533F}"/>
              </a:ext>
            </a:extLst>
          </p:cNvPr>
          <p:cNvSpPr>
            <a:spLocks noGrp="1"/>
          </p:cNvSpPr>
          <p:nvPr>
            <p:ph type="body" sz="quarter" idx="19" hasCustomPrompt="1"/>
          </p:nvPr>
        </p:nvSpPr>
        <p:spPr>
          <a:xfrm>
            <a:off x="894954" y="2455423"/>
            <a:ext cx="1284923" cy="0"/>
          </a:xfrm>
          <a:ln w="9525">
            <a:solidFill>
              <a:schemeClr val="tx2"/>
            </a:solidFill>
          </a:ln>
        </p:spPr>
        <p:txBody>
          <a:bodyPr/>
          <a:lstStyle>
            <a:lvl1pPr>
              <a:buNone/>
              <a:defRPr/>
            </a:lvl1pPr>
            <a:lvl5pPr marL="0" indent="0" algn="l">
              <a:buFontTx/>
              <a:buNone/>
              <a:defRPr/>
            </a:lvl5pPr>
          </a:lstStyle>
          <a:p>
            <a:pPr lvl="4"/>
            <a:r>
              <a:rPr lang="en-GB"/>
              <a:t>   </a:t>
            </a:r>
          </a:p>
        </p:txBody>
      </p:sp>
    </p:spTree>
    <p:extLst>
      <p:ext uri="{BB962C8B-B14F-4D97-AF65-F5344CB8AC3E}">
        <p14:creationId xmlns:p14="http://schemas.microsoft.com/office/powerpoint/2010/main" val="3516868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mpany presentation - blue background">
    <p:bg>
      <p:bgRef idx="1001">
        <a:schemeClr val="bg2"/>
      </p:bgRef>
    </p:bg>
    <p:spTree>
      <p:nvGrpSpPr>
        <p:cNvPr id="1" name=""/>
        <p:cNvGrpSpPr/>
        <p:nvPr/>
      </p:nvGrpSpPr>
      <p:grpSpPr>
        <a:xfrm>
          <a:off x="0" y="0"/>
          <a:ext cx="0" cy="0"/>
          <a:chOff x="0" y="0"/>
          <a:chExt cx="0" cy="0"/>
        </a:xfrm>
      </p:grpSpPr>
      <p:sp>
        <p:nvSpPr>
          <p:cNvPr id="4" name="Plassholder for bilde 3">
            <a:extLst>
              <a:ext uri="{FF2B5EF4-FFF2-40B4-BE49-F238E27FC236}">
                <a16:creationId xmlns:a16="http://schemas.microsoft.com/office/drawing/2014/main" id="{ABBE99E1-59A2-E24A-80E6-C59C2504AEDA}"/>
              </a:ext>
            </a:extLst>
          </p:cNvPr>
          <p:cNvSpPr>
            <a:spLocks noGrp="1" noChangeAspect="1"/>
          </p:cNvSpPr>
          <p:nvPr>
            <p:ph type="pic" sz="quarter" idx="15"/>
          </p:nvPr>
        </p:nvSpPr>
        <p:spPr>
          <a:xfrm>
            <a:off x="4476264" y="1687513"/>
            <a:ext cx="7739184" cy="4189412"/>
          </a:xfrm>
          <a:prstGeom prst="rect">
            <a:avLst/>
          </a:prstGeom>
        </p:spPr>
        <p:txBody>
          <a:bodyPr/>
          <a:lstStyle>
            <a:lvl1pPr>
              <a:buFontTx/>
              <a:buNone/>
              <a:defRPr>
                <a:solidFill>
                  <a:schemeClr val="tx1"/>
                </a:solidFill>
              </a:defRPr>
            </a:lvl1pPr>
          </a:lstStyle>
          <a:p>
            <a:r>
              <a:rPr lang="en-US"/>
              <a:t>Click icon to add picture</a:t>
            </a:r>
            <a:endParaRPr lang="nb-NO"/>
          </a:p>
        </p:txBody>
      </p:sp>
      <p:pic>
        <p:nvPicPr>
          <p:cNvPr id="3" name="Picture 2" descr="A picture containing logo&#10;&#10;Description automatically generated">
            <a:extLst>
              <a:ext uri="{FF2B5EF4-FFF2-40B4-BE49-F238E27FC236}">
                <a16:creationId xmlns:a16="http://schemas.microsoft.com/office/drawing/2014/main" id="{C980BFF7-C4B5-B846-80CE-AD1CD05CFC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26256" y="836613"/>
            <a:ext cx="1510395" cy="511332"/>
          </a:xfrm>
          <a:prstGeom prst="rect">
            <a:avLst/>
          </a:prstGeom>
        </p:spPr>
      </p:pic>
      <p:sp>
        <p:nvSpPr>
          <p:cNvPr id="9" name="Plassholder for tekst 19">
            <a:extLst>
              <a:ext uri="{FF2B5EF4-FFF2-40B4-BE49-F238E27FC236}">
                <a16:creationId xmlns:a16="http://schemas.microsoft.com/office/drawing/2014/main" id="{E4B62C82-AA47-41BD-959C-CB011BD6FC28}"/>
              </a:ext>
            </a:extLst>
          </p:cNvPr>
          <p:cNvSpPr>
            <a:spLocks noGrp="1"/>
          </p:cNvSpPr>
          <p:nvPr>
            <p:ph type="body" sz="quarter" idx="19" hasCustomPrompt="1"/>
          </p:nvPr>
        </p:nvSpPr>
        <p:spPr>
          <a:xfrm>
            <a:off x="739913" y="2024063"/>
            <a:ext cx="6419589" cy="3479590"/>
          </a:xfrm>
          <a:prstGeom prst="rect">
            <a:avLst/>
          </a:prstGeom>
          <a:solidFill>
            <a:schemeClr val="tx1"/>
          </a:solidFill>
        </p:spPr>
        <p:txBody>
          <a:bodyPr lIns="388800" tIns="1224000">
            <a:noAutofit/>
          </a:bodyPr>
          <a:lstStyle>
            <a:lvl1pPr marL="0" indent="0">
              <a:lnSpc>
                <a:spcPct val="100000"/>
              </a:lnSpc>
              <a:spcBef>
                <a:spcPts val="0"/>
              </a:spcBef>
              <a:spcAft>
                <a:spcPts val="0"/>
              </a:spcAft>
              <a:buFontTx/>
              <a:buNone/>
              <a:defRPr sz="2600">
                <a:solidFill>
                  <a:schemeClr val="bg2"/>
                </a:solidFill>
                <a:latin typeface="+mj-lt"/>
              </a:defRPr>
            </a:lvl1pPr>
            <a:lvl2pPr>
              <a:defRPr sz="1600"/>
            </a:lvl2pPr>
            <a:lvl3pPr>
              <a:defRPr sz="1600"/>
            </a:lvl3pPr>
            <a:lvl4pPr>
              <a:defRPr sz="1600"/>
            </a:lvl4pPr>
            <a:lvl5pPr>
              <a:defRPr sz="1600"/>
            </a:lvl5pPr>
          </a:lstStyle>
          <a:p>
            <a:pPr lvl="0"/>
            <a:r>
              <a:rPr lang="en-US" altLang="nn-NO" noProof="0"/>
              <a:t>Click to add firm</a:t>
            </a:r>
          </a:p>
        </p:txBody>
      </p:sp>
      <p:sp>
        <p:nvSpPr>
          <p:cNvPr id="14" name="Plassholder for tekst 19">
            <a:extLst>
              <a:ext uri="{FF2B5EF4-FFF2-40B4-BE49-F238E27FC236}">
                <a16:creationId xmlns:a16="http://schemas.microsoft.com/office/drawing/2014/main" id="{2313350E-9306-E648-B5F1-3CD357D00B58}"/>
              </a:ext>
            </a:extLst>
          </p:cNvPr>
          <p:cNvSpPr>
            <a:spLocks noGrp="1"/>
          </p:cNvSpPr>
          <p:nvPr>
            <p:ph type="body" sz="quarter" idx="17" hasCustomPrompt="1"/>
          </p:nvPr>
        </p:nvSpPr>
        <p:spPr>
          <a:xfrm>
            <a:off x="1228157" y="4368461"/>
            <a:ext cx="5064350" cy="638618"/>
          </a:xfrm>
          <a:prstGeom prst="rect">
            <a:avLst/>
          </a:prstGeom>
        </p:spPr>
        <p:txBody>
          <a:bodyPr lIns="0">
            <a:noAutofit/>
          </a:bodyPr>
          <a:lstStyle>
            <a:lvl1pPr marL="0" indent="0">
              <a:buFontTx/>
              <a:buNone/>
              <a:defRPr sz="14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15" name="Plassholder for tekst 21">
            <a:extLst>
              <a:ext uri="{FF2B5EF4-FFF2-40B4-BE49-F238E27FC236}">
                <a16:creationId xmlns:a16="http://schemas.microsoft.com/office/drawing/2014/main" id="{545E12C4-805C-4841-A6FA-838145960D69}"/>
              </a:ext>
            </a:extLst>
          </p:cNvPr>
          <p:cNvSpPr>
            <a:spLocks noGrp="1"/>
          </p:cNvSpPr>
          <p:nvPr>
            <p:ph type="body" sz="quarter" idx="18" hasCustomPrompt="1"/>
          </p:nvPr>
        </p:nvSpPr>
        <p:spPr>
          <a:xfrm>
            <a:off x="1228157" y="5127172"/>
            <a:ext cx="5064350" cy="307777"/>
          </a:xfrm>
          <a:prstGeom prst="rect">
            <a:avLst/>
          </a:prstGeom>
        </p:spPr>
        <p:txBody>
          <a:bodyPr lIns="0">
            <a:noAutofit/>
          </a:bodyPr>
          <a:lstStyle>
            <a:lvl1pPr marL="0" indent="0">
              <a:buFontTx/>
              <a:buNone/>
              <a:defRPr sz="11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10" name="TextBox 9">
            <a:extLst>
              <a:ext uri="{FF2B5EF4-FFF2-40B4-BE49-F238E27FC236}">
                <a16:creationId xmlns:a16="http://schemas.microsoft.com/office/drawing/2014/main" id="{C8762714-1165-483E-9790-600FD421FB67}"/>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tx1"/>
                </a:solidFill>
                <a:latin typeface="+mn-lt"/>
              </a:rPr>
              <a:t>Private and Confidential</a:t>
            </a:r>
          </a:p>
        </p:txBody>
      </p:sp>
      <p:sp>
        <p:nvSpPr>
          <p:cNvPr id="8" name="Text Placeholder 3">
            <a:extLst>
              <a:ext uri="{FF2B5EF4-FFF2-40B4-BE49-F238E27FC236}">
                <a16:creationId xmlns:a16="http://schemas.microsoft.com/office/drawing/2014/main" id="{EAA5311E-73B7-479C-9307-07A968711AAB}"/>
              </a:ext>
            </a:extLst>
          </p:cNvPr>
          <p:cNvSpPr>
            <a:spLocks noGrp="1"/>
          </p:cNvSpPr>
          <p:nvPr>
            <p:ph type="body" sz="quarter" idx="20" hasCustomPrompt="1"/>
          </p:nvPr>
        </p:nvSpPr>
        <p:spPr>
          <a:xfrm>
            <a:off x="1251241" y="3094124"/>
            <a:ext cx="1284923" cy="0"/>
          </a:xfrm>
          <a:ln w="9525">
            <a:solidFill>
              <a:schemeClr val="bg2"/>
            </a:solidFill>
          </a:ln>
        </p:spPr>
        <p:txBody>
          <a:bodyPr/>
          <a:lstStyle>
            <a:lvl1pPr>
              <a:buNone/>
              <a:defRPr/>
            </a:lvl1pPr>
            <a:lvl5pPr marL="0" indent="0" algn="l">
              <a:buFontTx/>
              <a:buNone/>
              <a:defRPr/>
            </a:lvl5pPr>
          </a:lstStyle>
          <a:p>
            <a:pPr lvl="4"/>
            <a:r>
              <a:rPr lang="en-GB"/>
              <a:t>   </a:t>
            </a:r>
          </a:p>
        </p:txBody>
      </p:sp>
    </p:spTree>
    <p:extLst>
      <p:ext uri="{BB962C8B-B14F-4D97-AF65-F5344CB8AC3E}">
        <p14:creationId xmlns:p14="http://schemas.microsoft.com/office/powerpoint/2010/main" val="253624620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mpany presentation - full picture background">
    <p:bg>
      <p:bgPr>
        <a:solidFill>
          <a:schemeClr val="tx1"/>
        </a:solidFill>
        <a:effectLst/>
      </p:bgPr>
    </p:bg>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AF72A888-FA13-3A43-B952-1B55FB5A8C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911" y="0"/>
            <a:ext cx="1775045" cy="668272"/>
          </a:xfrm>
          <a:prstGeom prst="rect">
            <a:avLst/>
          </a:prstGeom>
        </p:spPr>
      </p:pic>
      <p:sp>
        <p:nvSpPr>
          <p:cNvPr id="9" name="Plassholder for tekst 19">
            <a:extLst>
              <a:ext uri="{FF2B5EF4-FFF2-40B4-BE49-F238E27FC236}">
                <a16:creationId xmlns:a16="http://schemas.microsoft.com/office/drawing/2014/main" id="{3FC4CD8F-906B-4AB8-A137-7636084368D6}"/>
              </a:ext>
            </a:extLst>
          </p:cNvPr>
          <p:cNvSpPr>
            <a:spLocks noGrp="1"/>
          </p:cNvSpPr>
          <p:nvPr>
            <p:ph type="body" sz="quarter" idx="19" hasCustomPrompt="1"/>
          </p:nvPr>
        </p:nvSpPr>
        <p:spPr>
          <a:xfrm>
            <a:off x="739913" y="2024063"/>
            <a:ext cx="6419589" cy="3479590"/>
          </a:xfrm>
          <a:prstGeom prst="rect">
            <a:avLst/>
          </a:prstGeom>
          <a:solidFill>
            <a:schemeClr val="tx1"/>
          </a:solidFill>
        </p:spPr>
        <p:txBody>
          <a:bodyPr lIns="388800" tIns="1224000">
            <a:noAutofit/>
          </a:bodyPr>
          <a:lstStyle>
            <a:lvl1pPr marL="0" indent="0">
              <a:lnSpc>
                <a:spcPct val="100000"/>
              </a:lnSpc>
              <a:spcBef>
                <a:spcPts val="0"/>
              </a:spcBef>
              <a:spcAft>
                <a:spcPts val="0"/>
              </a:spcAft>
              <a:buFontTx/>
              <a:buNone/>
              <a:defRPr sz="2600">
                <a:solidFill>
                  <a:schemeClr val="bg2"/>
                </a:solidFill>
                <a:latin typeface="+mj-lt"/>
              </a:defRPr>
            </a:lvl1pPr>
            <a:lvl2pPr>
              <a:defRPr sz="1600"/>
            </a:lvl2pPr>
            <a:lvl3pPr>
              <a:defRPr sz="1600"/>
            </a:lvl3pPr>
            <a:lvl4pPr>
              <a:defRPr sz="1600"/>
            </a:lvl4pPr>
            <a:lvl5pPr>
              <a:defRPr sz="1600"/>
            </a:lvl5pPr>
          </a:lstStyle>
          <a:p>
            <a:pPr lvl="0"/>
            <a:r>
              <a:rPr lang="en-US" altLang="nn-NO" noProof="0"/>
              <a:t>Click to add firm</a:t>
            </a:r>
          </a:p>
        </p:txBody>
      </p:sp>
      <p:sp>
        <p:nvSpPr>
          <p:cNvPr id="13" name="Plassholder for tekst 19">
            <a:extLst>
              <a:ext uri="{FF2B5EF4-FFF2-40B4-BE49-F238E27FC236}">
                <a16:creationId xmlns:a16="http://schemas.microsoft.com/office/drawing/2014/main" id="{BF48D686-D52A-4159-B61C-23C6C5CF5D57}"/>
              </a:ext>
            </a:extLst>
          </p:cNvPr>
          <p:cNvSpPr>
            <a:spLocks noGrp="1"/>
          </p:cNvSpPr>
          <p:nvPr>
            <p:ph type="body" sz="quarter" idx="17" hasCustomPrompt="1"/>
          </p:nvPr>
        </p:nvSpPr>
        <p:spPr>
          <a:xfrm>
            <a:off x="1231100" y="4368461"/>
            <a:ext cx="5064350" cy="638618"/>
          </a:xfrm>
          <a:prstGeom prst="rect">
            <a:avLst/>
          </a:prstGeom>
        </p:spPr>
        <p:txBody>
          <a:bodyPr lIns="0">
            <a:noAutofit/>
          </a:bodyPr>
          <a:lstStyle>
            <a:lvl1pPr marL="0" indent="0">
              <a:buFontTx/>
              <a:buNone/>
              <a:defRPr sz="1400">
                <a:solidFill>
                  <a:schemeClr val="bg2"/>
                </a:solidFill>
              </a:defRPr>
            </a:lvl1pPr>
            <a:lvl2pPr>
              <a:defRPr sz="1600"/>
            </a:lvl2pPr>
            <a:lvl3pPr>
              <a:defRPr sz="1600"/>
            </a:lvl3pPr>
            <a:lvl4pPr>
              <a:defRPr sz="1600"/>
            </a:lvl4pPr>
            <a:lvl5pPr>
              <a:defRPr sz="1600"/>
            </a:lvl5pPr>
          </a:lstStyle>
          <a:p>
            <a:pPr lvl="0"/>
            <a:r>
              <a:rPr lang="en-US" altLang="nn-NO" noProof="0"/>
              <a:t>Click to add subtitle</a:t>
            </a:r>
          </a:p>
        </p:txBody>
      </p:sp>
      <p:sp>
        <p:nvSpPr>
          <p:cNvPr id="14" name="Plassholder for tekst 21">
            <a:extLst>
              <a:ext uri="{FF2B5EF4-FFF2-40B4-BE49-F238E27FC236}">
                <a16:creationId xmlns:a16="http://schemas.microsoft.com/office/drawing/2014/main" id="{7A62A0B5-0953-47A1-8603-C98D729D7F03}"/>
              </a:ext>
            </a:extLst>
          </p:cNvPr>
          <p:cNvSpPr>
            <a:spLocks noGrp="1"/>
          </p:cNvSpPr>
          <p:nvPr>
            <p:ph type="body" sz="quarter" idx="18" hasCustomPrompt="1"/>
          </p:nvPr>
        </p:nvSpPr>
        <p:spPr>
          <a:xfrm>
            <a:off x="1231100" y="5127172"/>
            <a:ext cx="5064350" cy="307777"/>
          </a:xfrm>
          <a:prstGeom prst="rect">
            <a:avLst/>
          </a:prstGeom>
        </p:spPr>
        <p:txBody>
          <a:bodyPr lIns="0">
            <a:noAutofit/>
          </a:bodyPr>
          <a:lstStyle>
            <a:lvl1pPr marL="0" indent="0">
              <a:buFontTx/>
              <a:buNone/>
              <a:defRPr sz="1100">
                <a:solidFill>
                  <a:schemeClr val="bg2"/>
                </a:solidFill>
              </a:defRPr>
            </a:lvl1pPr>
            <a:lvl2pPr>
              <a:defRPr sz="1200"/>
            </a:lvl2pPr>
            <a:lvl3pPr>
              <a:defRPr sz="1200"/>
            </a:lvl3pPr>
            <a:lvl4pPr>
              <a:defRPr sz="1200"/>
            </a:lvl4pPr>
            <a:lvl5pPr>
              <a:defRPr sz="1200"/>
            </a:lvl5pPr>
          </a:lstStyle>
          <a:p>
            <a:pPr lvl="0"/>
            <a:r>
              <a:rPr lang="en-US" noProof="0"/>
              <a:t>Click to add date and endorsement</a:t>
            </a:r>
          </a:p>
        </p:txBody>
      </p:sp>
      <p:sp>
        <p:nvSpPr>
          <p:cNvPr id="7" name="TextBox 6">
            <a:extLst>
              <a:ext uri="{FF2B5EF4-FFF2-40B4-BE49-F238E27FC236}">
                <a16:creationId xmlns:a16="http://schemas.microsoft.com/office/drawing/2014/main" id="{A8A2D42A-AFD6-4111-AE63-B6BF2699A34E}"/>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bg2"/>
                </a:solidFill>
                <a:latin typeface="+mn-lt"/>
              </a:rPr>
              <a:t>Private and Confidential</a:t>
            </a:r>
          </a:p>
        </p:txBody>
      </p:sp>
      <p:sp>
        <p:nvSpPr>
          <p:cNvPr id="8" name="Line">
            <a:extLst>
              <a:ext uri="{FF2B5EF4-FFF2-40B4-BE49-F238E27FC236}">
                <a16:creationId xmlns:a16="http://schemas.microsoft.com/office/drawing/2014/main" id="{1440CE6E-D3DD-4DD7-8D31-7DD3D627BE67}"/>
              </a:ext>
            </a:extLst>
          </p:cNvPr>
          <p:cNvSpPr>
            <a:spLocks noGrp="1"/>
          </p:cNvSpPr>
          <p:nvPr>
            <p:ph type="body" sz="quarter" idx="20" hasCustomPrompt="1"/>
          </p:nvPr>
        </p:nvSpPr>
        <p:spPr>
          <a:xfrm>
            <a:off x="1251241" y="3094124"/>
            <a:ext cx="1284923" cy="0"/>
          </a:xfrm>
          <a:ln w="9525">
            <a:solidFill>
              <a:schemeClr val="bg2"/>
            </a:solidFill>
          </a:ln>
        </p:spPr>
        <p:txBody>
          <a:bodyPr/>
          <a:lstStyle>
            <a:lvl1pPr>
              <a:buNone/>
              <a:defRPr/>
            </a:lvl1pPr>
            <a:lvl5pPr marL="0" indent="0" algn="l">
              <a:buFontTx/>
              <a:buNone/>
              <a:defRPr/>
            </a:lvl5pPr>
          </a:lstStyle>
          <a:p>
            <a:pPr lvl="4"/>
            <a:r>
              <a:rPr lang="en-GB"/>
              <a:t>   </a:t>
            </a:r>
          </a:p>
        </p:txBody>
      </p:sp>
    </p:spTree>
    <p:extLst>
      <p:ext uri="{BB962C8B-B14F-4D97-AF65-F5344CB8AC3E}">
        <p14:creationId xmlns:p14="http://schemas.microsoft.com/office/powerpoint/2010/main" val="2079055582"/>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630984BC-546B-1D40-82F4-E40C32D63D91}"/>
              </a:ext>
            </a:extLst>
          </p:cNvPr>
          <p:cNvSpPr>
            <a:spLocks noGrp="1"/>
          </p:cNvSpPr>
          <p:nvPr>
            <p:ph type="pic" sz="quarter" idx="13"/>
          </p:nvPr>
        </p:nvSpPr>
        <p:spPr>
          <a:xfrm>
            <a:off x="0" y="1700213"/>
            <a:ext cx="7753846" cy="4169650"/>
          </a:xfrm>
          <a:prstGeom prst="rect">
            <a:avLst/>
          </a:prstGeom>
        </p:spPr>
        <p:txBody>
          <a:bodyPr anchor="ctr"/>
          <a:lstStyle>
            <a:lvl1pPr marL="0" indent="0" algn="ctr">
              <a:buFontTx/>
              <a:buNone/>
              <a:defRPr/>
            </a:lvl1pPr>
          </a:lstStyle>
          <a:p>
            <a:r>
              <a:rPr lang="en-US"/>
              <a:t>Click icon to add picture</a:t>
            </a:r>
            <a:endParaRPr lang="nb-NO"/>
          </a:p>
        </p:txBody>
      </p:sp>
      <p:sp>
        <p:nvSpPr>
          <p:cNvPr id="6" name="Text Placeholder 4"/>
          <p:cNvSpPr>
            <a:spLocks noGrp="1"/>
          </p:cNvSpPr>
          <p:nvPr>
            <p:ph type="body" sz="quarter" idx="12" hasCustomPrompt="1"/>
          </p:nvPr>
        </p:nvSpPr>
        <p:spPr>
          <a:xfrm>
            <a:off x="420078" y="6428041"/>
            <a:ext cx="9841308" cy="349250"/>
          </a:xfrm>
          <a:prstGeom prst="rect">
            <a:avLst/>
          </a:prstGeom>
        </p:spPr>
        <p:txBody>
          <a:bodyPr lIns="0" rIns="0" anchor="t" anchorCtr="0">
            <a:noAutofit/>
          </a:bodyPr>
          <a:lstStyle>
            <a:lvl1pPr marL="0" indent="0">
              <a:spcBef>
                <a:spcPts val="0"/>
              </a:spcBef>
              <a:spcAft>
                <a:spcPts val="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nb-NO" err="1"/>
              <a:t>Add</a:t>
            </a:r>
            <a:r>
              <a:rPr lang="nb-NO"/>
              <a:t> </a:t>
            </a:r>
            <a:r>
              <a:rPr lang="nb-NO" err="1"/>
              <a:t>footnote</a:t>
            </a:r>
            <a:endParaRPr lang="nb-NO"/>
          </a:p>
        </p:txBody>
      </p:sp>
      <p:sp>
        <p:nvSpPr>
          <p:cNvPr id="7" name="Plassholder for tekst 6">
            <a:extLst>
              <a:ext uri="{FF2B5EF4-FFF2-40B4-BE49-F238E27FC236}">
                <a16:creationId xmlns:a16="http://schemas.microsoft.com/office/drawing/2014/main" id="{B22339AC-C7A5-5545-A876-4905B8304938}"/>
              </a:ext>
            </a:extLst>
          </p:cNvPr>
          <p:cNvSpPr>
            <a:spLocks noGrp="1"/>
          </p:cNvSpPr>
          <p:nvPr>
            <p:ph type="body" sz="quarter" idx="14" hasCustomPrompt="1"/>
          </p:nvPr>
        </p:nvSpPr>
        <p:spPr>
          <a:xfrm>
            <a:off x="5632939" y="2024063"/>
            <a:ext cx="6135077" cy="3456384"/>
          </a:xfrm>
          <a:prstGeom prst="rect">
            <a:avLst/>
          </a:prstGeom>
          <a:solidFill>
            <a:srgbClr val="F2F2F2"/>
          </a:solidFill>
          <a:ln>
            <a:solidFill>
              <a:srgbClr val="F2F2F2"/>
            </a:solidFill>
          </a:ln>
        </p:spPr>
        <p:txBody>
          <a:bodyPr lIns="360000" tIns="900000" rIns="180000" bIns="144000"/>
          <a:lstStyle>
            <a:lvl1pPr indent="-270007">
              <a:buSzPct val="100000"/>
              <a:buFont typeface="+mj-lt"/>
              <a:buAutoNum type="arabicPeriod"/>
              <a:defRPr lang="nb-NO" sz="1400" b="0" i="0" baseline="0" dirty="0" smtClean="0">
                <a:solidFill>
                  <a:schemeClr val="tx2"/>
                </a:solidFill>
                <a:latin typeface="+mn-lt"/>
                <a:ea typeface="+mn-ea"/>
                <a:cs typeface="Segoe UI Historic" panose="020B0502040204020203" pitchFamily="34" charset="0"/>
              </a:defRPr>
            </a:lvl1pPr>
          </a:lstStyle>
          <a:p>
            <a:pPr lvl="0"/>
            <a:r>
              <a:rPr lang="en-US" noProof="0"/>
              <a:t>Click to add text</a:t>
            </a:r>
          </a:p>
        </p:txBody>
      </p:sp>
      <p:sp>
        <p:nvSpPr>
          <p:cNvPr id="8" name="Title 1">
            <a:extLst>
              <a:ext uri="{FF2B5EF4-FFF2-40B4-BE49-F238E27FC236}">
                <a16:creationId xmlns:a16="http://schemas.microsoft.com/office/drawing/2014/main" id="{5954A452-82B2-487B-9E32-92C635E79A35}"/>
              </a:ext>
            </a:extLst>
          </p:cNvPr>
          <p:cNvSpPr>
            <a:spLocks noGrp="1"/>
          </p:cNvSpPr>
          <p:nvPr>
            <p:ph type="title"/>
          </p:nvPr>
        </p:nvSpPr>
        <p:spPr>
          <a:xfrm>
            <a:off x="428844" y="478112"/>
            <a:ext cx="11344031" cy="400110"/>
          </a:xfrm>
        </p:spPr>
        <p:txBody>
          <a:bodyPr lIns="0" rIns="0" anchor="t" anchorCtr="0"/>
          <a:lstStyle>
            <a:lvl1pPr>
              <a:lnSpc>
                <a:spcPct val="100000"/>
              </a:lnSpc>
              <a:defRPr sz="2600"/>
            </a:lvl1pPr>
          </a:lstStyle>
          <a:p>
            <a:r>
              <a:rPr lang="en-US" noProof="0"/>
              <a:t>Click to edit Master title style</a:t>
            </a:r>
          </a:p>
        </p:txBody>
      </p:sp>
      <p:sp>
        <p:nvSpPr>
          <p:cNvPr id="9" name="Text Placeholder 4">
            <a:extLst>
              <a:ext uri="{FF2B5EF4-FFF2-40B4-BE49-F238E27FC236}">
                <a16:creationId xmlns:a16="http://schemas.microsoft.com/office/drawing/2014/main" id="{CDA25799-76E4-4521-BF58-A59683EE2FEB}"/>
              </a:ext>
            </a:extLst>
          </p:cNvPr>
          <p:cNvSpPr>
            <a:spLocks noGrp="1"/>
          </p:cNvSpPr>
          <p:nvPr>
            <p:ph type="body" sz="quarter" idx="11" hasCustomPrompt="1"/>
          </p:nvPr>
        </p:nvSpPr>
        <p:spPr>
          <a:xfrm>
            <a:off x="427520" y="907903"/>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Click to add subtitle</a:t>
            </a:r>
          </a:p>
        </p:txBody>
      </p:sp>
      <p:sp>
        <p:nvSpPr>
          <p:cNvPr id="10" name="Line">
            <a:extLst>
              <a:ext uri="{FF2B5EF4-FFF2-40B4-BE49-F238E27FC236}">
                <a16:creationId xmlns:a16="http://schemas.microsoft.com/office/drawing/2014/main" id="{9F797104-7581-40DA-AC6C-7822ACDFD061}"/>
              </a:ext>
            </a:extLst>
          </p:cNvPr>
          <p:cNvSpPr>
            <a:spLocks noGrp="1"/>
          </p:cNvSpPr>
          <p:nvPr>
            <p:ph type="body" sz="quarter" idx="20" hasCustomPrompt="1"/>
          </p:nvPr>
        </p:nvSpPr>
        <p:spPr>
          <a:xfrm>
            <a:off x="6090345" y="2519752"/>
            <a:ext cx="1284923" cy="0"/>
          </a:xfrm>
          <a:ln w="9525">
            <a:solidFill>
              <a:schemeClr val="tx2"/>
            </a:solidFill>
          </a:ln>
        </p:spPr>
        <p:txBody>
          <a:bodyPr/>
          <a:lstStyle>
            <a:lvl1pPr>
              <a:buNone/>
              <a:defRPr/>
            </a:lvl1pPr>
            <a:lvl5pPr marL="0" indent="0" algn="l">
              <a:buFontTx/>
              <a:buNone/>
              <a:defRPr/>
            </a:lvl5pPr>
          </a:lstStyle>
          <a:p>
            <a:pPr lvl="4"/>
            <a:r>
              <a:rPr lang="en-GB"/>
              <a:t>   </a:t>
            </a:r>
          </a:p>
        </p:txBody>
      </p:sp>
    </p:spTree>
    <p:extLst>
      <p:ext uri="{BB962C8B-B14F-4D97-AF65-F5344CB8AC3E}">
        <p14:creationId xmlns:p14="http://schemas.microsoft.com/office/powerpoint/2010/main" val="4404441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Full picture slide">
    <p:bg>
      <p:bgRef idx="1001">
        <a:schemeClr val="bg1"/>
      </p:bgRef>
    </p:bg>
    <p:spTree>
      <p:nvGrpSpPr>
        <p:cNvPr id="1" name=""/>
        <p:cNvGrpSpPr/>
        <p:nvPr/>
      </p:nvGrpSpPr>
      <p:grpSpPr>
        <a:xfrm>
          <a:off x="0" y="0"/>
          <a:ext cx="0" cy="0"/>
          <a:chOff x="0" y="0"/>
          <a:chExt cx="0" cy="0"/>
        </a:xfrm>
      </p:grpSpPr>
      <p:sp>
        <p:nvSpPr>
          <p:cNvPr id="4" name="Plassholder for bilde 3">
            <a:extLst>
              <a:ext uri="{FF2B5EF4-FFF2-40B4-BE49-F238E27FC236}">
                <a16:creationId xmlns:a16="http://schemas.microsoft.com/office/drawing/2014/main" id="{ABBE99E1-59A2-E24A-80E6-C59C2504AEDA}"/>
              </a:ext>
            </a:extLst>
          </p:cNvPr>
          <p:cNvSpPr>
            <a:spLocks noGrp="1" noChangeAspect="1"/>
          </p:cNvSpPr>
          <p:nvPr>
            <p:ph type="pic" sz="quarter" idx="15"/>
          </p:nvPr>
        </p:nvSpPr>
        <p:spPr>
          <a:xfrm>
            <a:off x="2" y="0"/>
            <a:ext cx="12215447" cy="6858000"/>
          </a:xfrm>
          <a:prstGeom prst="rect">
            <a:avLst/>
          </a:prstGeom>
        </p:spPr>
        <p:txBody>
          <a:bodyPr anchor="ctr"/>
          <a:lstStyle>
            <a:lvl1pPr algn="ctr">
              <a:buFontTx/>
              <a:buNone/>
              <a:defRPr>
                <a:solidFill>
                  <a:schemeClr val="tx1"/>
                </a:solidFill>
              </a:defRPr>
            </a:lvl1pPr>
          </a:lstStyle>
          <a:p>
            <a:r>
              <a:rPr lang="en-US"/>
              <a:t>Click icon to add picture</a:t>
            </a:r>
            <a:endParaRPr lang="nb-NO"/>
          </a:p>
        </p:txBody>
      </p:sp>
      <p:sp>
        <p:nvSpPr>
          <p:cNvPr id="6" name="TextBox 5">
            <a:extLst>
              <a:ext uri="{FF2B5EF4-FFF2-40B4-BE49-F238E27FC236}">
                <a16:creationId xmlns:a16="http://schemas.microsoft.com/office/drawing/2014/main" id="{C723D8D7-9939-4164-800F-A4C8E2F6743D}"/>
              </a:ext>
            </a:extLst>
          </p:cNvPr>
          <p:cNvSpPr txBox="1"/>
          <p:nvPr/>
        </p:nvSpPr>
        <p:spPr>
          <a:xfrm>
            <a:off x="10277373" y="6183335"/>
            <a:ext cx="1607425" cy="215444"/>
          </a:xfrm>
          <a:prstGeom prst="rect">
            <a:avLst/>
          </a:prstGeom>
          <a:noFill/>
        </p:spPr>
        <p:txBody>
          <a:bodyPr wrap="square" rtlCol="0">
            <a:spAutoFit/>
          </a:bodyPr>
          <a:lstStyle/>
          <a:p>
            <a:pPr marL="0" indent="0" algn="r">
              <a:buNone/>
            </a:pPr>
            <a:r>
              <a:rPr lang="en-GB" sz="800">
                <a:solidFill>
                  <a:schemeClr val="bg2"/>
                </a:solidFill>
                <a:latin typeface="+mn-lt"/>
              </a:rPr>
              <a:t>Private and Confidential</a:t>
            </a:r>
          </a:p>
        </p:txBody>
      </p:sp>
    </p:spTree>
    <p:extLst>
      <p:ext uri="{BB962C8B-B14F-4D97-AF65-F5344CB8AC3E}">
        <p14:creationId xmlns:p14="http://schemas.microsoft.com/office/powerpoint/2010/main" val="186030529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hapter slide - dark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3D9F3E3-B80B-C748-9C43-07C032E7BAFF}"/>
              </a:ext>
            </a:extLst>
          </p:cNvPr>
          <p:cNvCxnSpPr/>
          <p:nvPr/>
        </p:nvCxnSpPr>
        <p:spPr bwMode="auto">
          <a:xfrm>
            <a:off x="1221612" y="2492896"/>
            <a:ext cx="1284923" cy="0"/>
          </a:xfrm>
          <a:prstGeom prst="line">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Rectangle 3">
            <a:extLst>
              <a:ext uri="{FF2B5EF4-FFF2-40B4-BE49-F238E27FC236}">
                <a16:creationId xmlns:a16="http://schemas.microsoft.com/office/drawing/2014/main" id="{FDA8B921-6CC6-3A43-A507-B7CB45B42953}"/>
              </a:ext>
            </a:extLst>
          </p:cNvPr>
          <p:cNvSpPr>
            <a:spLocks noGrp="1" noChangeArrowheads="1"/>
          </p:cNvSpPr>
          <p:nvPr>
            <p:ph type="ctrTitle" hasCustomPrompt="1"/>
          </p:nvPr>
        </p:nvSpPr>
        <p:spPr>
          <a:xfrm>
            <a:off x="1224229" y="2850640"/>
            <a:ext cx="7001393" cy="512961"/>
          </a:xfrm>
          <a:prstGeom prst="rect">
            <a:avLst/>
          </a:prstGeom>
        </p:spPr>
        <p:txBody>
          <a:bodyPr anchor="t"/>
          <a:lstStyle>
            <a:lvl1pPr>
              <a:lnSpc>
                <a:spcPts val="4000"/>
              </a:lnSpc>
              <a:defRPr sz="3600" b="0" i="0" baseline="0">
                <a:solidFill>
                  <a:schemeClr val="bg1"/>
                </a:solidFill>
                <a:latin typeface="+mj-lt"/>
                <a:cs typeface="Segoe UI Historic" panose="020B0502040204020203" pitchFamily="34" charset="0"/>
              </a:defRPr>
            </a:lvl1pPr>
          </a:lstStyle>
          <a:p>
            <a:pPr lvl="0"/>
            <a:r>
              <a:rPr lang="en-GB" altLang="nn-NO" noProof="0"/>
              <a:t>Click to edit Chapter title</a:t>
            </a:r>
            <a:endParaRPr lang="en-US" altLang="nn-NO" noProof="0"/>
          </a:p>
        </p:txBody>
      </p:sp>
      <p:sp>
        <p:nvSpPr>
          <p:cNvPr id="7" name="Rectangle 4">
            <a:extLst>
              <a:ext uri="{FF2B5EF4-FFF2-40B4-BE49-F238E27FC236}">
                <a16:creationId xmlns:a16="http://schemas.microsoft.com/office/drawing/2014/main" id="{F85D9E1A-B399-42F8-A698-E9871E09E0CB}"/>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bg1"/>
                </a:solidFill>
                <a:latin typeface="+mn-lt"/>
                <a:cs typeface="Segoe UI Historic" panose="020B0502040204020203" pitchFamily="34" charset="0"/>
              </a:defRPr>
            </a:lvl1pPr>
          </a:lstStyle>
          <a:p>
            <a:pPr lvl="0"/>
            <a:r>
              <a:rPr lang="en-GB" altLang="nn-NO" noProof="0"/>
              <a:t>Click to edit subtitle</a:t>
            </a:r>
          </a:p>
        </p:txBody>
      </p:sp>
    </p:spTree>
    <p:extLst>
      <p:ext uri="{BB962C8B-B14F-4D97-AF65-F5344CB8AC3E}">
        <p14:creationId xmlns:p14="http://schemas.microsoft.com/office/powerpoint/2010/main" val="30477845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hapter slide -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53D9F3E3-B80B-C748-9C43-07C032E7BAFF}"/>
              </a:ext>
            </a:extLst>
          </p:cNvPr>
          <p:cNvCxnSpPr/>
          <p:nvPr/>
        </p:nvCxnSpPr>
        <p:spPr bwMode="auto">
          <a:xfrm>
            <a:off x="1221612" y="2492896"/>
            <a:ext cx="1284923" cy="0"/>
          </a:xfrm>
          <a:prstGeom prst="line">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Rectangle 3">
            <a:extLst>
              <a:ext uri="{FF2B5EF4-FFF2-40B4-BE49-F238E27FC236}">
                <a16:creationId xmlns:a16="http://schemas.microsoft.com/office/drawing/2014/main" id="{8A274983-6902-440E-AC28-791AE05849D8}"/>
              </a:ext>
            </a:extLst>
          </p:cNvPr>
          <p:cNvSpPr>
            <a:spLocks noGrp="1" noChangeArrowheads="1"/>
          </p:cNvSpPr>
          <p:nvPr>
            <p:ph type="ctrTitle" hasCustomPrompt="1"/>
          </p:nvPr>
        </p:nvSpPr>
        <p:spPr>
          <a:xfrm>
            <a:off x="1221155" y="2850640"/>
            <a:ext cx="7001393" cy="512961"/>
          </a:xfrm>
          <a:prstGeom prst="rect">
            <a:avLst/>
          </a:prstGeom>
        </p:spPr>
        <p:txBody>
          <a:bodyPr anchor="t"/>
          <a:lstStyle>
            <a:lvl1pPr>
              <a:lnSpc>
                <a:spcPts val="4000"/>
              </a:lnSpc>
              <a:defRPr sz="3600" b="0" i="0" baseline="0">
                <a:solidFill>
                  <a:schemeClr val="bg1"/>
                </a:solidFill>
                <a:latin typeface="+mj-lt"/>
                <a:cs typeface="Segoe UI Historic" panose="020B0502040204020203" pitchFamily="34" charset="0"/>
              </a:defRPr>
            </a:lvl1pPr>
          </a:lstStyle>
          <a:p>
            <a:pPr lvl="0"/>
            <a:r>
              <a:rPr lang="en-GB" altLang="nn-NO" noProof="0"/>
              <a:t>Click to edit Chapter title</a:t>
            </a:r>
            <a:endParaRPr lang="en-US" altLang="nn-NO" noProof="0"/>
          </a:p>
        </p:txBody>
      </p:sp>
      <p:sp>
        <p:nvSpPr>
          <p:cNvPr id="8" name="Rectangle 4">
            <a:extLst>
              <a:ext uri="{FF2B5EF4-FFF2-40B4-BE49-F238E27FC236}">
                <a16:creationId xmlns:a16="http://schemas.microsoft.com/office/drawing/2014/main" id="{4EFE8E3C-DAC9-453E-9D03-4D2C100B102E}"/>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bg1"/>
                </a:solidFill>
                <a:latin typeface="+mn-lt"/>
                <a:cs typeface="Segoe UI Historic" panose="020B0502040204020203" pitchFamily="34" charset="0"/>
              </a:defRPr>
            </a:lvl1pPr>
          </a:lstStyle>
          <a:p>
            <a:pPr lvl="0"/>
            <a:r>
              <a:rPr lang="en-GB" altLang="nn-NO" noProof="0"/>
              <a:t>Click to edit subtitle</a:t>
            </a:r>
          </a:p>
        </p:txBody>
      </p:sp>
    </p:spTree>
    <p:extLst>
      <p:ext uri="{BB962C8B-B14F-4D97-AF65-F5344CB8AC3E}">
        <p14:creationId xmlns:p14="http://schemas.microsoft.com/office/powerpoint/2010/main" val="37225685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hapter slide - 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9B3F6A7-CCDD-2D47-8510-FE372C79DCF5}"/>
              </a:ext>
            </a:extLst>
          </p:cNvPr>
          <p:cNvCxnSpPr/>
          <p:nvPr/>
        </p:nvCxnSpPr>
        <p:spPr bwMode="auto">
          <a:xfrm>
            <a:off x="1221612" y="2492896"/>
            <a:ext cx="12849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3">
            <a:extLst>
              <a:ext uri="{FF2B5EF4-FFF2-40B4-BE49-F238E27FC236}">
                <a16:creationId xmlns:a16="http://schemas.microsoft.com/office/drawing/2014/main" id="{B6CAE8A4-3EDC-41A3-9D13-C245C8F376FD}"/>
              </a:ext>
            </a:extLst>
          </p:cNvPr>
          <p:cNvSpPr>
            <a:spLocks noGrp="1" noChangeArrowheads="1"/>
          </p:cNvSpPr>
          <p:nvPr>
            <p:ph type="ctrTitle" hasCustomPrompt="1"/>
          </p:nvPr>
        </p:nvSpPr>
        <p:spPr>
          <a:xfrm>
            <a:off x="1221155" y="2850640"/>
            <a:ext cx="7001393" cy="512961"/>
          </a:xfrm>
          <a:prstGeom prst="rect">
            <a:avLst/>
          </a:prstGeom>
        </p:spPr>
        <p:txBody>
          <a:bodyPr anchor="t"/>
          <a:lstStyle>
            <a:lvl1pPr>
              <a:lnSpc>
                <a:spcPts val="4000"/>
              </a:lnSpc>
              <a:defRPr sz="3600" b="0" i="0" baseline="0">
                <a:solidFill>
                  <a:schemeClr val="tx1"/>
                </a:solidFill>
                <a:latin typeface="+mj-lt"/>
                <a:cs typeface="Segoe UI Historic" panose="020B0502040204020203" pitchFamily="34" charset="0"/>
              </a:defRPr>
            </a:lvl1pPr>
          </a:lstStyle>
          <a:p>
            <a:pPr lvl="0"/>
            <a:r>
              <a:rPr lang="en-GB" altLang="nn-NO" noProof="0"/>
              <a:t>Click to edit Chapter title</a:t>
            </a:r>
            <a:endParaRPr lang="en-US" altLang="nn-NO" noProof="0"/>
          </a:p>
        </p:txBody>
      </p:sp>
      <p:sp>
        <p:nvSpPr>
          <p:cNvPr id="11" name="Rectangle 4">
            <a:extLst>
              <a:ext uri="{FF2B5EF4-FFF2-40B4-BE49-F238E27FC236}">
                <a16:creationId xmlns:a16="http://schemas.microsoft.com/office/drawing/2014/main" id="{B72A73A6-C92E-4BF1-B2FF-44C34614182D}"/>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tx1"/>
                </a:solidFill>
                <a:latin typeface="+mn-lt"/>
                <a:cs typeface="Segoe UI Historic" panose="020B0502040204020203" pitchFamily="34" charset="0"/>
              </a:defRPr>
            </a:lvl1pPr>
          </a:lstStyle>
          <a:p>
            <a:pPr lvl="0"/>
            <a:r>
              <a:rPr lang="en-GB" altLang="nn-NO" noProof="0"/>
              <a:t>Click to edit subtitle</a:t>
            </a:r>
          </a:p>
        </p:txBody>
      </p:sp>
    </p:spTree>
    <p:extLst>
      <p:ext uri="{BB962C8B-B14F-4D97-AF65-F5344CB8AC3E}">
        <p14:creationId xmlns:p14="http://schemas.microsoft.com/office/powerpoint/2010/main" val="158198835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hapter slide - gra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9B3F6A7-CCDD-2D47-8510-FE372C79DCF5}"/>
              </a:ext>
            </a:extLst>
          </p:cNvPr>
          <p:cNvCxnSpPr/>
          <p:nvPr/>
        </p:nvCxnSpPr>
        <p:spPr bwMode="auto">
          <a:xfrm>
            <a:off x="1221612" y="2492896"/>
            <a:ext cx="1284923"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Rectangle 3">
            <a:extLst>
              <a:ext uri="{FF2B5EF4-FFF2-40B4-BE49-F238E27FC236}">
                <a16:creationId xmlns:a16="http://schemas.microsoft.com/office/drawing/2014/main" id="{0751E570-94E3-4838-8D8D-E43E14F632BB}"/>
              </a:ext>
            </a:extLst>
          </p:cNvPr>
          <p:cNvSpPr>
            <a:spLocks noGrp="1" noChangeArrowheads="1"/>
          </p:cNvSpPr>
          <p:nvPr>
            <p:ph type="ctrTitle" hasCustomPrompt="1"/>
          </p:nvPr>
        </p:nvSpPr>
        <p:spPr>
          <a:xfrm>
            <a:off x="1221155" y="2850640"/>
            <a:ext cx="7001393" cy="512961"/>
          </a:xfrm>
          <a:prstGeom prst="rect">
            <a:avLst/>
          </a:prstGeom>
        </p:spPr>
        <p:txBody>
          <a:bodyPr anchor="t"/>
          <a:lstStyle>
            <a:lvl1pPr>
              <a:lnSpc>
                <a:spcPts val="4000"/>
              </a:lnSpc>
              <a:defRPr sz="3600" b="0" i="0" baseline="0">
                <a:solidFill>
                  <a:schemeClr val="tx1"/>
                </a:solidFill>
                <a:latin typeface="+mj-lt"/>
                <a:cs typeface="Segoe UI Historic" panose="020B0502040204020203" pitchFamily="34" charset="0"/>
              </a:defRPr>
            </a:lvl1pPr>
          </a:lstStyle>
          <a:p>
            <a:pPr lvl="0"/>
            <a:r>
              <a:rPr lang="en-GB" altLang="nn-NO" noProof="0"/>
              <a:t>Click to edit Chapter title</a:t>
            </a:r>
            <a:endParaRPr lang="en-US" altLang="nn-NO" noProof="0"/>
          </a:p>
        </p:txBody>
      </p:sp>
      <p:sp>
        <p:nvSpPr>
          <p:cNvPr id="11" name="Rectangle 4">
            <a:extLst>
              <a:ext uri="{FF2B5EF4-FFF2-40B4-BE49-F238E27FC236}">
                <a16:creationId xmlns:a16="http://schemas.microsoft.com/office/drawing/2014/main" id="{CAE6E13F-1E91-4EA3-93C2-58EE62173CEF}"/>
              </a:ext>
            </a:extLst>
          </p:cNvPr>
          <p:cNvSpPr>
            <a:spLocks noGrp="1" noChangeArrowheads="1"/>
          </p:cNvSpPr>
          <p:nvPr>
            <p:ph type="subTitle" idx="1" hasCustomPrompt="1"/>
          </p:nvPr>
        </p:nvSpPr>
        <p:spPr>
          <a:xfrm>
            <a:off x="1228537" y="4129335"/>
            <a:ext cx="6845668" cy="968876"/>
          </a:xfrm>
          <a:prstGeom prst="rect">
            <a:avLst/>
          </a:prstGeom>
        </p:spPr>
        <p:txBody>
          <a:bodyPr lIns="0" rIns="0" anchor="t"/>
          <a:lstStyle>
            <a:lvl1pPr marL="0" indent="0">
              <a:buFont typeface="Wingdings 3" pitchFamily="18" charset="2"/>
              <a:buNone/>
              <a:defRPr sz="1800" b="0" i="0">
                <a:solidFill>
                  <a:schemeClr val="tx1"/>
                </a:solidFill>
                <a:latin typeface="+mn-lt"/>
                <a:cs typeface="Segoe UI Historic" panose="020B0502040204020203" pitchFamily="34" charset="0"/>
              </a:defRPr>
            </a:lvl1pPr>
          </a:lstStyle>
          <a:p>
            <a:pPr lvl="0"/>
            <a:r>
              <a:rPr lang="en-GB" altLang="nn-NO" noProof="0"/>
              <a:t>Click to edit subtitle</a:t>
            </a:r>
          </a:p>
        </p:txBody>
      </p:sp>
    </p:spTree>
    <p:extLst>
      <p:ext uri="{BB962C8B-B14F-4D97-AF65-F5344CB8AC3E}">
        <p14:creationId xmlns:p14="http://schemas.microsoft.com/office/powerpoint/2010/main" val="135669995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340" name="Rectangle 4"/>
          <p:cNvSpPr>
            <a:spLocks noGrp="1" noChangeArrowheads="1"/>
          </p:cNvSpPr>
          <p:nvPr>
            <p:ph type="subTitle" idx="1" hasCustomPrompt="1"/>
          </p:nvPr>
        </p:nvSpPr>
        <p:spPr>
          <a:xfrm>
            <a:off x="1221614" y="2420890"/>
            <a:ext cx="5231851" cy="2160238"/>
          </a:xfrm>
          <a:prstGeom prst="rect">
            <a:avLst/>
          </a:prstGeom>
        </p:spPr>
        <p:txBody>
          <a:bodyPr lIns="0" rIns="0" anchor="t"/>
          <a:lstStyle>
            <a:lvl1pPr marL="0" indent="0">
              <a:buFont typeface="Wingdings 3" pitchFamily="18" charset="2"/>
              <a:buNone/>
              <a:defRPr sz="2000" b="0" i="0">
                <a:solidFill>
                  <a:schemeClr val="tx1"/>
                </a:solidFill>
                <a:latin typeface="+mj-lt"/>
                <a:cs typeface="Merriweather" panose="02000000000000000000" pitchFamily="2" charset="77"/>
              </a:defRPr>
            </a:lvl1pPr>
          </a:lstStyle>
          <a:p>
            <a:pPr lvl="0"/>
            <a:r>
              <a:rPr lang="en-US" altLang="nn-NO" noProof="0"/>
              <a:t>Click to edit quote</a:t>
            </a:r>
          </a:p>
        </p:txBody>
      </p:sp>
      <p:sp>
        <p:nvSpPr>
          <p:cNvPr id="3" name="TextBox 2">
            <a:extLst>
              <a:ext uri="{FF2B5EF4-FFF2-40B4-BE49-F238E27FC236}">
                <a16:creationId xmlns:a16="http://schemas.microsoft.com/office/drawing/2014/main" id="{32AD1B3B-1A72-6449-9954-CB7C2561FE05}"/>
              </a:ext>
            </a:extLst>
          </p:cNvPr>
          <p:cNvSpPr txBox="1"/>
          <p:nvPr/>
        </p:nvSpPr>
        <p:spPr bwMode="auto">
          <a:xfrm>
            <a:off x="465311" y="2348880"/>
            <a:ext cx="79762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indent="0" algn="l">
              <a:buClrTx/>
              <a:buFontTx/>
              <a:buNone/>
            </a:pPr>
            <a:r>
              <a:rPr lang="en-US" sz="4800" b="0" i="0" baseline="0" noProof="0">
                <a:solidFill>
                  <a:srgbClr val="FF0000"/>
                </a:solidFill>
                <a:latin typeface="Merriweather" panose="02000000000000000000" pitchFamily="2" charset="77"/>
                <a:cs typeface="Merriweather" panose="02000000000000000000" pitchFamily="2" charset="77"/>
              </a:rPr>
              <a:t>“</a:t>
            </a:r>
          </a:p>
        </p:txBody>
      </p:sp>
      <p:sp>
        <p:nvSpPr>
          <p:cNvPr id="7" name="Picture Placeholder 7">
            <a:extLst>
              <a:ext uri="{FF2B5EF4-FFF2-40B4-BE49-F238E27FC236}">
                <a16:creationId xmlns:a16="http://schemas.microsoft.com/office/drawing/2014/main" id="{9281E557-0725-5040-A607-9E98EE5D07B2}"/>
              </a:ext>
            </a:extLst>
          </p:cNvPr>
          <p:cNvSpPr>
            <a:spLocks noGrp="1"/>
          </p:cNvSpPr>
          <p:nvPr>
            <p:ph type="pic" idx="15"/>
          </p:nvPr>
        </p:nvSpPr>
        <p:spPr>
          <a:xfrm>
            <a:off x="7504403" y="1988840"/>
            <a:ext cx="3987692" cy="3450600"/>
          </a:xfrm>
          <a:prstGeom prst="rect">
            <a:avLst/>
          </a:prstGeom>
        </p:spPr>
        <p:txBody>
          <a:bodyPr/>
          <a:lstStyle>
            <a:lvl1pPr marL="0" indent="0">
              <a:buNone/>
              <a:defRPr b="0" i="0">
                <a:solidFill>
                  <a:schemeClr val="tx1"/>
                </a:solidFill>
                <a:latin typeface="Arial Nova Light" panose="020B0304020202020204" pitchFamily="34" charset="0"/>
                <a:cs typeface="Segoe UI Historic" panose="020B0502040204020203" pitchFamily="34" charset="0"/>
              </a:defRPr>
            </a:lvl1pPr>
          </a:lstStyle>
          <a:p>
            <a:r>
              <a:rPr lang="en-US" noProof="0"/>
              <a:t>Click icon to add picture</a:t>
            </a:r>
          </a:p>
        </p:txBody>
      </p:sp>
      <p:sp>
        <p:nvSpPr>
          <p:cNvPr id="4" name="Plassholder for tekst 3">
            <a:extLst>
              <a:ext uri="{FF2B5EF4-FFF2-40B4-BE49-F238E27FC236}">
                <a16:creationId xmlns:a16="http://schemas.microsoft.com/office/drawing/2014/main" id="{BD7C7FEC-5AB4-994B-A171-404D6A65F02B}"/>
              </a:ext>
            </a:extLst>
          </p:cNvPr>
          <p:cNvSpPr>
            <a:spLocks noGrp="1"/>
          </p:cNvSpPr>
          <p:nvPr>
            <p:ph type="body" sz="quarter" idx="16" hasCustomPrompt="1"/>
          </p:nvPr>
        </p:nvSpPr>
        <p:spPr>
          <a:xfrm>
            <a:off x="1221155" y="4870153"/>
            <a:ext cx="5232400" cy="359048"/>
          </a:xfrm>
          <a:prstGeom prst="rect">
            <a:avLst/>
          </a:prstGeom>
        </p:spPr>
        <p:txBody>
          <a:bodyPr lIns="0"/>
          <a:lstStyle>
            <a:lvl1pPr marL="0" indent="0">
              <a:buFontTx/>
              <a:buNone/>
              <a:defRPr sz="1200">
                <a:solidFill>
                  <a:schemeClr val="tx1"/>
                </a:solidFill>
              </a:defRPr>
            </a:lvl1pPr>
          </a:lstStyle>
          <a:p>
            <a:pPr lvl="0"/>
            <a:r>
              <a:rPr lang="en-US" noProof="0"/>
              <a:t>Click to add name</a:t>
            </a:r>
          </a:p>
        </p:txBody>
      </p:sp>
    </p:spTree>
    <p:extLst>
      <p:ext uri="{BB962C8B-B14F-4D97-AF65-F5344CB8AC3E}">
        <p14:creationId xmlns:p14="http://schemas.microsoft.com/office/powerpoint/2010/main" val="40992265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 objects">
    <p:bg>
      <p:bgRef idx="1001">
        <a:schemeClr val="bg1"/>
      </p:bgRef>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Placeholder 4">
            <a:extLst>
              <a:ext uri="{FF2B5EF4-FFF2-40B4-BE49-F238E27FC236}">
                <a16:creationId xmlns:a16="http://schemas.microsoft.com/office/drawing/2014/main" id="{A1DD835C-2043-4717-9B14-9BF8ED4279EA}"/>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8" name="Text Placeholder 4">
            <a:extLst>
              <a:ext uri="{FF2B5EF4-FFF2-40B4-BE49-F238E27FC236}">
                <a16:creationId xmlns:a16="http://schemas.microsoft.com/office/drawing/2014/main" id="{AC62627B-CCD2-45C7-A988-0E47291C8F62}"/>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2" name="Straight Connector 11">
            <a:extLst>
              <a:ext uri="{FF2B5EF4-FFF2-40B4-BE49-F238E27FC236}">
                <a16:creationId xmlns:a16="http://schemas.microsoft.com/office/drawing/2014/main" id="{F137D419-FEDE-4032-8C8E-B4A1B179826E}"/>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Content Placeholder 5">
            <a:extLst>
              <a:ext uri="{FF2B5EF4-FFF2-40B4-BE49-F238E27FC236}">
                <a16:creationId xmlns:a16="http://schemas.microsoft.com/office/drawing/2014/main" id="{8B8C5655-EC34-4A14-9591-431EC6D38073}"/>
              </a:ext>
            </a:extLst>
          </p:cNvPr>
          <p:cNvSpPr>
            <a:spLocks noGrp="1"/>
          </p:cNvSpPr>
          <p:nvPr>
            <p:ph sz="quarter" idx="15"/>
          </p:nvPr>
        </p:nvSpPr>
        <p:spPr>
          <a:xfrm>
            <a:off x="429156"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3" name="Content Placeholder 5">
            <a:extLst>
              <a:ext uri="{FF2B5EF4-FFF2-40B4-BE49-F238E27FC236}">
                <a16:creationId xmlns:a16="http://schemas.microsoft.com/office/drawing/2014/main" id="{498622B3-9FFE-4464-AD9E-180BD43EC811}"/>
              </a:ext>
            </a:extLst>
          </p:cNvPr>
          <p:cNvSpPr>
            <a:spLocks noGrp="1"/>
          </p:cNvSpPr>
          <p:nvPr>
            <p:ph sz="quarter" idx="18"/>
          </p:nvPr>
        </p:nvSpPr>
        <p:spPr>
          <a:xfrm>
            <a:off x="6278972"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4" name="Content Placeholder 2">
            <a:extLst>
              <a:ext uri="{FF2B5EF4-FFF2-40B4-BE49-F238E27FC236}">
                <a16:creationId xmlns:a16="http://schemas.microsoft.com/office/drawing/2014/main" id="{9E9A7274-AB4C-4937-ACD8-0C765C6658CE}"/>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14" name="Content Placeholder 2">
            <a:extLst>
              <a:ext uri="{FF2B5EF4-FFF2-40B4-BE49-F238E27FC236}">
                <a16:creationId xmlns:a16="http://schemas.microsoft.com/office/drawing/2014/main" id="{17DC6458-F787-4078-A817-94AB24FBDBF2}"/>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lIns="0" tIns="0" bIns="36000" anchor="b">
            <a:noAutofit/>
          </a:bodyPr>
          <a:lstStyle>
            <a:lvl1pPr marL="0" indent="0">
              <a:lnSpc>
                <a:spcPct val="100000"/>
              </a:lnSpc>
              <a:spcBef>
                <a:spcPts val="0"/>
              </a:spcBef>
              <a:spcAft>
                <a:spcPts val="0"/>
              </a:spcAft>
              <a:buNone/>
              <a:defRPr sz="1200"/>
            </a:lvl1pPr>
            <a:lvl2pPr>
              <a:buNone/>
              <a:defRPr sz="1200"/>
            </a:lvl2pPr>
            <a:lvl3pPr>
              <a:buNone/>
              <a:defRPr sz="1200"/>
            </a:lvl3pPr>
            <a:lvl4pPr>
              <a:buNone/>
              <a:defRPr sz="1200"/>
            </a:lvl4pPr>
            <a:lvl5pPr>
              <a:buNone/>
              <a:defRPr sz="1200"/>
            </a:lvl5pPr>
          </a:lstStyle>
          <a:p>
            <a:pPr lvl="0"/>
            <a:r>
              <a:rPr lang="en-US"/>
              <a:t>Click to edit Master text styles</a:t>
            </a:r>
          </a:p>
        </p:txBody>
      </p:sp>
    </p:spTree>
    <p:extLst>
      <p:ext uri="{BB962C8B-B14F-4D97-AF65-F5344CB8AC3E}">
        <p14:creationId xmlns:p14="http://schemas.microsoft.com/office/powerpoint/2010/main" val="5530370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4 objects">
    <p:bg>
      <p:bgRef idx="1001">
        <a:schemeClr val="bg1"/>
      </p:bgRef>
    </p:bg>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6" name="Straight Connector 15">
            <a:extLst>
              <a:ext uri="{FF2B5EF4-FFF2-40B4-BE49-F238E27FC236}">
                <a16:creationId xmlns:a16="http://schemas.microsoft.com/office/drawing/2014/main" id="{7368E124-A5B9-4969-9E25-7186894CAC62}"/>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Content Placeholder 5">
            <a:extLst>
              <a:ext uri="{FF2B5EF4-FFF2-40B4-BE49-F238E27FC236}">
                <a16:creationId xmlns:a16="http://schemas.microsoft.com/office/drawing/2014/main" id="{EE6F4F5F-408F-4918-BE4D-E98E13BA0FC8}"/>
              </a:ext>
            </a:extLst>
          </p:cNvPr>
          <p:cNvSpPr>
            <a:spLocks noGrp="1"/>
          </p:cNvSpPr>
          <p:nvPr>
            <p:ph sz="quarter" idx="15"/>
          </p:nvPr>
        </p:nvSpPr>
        <p:spPr>
          <a:xfrm>
            <a:off x="429156" y="1641842"/>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7" name="Content Placeholder 2">
            <a:extLst>
              <a:ext uri="{FF2B5EF4-FFF2-40B4-BE49-F238E27FC236}">
                <a16:creationId xmlns:a16="http://schemas.microsoft.com/office/drawing/2014/main" id="{41852C6D-A189-4C1E-94D1-EF4731F1B094}"/>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sz="1200" kern="1200" dirty="0">
                <a:solidFill>
                  <a:schemeClr val="tx1"/>
                </a:solidFill>
                <a:latin typeface="+mn-lt"/>
                <a:ea typeface="+mn-ea"/>
                <a:cs typeface="+mn-cs"/>
              </a:defRPr>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8" name="Content Placeholder 5">
            <a:extLst>
              <a:ext uri="{FF2B5EF4-FFF2-40B4-BE49-F238E27FC236}">
                <a16:creationId xmlns:a16="http://schemas.microsoft.com/office/drawing/2014/main" id="{E5F6BD79-E25C-4AB6-B742-92C6B0E04492}"/>
              </a:ext>
            </a:extLst>
          </p:cNvPr>
          <p:cNvSpPr>
            <a:spLocks noGrp="1"/>
          </p:cNvSpPr>
          <p:nvPr>
            <p:ph sz="quarter" idx="18"/>
          </p:nvPr>
        </p:nvSpPr>
        <p:spPr>
          <a:xfrm>
            <a:off x="6278972" y="1641842"/>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9" name="Content Placeholder 2">
            <a:extLst>
              <a:ext uri="{FF2B5EF4-FFF2-40B4-BE49-F238E27FC236}">
                <a16:creationId xmlns:a16="http://schemas.microsoft.com/office/drawing/2014/main" id="{1FE89E3F-CCF3-44E7-9B8F-92AC0B44C074}"/>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sz="1200" kern="1200" dirty="0">
                <a:solidFill>
                  <a:schemeClr val="tx1"/>
                </a:solidFill>
                <a:latin typeface="+mn-lt"/>
                <a:ea typeface="+mn-ea"/>
                <a:cs typeface="+mn-cs"/>
              </a:defRPr>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0" name="Content Placeholder 5">
            <a:extLst>
              <a:ext uri="{FF2B5EF4-FFF2-40B4-BE49-F238E27FC236}">
                <a16:creationId xmlns:a16="http://schemas.microsoft.com/office/drawing/2014/main" id="{A8374870-F164-4DAC-B57D-4B1E32ACEDB1}"/>
              </a:ext>
            </a:extLst>
          </p:cNvPr>
          <p:cNvSpPr>
            <a:spLocks noGrp="1"/>
          </p:cNvSpPr>
          <p:nvPr>
            <p:ph sz="quarter" idx="20"/>
          </p:nvPr>
        </p:nvSpPr>
        <p:spPr>
          <a:xfrm>
            <a:off x="429156" y="4162876"/>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1" name="Content Placeholder 2">
            <a:extLst>
              <a:ext uri="{FF2B5EF4-FFF2-40B4-BE49-F238E27FC236}">
                <a16:creationId xmlns:a16="http://schemas.microsoft.com/office/drawing/2014/main" id="{43E7984B-5100-4175-82B0-1996E05513EB}"/>
              </a:ext>
            </a:extLst>
          </p:cNvPr>
          <p:cNvSpPr>
            <a:spLocks noGrp="1"/>
          </p:cNvSpPr>
          <p:nvPr>
            <p:ph sz="quarter" idx="21"/>
          </p:nvPr>
        </p:nvSpPr>
        <p:spPr>
          <a:xfrm>
            <a:off x="428496" y="3889313"/>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2" name="Content Placeholder 5">
            <a:extLst>
              <a:ext uri="{FF2B5EF4-FFF2-40B4-BE49-F238E27FC236}">
                <a16:creationId xmlns:a16="http://schemas.microsoft.com/office/drawing/2014/main" id="{908EE915-9887-4321-A24C-ED1A179A814B}"/>
              </a:ext>
            </a:extLst>
          </p:cNvPr>
          <p:cNvSpPr>
            <a:spLocks noGrp="1"/>
          </p:cNvSpPr>
          <p:nvPr>
            <p:ph sz="quarter" idx="22"/>
          </p:nvPr>
        </p:nvSpPr>
        <p:spPr>
          <a:xfrm>
            <a:off x="6278972" y="4162876"/>
            <a:ext cx="5489045"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3" name="Content Placeholder 2">
            <a:extLst>
              <a:ext uri="{FF2B5EF4-FFF2-40B4-BE49-F238E27FC236}">
                <a16:creationId xmlns:a16="http://schemas.microsoft.com/office/drawing/2014/main" id="{DB62A884-B284-40AA-8BFF-9E8AB55A5A80}"/>
              </a:ext>
            </a:extLst>
          </p:cNvPr>
          <p:cNvSpPr>
            <a:spLocks noGrp="1"/>
          </p:cNvSpPr>
          <p:nvPr>
            <p:ph sz="quarter" idx="23"/>
          </p:nvPr>
        </p:nvSpPr>
        <p:spPr>
          <a:xfrm>
            <a:off x="6278312" y="3889313"/>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sz="1200" kern="1200" dirty="0">
                <a:solidFill>
                  <a:schemeClr val="tx1"/>
                </a:solidFill>
                <a:latin typeface="+mn-lt"/>
                <a:ea typeface="+mn-ea"/>
                <a:cs typeface="+mn-cs"/>
              </a:defRPr>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3672091220"/>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6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34" name="Straight Connector 33">
            <a:extLst>
              <a:ext uri="{FF2B5EF4-FFF2-40B4-BE49-F238E27FC236}">
                <a16:creationId xmlns:a16="http://schemas.microsoft.com/office/drawing/2014/main" id="{444145A2-A0B6-43C7-828A-594C1FC94E66}"/>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Content Placeholder 5">
            <a:extLst>
              <a:ext uri="{FF2B5EF4-FFF2-40B4-BE49-F238E27FC236}">
                <a16:creationId xmlns:a16="http://schemas.microsoft.com/office/drawing/2014/main" id="{6F3A6799-0ED3-4BBA-A3A4-5803FC4BD76A}"/>
              </a:ext>
            </a:extLst>
          </p:cNvPr>
          <p:cNvSpPr>
            <a:spLocks noGrp="1"/>
          </p:cNvSpPr>
          <p:nvPr>
            <p:ph sz="quarter" idx="15"/>
          </p:nvPr>
        </p:nvSpPr>
        <p:spPr>
          <a:xfrm>
            <a:off x="429157"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6" name="Content Placeholder 2">
            <a:extLst>
              <a:ext uri="{FF2B5EF4-FFF2-40B4-BE49-F238E27FC236}">
                <a16:creationId xmlns:a16="http://schemas.microsoft.com/office/drawing/2014/main" id="{113A8FDF-5EA1-425C-ADC9-7C9A7E1B2D0C}"/>
              </a:ext>
            </a:extLst>
          </p:cNvPr>
          <p:cNvSpPr>
            <a:spLocks noGrp="1"/>
          </p:cNvSpPr>
          <p:nvPr>
            <p:ph sz="quarter" idx="17"/>
          </p:nvPr>
        </p:nvSpPr>
        <p:spPr>
          <a:xfrm>
            <a:off x="42849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7" name="Content Placeholder 5">
            <a:extLst>
              <a:ext uri="{FF2B5EF4-FFF2-40B4-BE49-F238E27FC236}">
                <a16:creationId xmlns:a16="http://schemas.microsoft.com/office/drawing/2014/main" id="{5DE8AC9C-5DD8-4D73-8677-1B3411714301}"/>
              </a:ext>
            </a:extLst>
          </p:cNvPr>
          <p:cNvSpPr>
            <a:spLocks noGrp="1"/>
          </p:cNvSpPr>
          <p:nvPr>
            <p:ph sz="quarter" idx="20"/>
          </p:nvPr>
        </p:nvSpPr>
        <p:spPr>
          <a:xfrm>
            <a:off x="429157"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8" name="Content Placeholder 2">
            <a:extLst>
              <a:ext uri="{FF2B5EF4-FFF2-40B4-BE49-F238E27FC236}">
                <a16:creationId xmlns:a16="http://schemas.microsoft.com/office/drawing/2014/main" id="{4B7B8EF6-3651-4244-9A60-58D77E3B24AD}"/>
              </a:ext>
            </a:extLst>
          </p:cNvPr>
          <p:cNvSpPr>
            <a:spLocks noGrp="1"/>
          </p:cNvSpPr>
          <p:nvPr>
            <p:ph sz="quarter" idx="21"/>
          </p:nvPr>
        </p:nvSpPr>
        <p:spPr>
          <a:xfrm>
            <a:off x="428497"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9" name="Content Placeholder 5">
            <a:extLst>
              <a:ext uri="{FF2B5EF4-FFF2-40B4-BE49-F238E27FC236}">
                <a16:creationId xmlns:a16="http://schemas.microsoft.com/office/drawing/2014/main" id="{CCC22279-1BFE-4C98-B877-4A18F8BF7F4C}"/>
              </a:ext>
            </a:extLst>
          </p:cNvPr>
          <p:cNvSpPr>
            <a:spLocks noGrp="1"/>
          </p:cNvSpPr>
          <p:nvPr>
            <p:ph sz="quarter" idx="22"/>
          </p:nvPr>
        </p:nvSpPr>
        <p:spPr>
          <a:xfrm>
            <a:off x="4326449"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0" name="Content Placeholder 2">
            <a:extLst>
              <a:ext uri="{FF2B5EF4-FFF2-40B4-BE49-F238E27FC236}">
                <a16:creationId xmlns:a16="http://schemas.microsoft.com/office/drawing/2014/main" id="{61280A32-523B-47AE-903B-6E58B9E53539}"/>
              </a:ext>
            </a:extLst>
          </p:cNvPr>
          <p:cNvSpPr>
            <a:spLocks noGrp="1"/>
          </p:cNvSpPr>
          <p:nvPr>
            <p:ph sz="quarter" idx="23"/>
          </p:nvPr>
        </p:nvSpPr>
        <p:spPr>
          <a:xfrm>
            <a:off x="432590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1" name="Content Placeholder 5">
            <a:extLst>
              <a:ext uri="{FF2B5EF4-FFF2-40B4-BE49-F238E27FC236}">
                <a16:creationId xmlns:a16="http://schemas.microsoft.com/office/drawing/2014/main" id="{B7ECD82F-3D1D-476B-B191-6BE10183EE85}"/>
              </a:ext>
            </a:extLst>
          </p:cNvPr>
          <p:cNvSpPr>
            <a:spLocks noGrp="1"/>
          </p:cNvSpPr>
          <p:nvPr>
            <p:ph sz="quarter" idx="24"/>
          </p:nvPr>
        </p:nvSpPr>
        <p:spPr>
          <a:xfrm>
            <a:off x="4326449"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2" name="Content Placeholder 2">
            <a:extLst>
              <a:ext uri="{FF2B5EF4-FFF2-40B4-BE49-F238E27FC236}">
                <a16:creationId xmlns:a16="http://schemas.microsoft.com/office/drawing/2014/main" id="{28CE02D4-888F-4F68-8C49-32760C15C62F}"/>
              </a:ext>
            </a:extLst>
          </p:cNvPr>
          <p:cNvSpPr>
            <a:spLocks noGrp="1"/>
          </p:cNvSpPr>
          <p:nvPr>
            <p:ph sz="quarter" idx="25"/>
          </p:nvPr>
        </p:nvSpPr>
        <p:spPr>
          <a:xfrm>
            <a:off x="4325907"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3" name="Content Placeholder 5">
            <a:extLst>
              <a:ext uri="{FF2B5EF4-FFF2-40B4-BE49-F238E27FC236}">
                <a16:creationId xmlns:a16="http://schemas.microsoft.com/office/drawing/2014/main" id="{42D5202F-E0E4-4C6F-B960-011A3C382DAC}"/>
              </a:ext>
            </a:extLst>
          </p:cNvPr>
          <p:cNvSpPr>
            <a:spLocks noGrp="1"/>
          </p:cNvSpPr>
          <p:nvPr>
            <p:ph sz="quarter" idx="26"/>
          </p:nvPr>
        </p:nvSpPr>
        <p:spPr>
          <a:xfrm>
            <a:off x="8223742" y="1641842"/>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4" name="Content Placeholder 2">
            <a:extLst>
              <a:ext uri="{FF2B5EF4-FFF2-40B4-BE49-F238E27FC236}">
                <a16:creationId xmlns:a16="http://schemas.microsoft.com/office/drawing/2014/main" id="{3F9A6380-A2D5-467B-952E-C801489753D7}"/>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5" name="Content Placeholder 5">
            <a:extLst>
              <a:ext uri="{FF2B5EF4-FFF2-40B4-BE49-F238E27FC236}">
                <a16:creationId xmlns:a16="http://schemas.microsoft.com/office/drawing/2014/main" id="{BC6B5348-2BF1-4399-9F56-A9F941FBCAAD}"/>
              </a:ext>
            </a:extLst>
          </p:cNvPr>
          <p:cNvSpPr>
            <a:spLocks noGrp="1"/>
          </p:cNvSpPr>
          <p:nvPr>
            <p:ph sz="quarter" idx="28"/>
          </p:nvPr>
        </p:nvSpPr>
        <p:spPr>
          <a:xfrm>
            <a:off x="8223742" y="4162876"/>
            <a:ext cx="3539106" cy="2218874"/>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6" name="Content Placeholder 2">
            <a:extLst>
              <a:ext uri="{FF2B5EF4-FFF2-40B4-BE49-F238E27FC236}">
                <a16:creationId xmlns:a16="http://schemas.microsoft.com/office/drawing/2014/main" id="{F6680355-FFA2-4073-BF77-F4DCCD8F8F9B}"/>
              </a:ext>
            </a:extLst>
          </p:cNvPr>
          <p:cNvSpPr>
            <a:spLocks noGrp="1"/>
          </p:cNvSpPr>
          <p:nvPr>
            <p:ph sz="quarter" idx="29"/>
          </p:nvPr>
        </p:nvSpPr>
        <p:spPr>
          <a:xfrm>
            <a:off x="8223316" y="3889313"/>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2359779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8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20" name="Straight Connector 19">
            <a:extLst>
              <a:ext uri="{FF2B5EF4-FFF2-40B4-BE49-F238E27FC236}">
                <a16:creationId xmlns:a16="http://schemas.microsoft.com/office/drawing/2014/main" id="{6923D8EC-AEBA-4056-B3D2-716512D6CC62}"/>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Content Placeholder 5">
            <a:extLst>
              <a:ext uri="{FF2B5EF4-FFF2-40B4-BE49-F238E27FC236}">
                <a16:creationId xmlns:a16="http://schemas.microsoft.com/office/drawing/2014/main" id="{A45EF325-06B8-429B-8DA4-0F01AD1875FF}"/>
              </a:ext>
            </a:extLst>
          </p:cNvPr>
          <p:cNvSpPr>
            <a:spLocks noGrp="1"/>
          </p:cNvSpPr>
          <p:nvPr>
            <p:ph sz="quarter" idx="15"/>
          </p:nvPr>
        </p:nvSpPr>
        <p:spPr>
          <a:xfrm>
            <a:off x="429157"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2" name="Content Placeholder 2">
            <a:extLst>
              <a:ext uri="{FF2B5EF4-FFF2-40B4-BE49-F238E27FC236}">
                <a16:creationId xmlns:a16="http://schemas.microsoft.com/office/drawing/2014/main" id="{14C959BA-779F-4706-A561-8EBDEE178184}"/>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3" name="Content Placeholder 5">
            <a:extLst>
              <a:ext uri="{FF2B5EF4-FFF2-40B4-BE49-F238E27FC236}">
                <a16:creationId xmlns:a16="http://schemas.microsoft.com/office/drawing/2014/main" id="{3AC6D6EE-65E5-49B4-AC31-FF8135086643}"/>
              </a:ext>
            </a:extLst>
          </p:cNvPr>
          <p:cNvSpPr>
            <a:spLocks noGrp="1"/>
          </p:cNvSpPr>
          <p:nvPr>
            <p:ph sz="quarter" idx="20"/>
          </p:nvPr>
        </p:nvSpPr>
        <p:spPr>
          <a:xfrm>
            <a:off x="429157"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4" name="Content Placeholder 2">
            <a:extLst>
              <a:ext uri="{FF2B5EF4-FFF2-40B4-BE49-F238E27FC236}">
                <a16:creationId xmlns:a16="http://schemas.microsoft.com/office/drawing/2014/main" id="{C190FDD4-5A66-4C35-A68B-244E45791844}"/>
              </a:ext>
            </a:extLst>
          </p:cNvPr>
          <p:cNvSpPr>
            <a:spLocks noGrp="1"/>
          </p:cNvSpPr>
          <p:nvPr>
            <p:ph sz="quarter" idx="21"/>
          </p:nvPr>
        </p:nvSpPr>
        <p:spPr>
          <a:xfrm>
            <a:off x="428498"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7" name="Content Placeholder 5">
            <a:extLst>
              <a:ext uri="{FF2B5EF4-FFF2-40B4-BE49-F238E27FC236}">
                <a16:creationId xmlns:a16="http://schemas.microsoft.com/office/drawing/2014/main" id="{24301F0F-148D-4393-BCDA-176427BF6563}"/>
              </a:ext>
            </a:extLst>
          </p:cNvPr>
          <p:cNvSpPr>
            <a:spLocks noGrp="1"/>
          </p:cNvSpPr>
          <p:nvPr>
            <p:ph sz="quarter" idx="22"/>
          </p:nvPr>
        </p:nvSpPr>
        <p:spPr>
          <a:xfrm>
            <a:off x="3352342"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8" name="Content Placeholder 2">
            <a:extLst>
              <a:ext uri="{FF2B5EF4-FFF2-40B4-BE49-F238E27FC236}">
                <a16:creationId xmlns:a16="http://schemas.microsoft.com/office/drawing/2014/main" id="{EE6933B6-4073-473C-B582-634861BFFC0D}"/>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9" name="Content Placeholder 5">
            <a:extLst>
              <a:ext uri="{FF2B5EF4-FFF2-40B4-BE49-F238E27FC236}">
                <a16:creationId xmlns:a16="http://schemas.microsoft.com/office/drawing/2014/main" id="{4E73DAE4-81C1-4419-84FE-D43B75D0667D}"/>
              </a:ext>
            </a:extLst>
          </p:cNvPr>
          <p:cNvSpPr>
            <a:spLocks noGrp="1"/>
          </p:cNvSpPr>
          <p:nvPr>
            <p:ph sz="quarter" idx="24"/>
          </p:nvPr>
        </p:nvSpPr>
        <p:spPr>
          <a:xfrm>
            <a:off x="3352342"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0" name="Content Placeholder 2">
            <a:extLst>
              <a:ext uri="{FF2B5EF4-FFF2-40B4-BE49-F238E27FC236}">
                <a16:creationId xmlns:a16="http://schemas.microsoft.com/office/drawing/2014/main" id="{FDB3ABD1-4A2D-41E2-BA72-2597F0D8713A}"/>
              </a:ext>
            </a:extLst>
          </p:cNvPr>
          <p:cNvSpPr>
            <a:spLocks noGrp="1"/>
          </p:cNvSpPr>
          <p:nvPr>
            <p:ph sz="quarter" idx="25"/>
          </p:nvPr>
        </p:nvSpPr>
        <p:spPr>
          <a:xfrm>
            <a:off x="3351800"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1" name="Content Placeholder 5">
            <a:extLst>
              <a:ext uri="{FF2B5EF4-FFF2-40B4-BE49-F238E27FC236}">
                <a16:creationId xmlns:a16="http://schemas.microsoft.com/office/drawing/2014/main" id="{B1B1C1C0-5506-4229-B373-12DF53E49E47}"/>
              </a:ext>
            </a:extLst>
          </p:cNvPr>
          <p:cNvSpPr>
            <a:spLocks noGrp="1"/>
          </p:cNvSpPr>
          <p:nvPr>
            <p:ph sz="quarter" idx="26"/>
          </p:nvPr>
        </p:nvSpPr>
        <p:spPr>
          <a:xfrm>
            <a:off x="6275528"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2" name="Content Placeholder 2">
            <a:extLst>
              <a:ext uri="{FF2B5EF4-FFF2-40B4-BE49-F238E27FC236}">
                <a16:creationId xmlns:a16="http://schemas.microsoft.com/office/drawing/2014/main" id="{E9B51409-5540-4A1F-AE99-49ECD6D741D2}"/>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3" name="Content Placeholder 5">
            <a:extLst>
              <a:ext uri="{FF2B5EF4-FFF2-40B4-BE49-F238E27FC236}">
                <a16:creationId xmlns:a16="http://schemas.microsoft.com/office/drawing/2014/main" id="{5A9F9989-126A-443F-9D13-4E6B4B0591CA}"/>
              </a:ext>
            </a:extLst>
          </p:cNvPr>
          <p:cNvSpPr>
            <a:spLocks noGrp="1"/>
          </p:cNvSpPr>
          <p:nvPr>
            <p:ph sz="quarter" idx="28"/>
          </p:nvPr>
        </p:nvSpPr>
        <p:spPr>
          <a:xfrm>
            <a:off x="6275528"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7" name="Content Placeholder 2">
            <a:extLst>
              <a:ext uri="{FF2B5EF4-FFF2-40B4-BE49-F238E27FC236}">
                <a16:creationId xmlns:a16="http://schemas.microsoft.com/office/drawing/2014/main" id="{7A3A8395-D782-44A8-8AB5-C7B07EC9DDDF}"/>
              </a:ext>
            </a:extLst>
          </p:cNvPr>
          <p:cNvSpPr>
            <a:spLocks noGrp="1"/>
          </p:cNvSpPr>
          <p:nvPr>
            <p:ph sz="quarter" idx="29"/>
          </p:nvPr>
        </p:nvSpPr>
        <p:spPr>
          <a:xfrm>
            <a:off x="6275102"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8" name="Content Placeholder 5">
            <a:extLst>
              <a:ext uri="{FF2B5EF4-FFF2-40B4-BE49-F238E27FC236}">
                <a16:creationId xmlns:a16="http://schemas.microsoft.com/office/drawing/2014/main" id="{90BBB9AC-34DF-45E1-B35F-8F1AB9B9EB72}"/>
              </a:ext>
            </a:extLst>
          </p:cNvPr>
          <p:cNvSpPr>
            <a:spLocks noGrp="1"/>
          </p:cNvSpPr>
          <p:nvPr>
            <p:ph sz="quarter" idx="30"/>
          </p:nvPr>
        </p:nvSpPr>
        <p:spPr>
          <a:xfrm>
            <a:off x="9198713"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9" name="Content Placeholder 2">
            <a:extLst>
              <a:ext uri="{FF2B5EF4-FFF2-40B4-BE49-F238E27FC236}">
                <a16:creationId xmlns:a16="http://schemas.microsoft.com/office/drawing/2014/main" id="{F37009DC-A1E5-4C8B-B108-217E16191C91}"/>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50" name="Content Placeholder 5">
            <a:extLst>
              <a:ext uri="{FF2B5EF4-FFF2-40B4-BE49-F238E27FC236}">
                <a16:creationId xmlns:a16="http://schemas.microsoft.com/office/drawing/2014/main" id="{AB26E7C3-1AFA-44A8-A873-7A0D8D33A660}"/>
              </a:ext>
            </a:extLst>
          </p:cNvPr>
          <p:cNvSpPr>
            <a:spLocks noGrp="1"/>
          </p:cNvSpPr>
          <p:nvPr>
            <p:ph sz="quarter" idx="32"/>
          </p:nvPr>
        </p:nvSpPr>
        <p:spPr>
          <a:xfrm>
            <a:off x="9198713"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1" name="Content Placeholder 2">
            <a:extLst>
              <a:ext uri="{FF2B5EF4-FFF2-40B4-BE49-F238E27FC236}">
                <a16:creationId xmlns:a16="http://schemas.microsoft.com/office/drawing/2014/main" id="{57B2A298-F24A-4955-B700-85DC7C92A644}"/>
              </a:ext>
            </a:extLst>
          </p:cNvPr>
          <p:cNvSpPr>
            <a:spLocks noGrp="1"/>
          </p:cNvSpPr>
          <p:nvPr>
            <p:ph sz="quarter" idx="33"/>
          </p:nvPr>
        </p:nvSpPr>
        <p:spPr>
          <a:xfrm>
            <a:off x="9198404"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24560709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34" name="Content Placeholder 5">
            <a:extLst>
              <a:ext uri="{FF2B5EF4-FFF2-40B4-BE49-F238E27FC236}">
                <a16:creationId xmlns:a16="http://schemas.microsoft.com/office/drawing/2014/main" id="{28501F4B-B700-462B-BE4D-16D7435B2A7F}"/>
              </a:ext>
            </a:extLst>
          </p:cNvPr>
          <p:cNvSpPr>
            <a:spLocks noGrp="1"/>
          </p:cNvSpPr>
          <p:nvPr>
            <p:ph sz="quarter" idx="15"/>
          </p:nvPr>
        </p:nvSpPr>
        <p:spPr>
          <a:xfrm>
            <a:off x="429157"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5" name="Content Placeholder 2">
            <a:extLst>
              <a:ext uri="{FF2B5EF4-FFF2-40B4-BE49-F238E27FC236}">
                <a16:creationId xmlns:a16="http://schemas.microsoft.com/office/drawing/2014/main" id="{77C3F455-C664-4830-BBF1-44DE6FA13A81}"/>
              </a:ext>
            </a:extLst>
          </p:cNvPr>
          <p:cNvSpPr>
            <a:spLocks noGrp="1"/>
          </p:cNvSpPr>
          <p:nvPr>
            <p:ph sz="quarter" idx="17"/>
          </p:nvPr>
        </p:nvSpPr>
        <p:spPr>
          <a:xfrm>
            <a:off x="42849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6" name="Content Placeholder 5">
            <a:extLst>
              <a:ext uri="{FF2B5EF4-FFF2-40B4-BE49-F238E27FC236}">
                <a16:creationId xmlns:a16="http://schemas.microsoft.com/office/drawing/2014/main" id="{2754CF0B-141A-4363-B91A-FDE679C6A95A}"/>
              </a:ext>
            </a:extLst>
          </p:cNvPr>
          <p:cNvSpPr>
            <a:spLocks noGrp="1"/>
          </p:cNvSpPr>
          <p:nvPr>
            <p:ph sz="quarter" idx="22"/>
          </p:nvPr>
        </p:nvSpPr>
        <p:spPr>
          <a:xfrm>
            <a:off x="4326449"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7" name="Content Placeholder 2">
            <a:extLst>
              <a:ext uri="{FF2B5EF4-FFF2-40B4-BE49-F238E27FC236}">
                <a16:creationId xmlns:a16="http://schemas.microsoft.com/office/drawing/2014/main" id="{BA6DCC1C-5CB4-45AF-AC96-A4FFD5E22673}"/>
              </a:ext>
            </a:extLst>
          </p:cNvPr>
          <p:cNvSpPr>
            <a:spLocks noGrp="1"/>
          </p:cNvSpPr>
          <p:nvPr>
            <p:ph sz="quarter" idx="23"/>
          </p:nvPr>
        </p:nvSpPr>
        <p:spPr>
          <a:xfrm>
            <a:off x="4325907"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8" name="Content Placeholder 5">
            <a:extLst>
              <a:ext uri="{FF2B5EF4-FFF2-40B4-BE49-F238E27FC236}">
                <a16:creationId xmlns:a16="http://schemas.microsoft.com/office/drawing/2014/main" id="{C6BF7BFF-0D9F-4B1B-A19A-22120CB01469}"/>
              </a:ext>
            </a:extLst>
          </p:cNvPr>
          <p:cNvSpPr>
            <a:spLocks noGrp="1"/>
          </p:cNvSpPr>
          <p:nvPr>
            <p:ph sz="quarter" idx="26"/>
          </p:nvPr>
        </p:nvSpPr>
        <p:spPr>
          <a:xfrm>
            <a:off x="8223742"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9" name="Content Placeholder 2">
            <a:extLst>
              <a:ext uri="{FF2B5EF4-FFF2-40B4-BE49-F238E27FC236}">
                <a16:creationId xmlns:a16="http://schemas.microsoft.com/office/drawing/2014/main" id="{BDFEFEF8-F000-4085-B442-6C84C4FF547B}"/>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33225086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4 narrow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3" name="Content Placeholder 5">
            <a:extLst>
              <a:ext uri="{FF2B5EF4-FFF2-40B4-BE49-F238E27FC236}">
                <a16:creationId xmlns:a16="http://schemas.microsoft.com/office/drawing/2014/main" id="{28751C88-159B-4647-ACF7-973C7FA7CD56}"/>
              </a:ext>
            </a:extLst>
          </p:cNvPr>
          <p:cNvSpPr>
            <a:spLocks noGrp="1"/>
          </p:cNvSpPr>
          <p:nvPr>
            <p:ph sz="quarter" idx="15"/>
          </p:nvPr>
        </p:nvSpPr>
        <p:spPr>
          <a:xfrm>
            <a:off x="429157"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4" name="Content Placeholder 2">
            <a:extLst>
              <a:ext uri="{FF2B5EF4-FFF2-40B4-BE49-F238E27FC236}">
                <a16:creationId xmlns:a16="http://schemas.microsoft.com/office/drawing/2014/main" id="{B7788564-DF8F-4096-84B5-81613745DCF5}"/>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16" name="Content Placeholder 5">
            <a:extLst>
              <a:ext uri="{FF2B5EF4-FFF2-40B4-BE49-F238E27FC236}">
                <a16:creationId xmlns:a16="http://schemas.microsoft.com/office/drawing/2014/main" id="{CEFD554D-A611-48D5-B2F9-A32FDE7FD68D}"/>
              </a:ext>
            </a:extLst>
          </p:cNvPr>
          <p:cNvSpPr>
            <a:spLocks noGrp="1"/>
          </p:cNvSpPr>
          <p:nvPr>
            <p:ph sz="quarter" idx="22"/>
          </p:nvPr>
        </p:nvSpPr>
        <p:spPr>
          <a:xfrm>
            <a:off x="3352342"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7" name="Content Placeholder 2">
            <a:extLst>
              <a:ext uri="{FF2B5EF4-FFF2-40B4-BE49-F238E27FC236}">
                <a16:creationId xmlns:a16="http://schemas.microsoft.com/office/drawing/2014/main" id="{7A7AAE2C-4C5A-4CE9-BAC9-F59DC64272EA}"/>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18" name="Content Placeholder 5">
            <a:extLst>
              <a:ext uri="{FF2B5EF4-FFF2-40B4-BE49-F238E27FC236}">
                <a16:creationId xmlns:a16="http://schemas.microsoft.com/office/drawing/2014/main" id="{D3B0E2BE-335E-4D12-9A22-E85C0C4DA434}"/>
              </a:ext>
            </a:extLst>
          </p:cNvPr>
          <p:cNvSpPr>
            <a:spLocks noGrp="1"/>
          </p:cNvSpPr>
          <p:nvPr>
            <p:ph sz="quarter" idx="26"/>
          </p:nvPr>
        </p:nvSpPr>
        <p:spPr>
          <a:xfrm>
            <a:off x="6275528"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0" name="Content Placeholder 2">
            <a:extLst>
              <a:ext uri="{FF2B5EF4-FFF2-40B4-BE49-F238E27FC236}">
                <a16:creationId xmlns:a16="http://schemas.microsoft.com/office/drawing/2014/main" id="{D4A47CB5-E0F9-4299-B485-F8E9D2BEEF29}"/>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1" name="Content Placeholder 5">
            <a:extLst>
              <a:ext uri="{FF2B5EF4-FFF2-40B4-BE49-F238E27FC236}">
                <a16:creationId xmlns:a16="http://schemas.microsoft.com/office/drawing/2014/main" id="{B5570DCD-17B9-45AC-A960-6574C86E2A39}"/>
              </a:ext>
            </a:extLst>
          </p:cNvPr>
          <p:cNvSpPr>
            <a:spLocks noGrp="1"/>
          </p:cNvSpPr>
          <p:nvPr>
            <p:ph sz="quarter" idx="30"/>
          </p:nvPr>
        </p:nvSpPr>
        <p:spPr>
          <a:xfrm>
            <a:off x="9198713" y="1641842"/>
            <a:ext cx="2564135" cy="4738063"/>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2" name="Content Placeholder 2">
            <a:extLst>
              <a:ext uri="{FF2B5EF4-FFF2-40B4-BE49-F238E27FC236}">
                <a16:creationId xmlns:a16="http://schemas.microsoft.com/office/drawing/2014/main" id="{DA136846-AD1D-47AB-909B-FEC060BFE644}"/>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8695881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4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23" name="Straight Connector 22">
            <a:extLst>
              <a:ext uri="{FF2B5EF4-FFF2-40B4-BE49-F238E27FC236}">
                <a16:creationId xmlns:a16="http://schemas.microsoft.com/office/drawing/2014/main" id="{3783E1AA-1AB3-43D9-8F4A-1A0007137743}"/>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Content Placeholder 5">
            <a:extLst>
              <a:ext uri="{FF2B5EF4-FFF2-40B4-BE49-F238E27FC236}">
                <a16:creationId xmlns:a16="http://schemas.microsoft.com/office/drawing/2014/main" id="{6FE8E32F-894B-4C1A-B2F2-17B03E9C7D0E}"/>
              </a:ext>
            </a:extLst>
          </p:cNvPr>
          <p:cNvSpPr>
            <a:spLocks noGrp="1"/>
          </p:cNvSpPr>
          <p:nvPr>
            <p:ph sz="quarter" idx="26"/>
          </p:nvPr>
        </p:nvSpPr>
        <p:spPr>
          <a:xfrm>
            <a:off x="6275528"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7" name="Content Placeholder 2">
            <a:extLst>
              <a:ext uri="{FF2B5EF4-FFF2-40B4-BE49-F238E27FC236}">
                <a16:creationId xmlns:a16="http://schemas.microsoft.com/office/drawing/2014/main" id="{7A770F40-5D87-4FAF-94AF-39A204290DA2}"/>
              </a:ext>
            </a:extLst>
          </p:cNvPr>
          <p:cNvSpPr>
            <a:spLocks noGrp="1"/>
          </p:cNvSpPr>
          <p:nvPr>
            <p:ph sz="quarter" idx="27"/>
          </p:nvPr>
        </p:nvSpPr>
        <p:spPr>
          <a:xfrm>
            <a:off x="6275102"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8" name="Content Placeholder 5">
            <a:extLst>
              <a:ext uri="{FF2B5EF4-FFF2-40B4-BE49-F238E27FC236}">
                <a16:creationId xmlns:a16="http://schemas.microsoft.com/office/drawing/2014/main" id="{C5F34989-8328-45D3-B009-EEC0A7CD1A90}"/>
              </a:ext>
            </a:extLst>
          </p:cNvPr>
          <p:cNvSpPr>
            <a:spLocks noGrp="1"/>
          </p:cNvSpPr>
          <p:nvPr>
            <p:ph sz="quarter" idx="28"/>
          </p:nvPr>
        </p:nvSpPr>
        <p:spPr>
          <a:xfrm>
            <a:off x="6275528"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9" name="Content Placeholder 2">
            <a:extLst>
              <a:ext uri="{FF2B5EF4-FFF2-40B4-BE49-F238E27FC236}">
                <a16:creationId xmlns:a16="http://schemas.microsoft.com/office/drawing/2014/main" id="{377F8BA9-2552-4C95-81A4-0A72E1E92FA7}"/>
              </a:ext>
            </a:extLst>
          </p:cNvPr>
          <p:cNvSpPr>
            <a:spLocks noGrp="1"/>
          </p:cNvSpPr>
          <p:nvPr>
            <p:ph sz="quarter" idx="29"/>
          </p:nvPr>
        </p:nvSpPr>
        <p:spPr>
          <a:xfrm>
            <a:off x="6275102"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0" name="Content Placeholder 5">
            <a:extLst>
              <a:ext uri="{FF2B5EF4-FFF2-40B4-BE49-F238E27FC236}">
                <a16:creationId xmlns:a16="http://schemas.microsoft.com/office/drawing/2014/main" id="{1D1568AB-30F2-4C2D-B7D3-24BD9AD4DF75}"/>
              </a:ext>
            </a:extLst>
          </p:cNvPr>
          <p:cNvSpPr>
            <a:spLocks noGrp="1"/>
          </p:cNvSpPr>
          <p:nvPr>
            <p:ph sz="quarter" idx="30"/>
          </p:nvPr>
        </p:nvSpPr>
        <p:spPr>
          <a:xfrm>
            <a:off x="9198713"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1" name="Content Placeholder 2">
            <a:extLst>
              <a:ext uri="{FF2B5EF4-FFF2-40B4-BE49-F238E27FC236}">
                <a16:creationId xmlns:a16="http://schemas.microsoft.com/office/drawing/2014/main" id="{4EFA7C6C-DA91-4223-B50D-7EF0CC691DEA}"/>
              </a:ext>
            </a:extLst>
          </p:cNvPr>
          <p:cNvSpPr>
            <a:spLocks noGrp="1"/>
          </p:cNvSpPr>
          <p:nvPr>
            <p:ph sz="quarter" idx="31"/>
          </p:nvPr>
        </p:nvSpPr>
        <p:spPr>
          <a:xfrm>
            <a:off x="9198404"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2" name="Content Placeholder 5">
            <a:extLst>
              <a:ext uri="{FF2B5EF4-FFF2-40B4-BE49-F238E27FC236}">
                <a16:creationId xmlns:a16="http://schemas.microsoft.com/office/drawing/2014/main" id="{94051805-0AB1-4868-890A-9A837BEAC667}"/>
              </a:ext>
            </a:extLst>
          </p:cNvPr>
          <p:cNvSpPr>
            <a:spLocks noGrp="1"/>
          </p:cNvSpPr>
          <p:nvPr>
            <p:ph sz="quarter" idx="32"/>
          </p:nvPr>
        </p:nvSpPr>
        <p:spPr>
          <a:xfrm>
            <a:off x="9198713"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3" name="Content Placeholder 2">
            <a:extLst>
              <a:ext uri="{FF2B5EF4-FFF2-40B4-BE49-F238E27FC236}">
                <a16:creationId xmlns:a16="http://schemas.microsoft.com/office/drawing/2014/main" id="{0083CD36-D0D3-49F7-A370-CA64C4268061}"/>
              </a:ext>
            </a:extLst>
          </p:cNvPr>
          <p:cNvSpPr>
            <a:spLocks noGrp="1"/>
          </p:cNvSpPr>
          <p:nvPr>
            <p:ph sz="quarter" idx="33"/>
          </p:nvPr>
        </p:nvSpPr>
        <p:spPr>
          <a:xfrm>
            <a:off x="9198404"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4" name="Content Placeholder 5">
            <a:extLst>
              <a:ext uri="{FF2B5EF4-FFF2-40B4-BE49-F238E27FC236}">
                <a16:creationId xmlns:a16="http://schemas.microsoft.com/office/drawing/2014/main" id="{B055FD8F-550B-4DFA-9CBB-E49EA2243301}"/>
              </a:ext>
            </a:extLst>
          </p:cNvPr>
          <p:cNvSpPr>
            <a:spLocks noGrp="1"/>
          </p:cNvSpPr>
          <p:nvPr>
            <p:ph sz="quarter" idx="15"/>
          </p:nvPr>
        </p:nvSpPr>
        <p:spPr>
          <a:xfrm>
            <a:off x="429156"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5" name="Content Placeholder 2">
            <a:extLst>
              <a:ext uri="{FF2B5EF4-FFF2-40B4-BE49-F238E27FC236}">
                <a16:creationId xmlns:a16="http://schemas.microsoft.com/office/drawing/2014/main" id="{3CDD21FC-76FC-4BFF-939E-2C6E9D9CB3EA}"/>
              </a:ext>
            </a:extLst>
          </p:cNvPr>
          <p:cNvSpPr>
            <a:spLocks noGrp="1"/>
          </p:cNvSpPr>
          <p:nvPr>
            <p:ph sz="quarter" idx="17"/>
          </p:nvPr>
        </p:nvSpPr>
        <p:spPr>
          <a:xfrm>
            <a:off x="428496"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149729691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4+1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cxnSp>
        <p:nvCxnSpPr>
          <p:cNvPr id="18" name="Straight Connector 17">
            <a:extLst>
              <a:ext uri="{FF2B5EF4-FFF2-40B4-BE49-F238E27FC236}">
                <a16:creationId xmlns:a16="http://schemas.microsoft.com/office/drawing/2014/main" id="{E4780F58-07CE-44EB-8E92-9619B5DA631C}"/>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Content Placeholder 5">
            <a:extLst>
              <a:ext uri="{FF2B5EF4-FFF2-40B4-BE49-F238E27FC236}">
                <a16:creationId xmlns:a16="http://schemas.microsoft.com/office/drawing/2014/main" id="{1839E722-DD11-47E7-BE19-9BE973447F1E}"/>
              </a:ext>
            </a:extLst>
          </p:cNvPr>
          <p:cNvSpPr>
            <a:spLocks noGrp="1"/>
          </p:cNvSpPr>
          <p:nvPr>
            <p:ph sz="quarter" idx="15"/>
          </p:nvPr>
        </p:nvSpPr>
        <p:spPr>
          <a:xfrm>
            <a:off x="429157"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1" name="Content Placeholder 2">
            <a:extLst>
              <a:ext uri="{FF2B5EF4-FFF2-40B4-BE49-F238E27FC236}">
                <a16:creationId xmlns:a16="http://schemas.microsoft.com/office/drawing/2014/main" id="{4FCD01D0-5282-4CE9-97A9-7FFFB5679B91}"/>
              </a:ext>
            </a:extLst>
          </p:cNvPr>
          <p:cNvSpPr>
            <a:spLocks noGrp="1"/>
          </p:cNvSpPr>
          <p:nvPr>
            <p:ph sz="quarter" idx="17"/>
          </p:nvPr>
        </p:nvSpPr>
        <p:spPr>
          <a:xfrm>
            <a:off x="428498"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2" name="Content Placeholder 5">
            <a:extLst>
              <a:ext uri="{FF2B5EF4-FFF2-40B4-BE49-F238E27FC236}">
                <a16:creationId xmlns:a16="http://schemas.microsoft.com/office/drawing/2014/main" id="{BCC58319-4A1F-4C41-8995-4F6157E7038B}"/>
              </a:ext>
            </a:extLst>
          </p:cNvPr>
          <p:cNvSpPr>
            <a:spLocks noGrp="1"/>
          </p:cNvSpPr>
          <p:nvPr>
            <p:ph sz="quarter" idx="20"/>
          </p:nvPr>
        </p:nvSpPr>
        <p:spPr>
          <a:xfrm>
            <a:off x="429157"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6" name="Content Placeholder 2">
            <a:extLst>
              <a:ext uri="{FF2B5EF4-FFF2-40B4-BE49-F238E27FC236}">
                <a16:creationId xmlns:a16="http://schemas.microsoft.com/office/drawing/2014/main" id="{4122CBA0-6FC8-4061-A992-F3E9761F979C}"/>
              </a:ext>
            </a:extLst>
          </p:cNvPr>
          <p:cNvSpPr>
            <a:spLocks noGrp="1"/>
          </p:cNvSpPr>
          <p:nvPr>
            <p:ph sz="quarter" idx="21"/>
          </p:nvPr>
        </p:nvSpPr>
        <p:spPr>
          <a:xfrm>
            <a:off x="428498"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7" name="Content Placeholder 5">
            <a:extLst>
              <a:ext uri="{FF2B5EF4-FFF2-40B4-BE49-F238E27FC236}">
                <a16:creationId xmlns:a16="http://schemas.microsoft.com/office/drawing/2014/main" id="{0138EE0F-87D4-46E7-B3A4-70554B03132C}"/>
              </a:ext>
            </a:extLst>
          </p:cNvPr>
          <p:cNvSpPr>
            <a:spLocks noGrp="1"/>
          </p:cNvSpPr>
          <p:nvPr>
            <p:ph sz="quarter" idx="22"/>
          </p:nvPr>
        </p:nvSpPr>
        <p:spPr>
          <a:xfrm>
            <a:off x="3352342" y="1641842"/>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38" name="Content Placeholder 2">
            <a:extLst>
              <a:ext uri="{FF2B5EF4-FFF2-40B4-BE49-F238E27FC236}">
                <a16:creationId xmlns:a16="http://schemas.microsoft.com/office/drawing/2014/main" id="{F78A1807-273F-4E42-88D8-1703907B7BD8}"/>
              </a:ext>
            </a:extLst>
          </p:cNvPr>
          <p:cNvSpPr>
            <a:spLocks noGrp="1"/>
          </p:cNvSpPr>
          <p:nvPr>
            <p:ph sz="quarter" idx="23"/>
          </p:nvPr>
        </p:nvSpPr>
        <p:spPr>
          <a:xfrm>
            <a:off x="3351800" y="1368279"/>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39" name="Content Placeholder 5">
            <a:extLst>
              <a:ext uri="{FF2B5EF4-FFF2-40B4-BE49-F238E27FC236}">
                <a16:creationId xmlns:a16="http://schemas.microsoft.com/office/drawing/2014/main" id="{D7A9A74B-662A-4354-ABE0-9C9618010DFC}"/>
              </a:ext>
            </a:extLst>
          </p:cNvPr>
          <p:cNvSpPr>
            <a:spLocks noGrp="1"/>
          </p:cNvSpPr>
          <p:nvPr>
            <p:ph sz="quarter" idx="24"/>
          </p:nvPr>
        </p:nvSpPr>
        <p:spPr>
          <a:xfrm>
            <a:off x="3352342" y="4162876"/>
            <a:ext cx="2564135" cy="2218874"/>
          </a:xfrm>
        </p:spPr>
        <p:txBody>
          <a:bodyPr lIns="36000"/>
          <a:lstStyle>
            <a:lvl1pPr>
              <a:defRPr sz="1100"/>
            </a:lvl1pPr>
            <a:lvl2pPr>
              <a:defRPr sz="1050"/>
            </a:lvl2pPr>
            <a:lvl3pPr>
              <a:defRPr sz="900"/>
            </a:lvl3pPr>
            <a:lvl4pPr>
              <a:defRPr sz="8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0" name="Content Placeholder 2">
            <a:extLst>
              <a:ext uri="{FF2B5EF4-FFF2-40B4-BE49-F238E27FC236}">
                <a16:creationId xmlns:a16="http://schemas.microsoft.com/office/drawing/2014/main" id="{25C6DCD4-996C-44B1-AD6E-5FEDC224D07B}"/>
              </a:ext>
            </a:extLst>
          </p:cNvPr>
          <p:cNvSpPr>
            <a:spLocks noGrp="1"/>
          </p:cNvSpPr>
          <p:nvPr>
            <p:ph sz="quarter" idx="25"/>
          </p:nvPr>
        </p:nvSpPr>
        <p:spPr>
          <a:xfrm>
            <a:off x="3351800" y="3889313"/>
            <a:ext cx="2564444"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41" name="Content Placeholder 5">
            <a:extLst>
              <a:ext uri="{FF2B5EF4-FFF2-40B4-BE49-F238E27FC236}">
                <a16:creationId xmlns:a16="http://schemas.microsoft.com/office/drawing/2014/main" id="{C399923D-BB08-43F9-957B-06E464ECAEB7}"/>
              </a:ext>
            </a:extLst>
          </p:cNvPr>
          <p:cNvSpPr>
            <a:spLocks noGrp="1"/>
          </p:cNvSpPr>
          <p:nvPr>
            <p:ph sz="quarter" idx="18"/>
          </p:nvPr>
        </p:nvSpPr>
        <p:spPr>
          <a:xfrm>
            <a:off x="6278972" y="1641842"/>
            <a:ext cx="5489045"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2" name="Content Placeholder 2">
            <a:extLst>
              <a:ext uri="{FF2B5EF4-FFF2-40B4-BE49-F238E27FC236}">
                <a16:creationId xmlns:a16="http://schemas.microsoft.com/office/drawing/2014/main" id="{87108220-1D1C-4CE1-BB2E-C81969F7FA52}"/>
              </a:ext>
            </a:extLst>
          </p:cNvPr>
          <p:cNvSpPr>
            <a:spLocks noGrp="1"/>
          </p:cNvSpPr>
          <p:nvPr>
            <p:ph sz="quarter" idx="19"/>
          </p:nvPr>
        </p:nvSpPr>
        <p:spPr>
          <a:xfrm>
            <a:off x="6278312" y="1368279"/>
            <a:ext cx="548970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36486907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1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Placeholder 4">
            <a:extLst>
              <a:ext uri="{FF2B5EF4-FFF2-40B4-BE49-F238E27FC236}">
                <a16:creationId xmlns:a16="http://schemas.microsoft.com/office/drawing/2014/main" id="{A783F4AE-3793-4D0C-ADBB-553EC31948AC}"/>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26" name="Text Placeholder 4">
            <a:extLst>
              <a:ext uri="{FF2B5EF4-FFF2-40B4-BE49-F238E27FC236}">
                <a16:creationId xmlns:a16="http://schemas.microsoft.com/office/drawing/2014/main" id="{B609A58A-57A7-4BFC-B7D3-AF17FC2E1AAC}"/>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23" name="Content Placeholder 5">
            <a:extLst>
              <a:ext uri="{FF2B5EF4-FFF2-40B4-BE49-F238E27FC236}">
                <a16:creationId xmlns:a16="http://schemas.microsoft.com/office/drawing/2014/main" id="{7F73C124-CC92-4EDB-8F43-C50BC21BD23F}"/>
              </a:ext>
            </a:extLst>
          </p:cNvPr>
          <p:cNvSpPr>
            <a:spLocks noGrp="1"/>
          </p:cNvSpPr>
          <p:nvPr>
            <p:ph sz="quarter" idx="15"/>
          </p:nvPr>
        </p:nvSpPr>
        <p:spPr>
          <a:xfrm>
            <a:off x="429156" y="1641842"/>
            <a:ext cx="7438982"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4" name="Content Placeholder 2">
            <a:extLst>
              <a:ext uri="{FF2B5EF4-FFF2-40B4-BE49-F238E27FC236}">
                <a16:creationId xmlns:a16="http://schemas.microsoft.com/office/drawing/2014/main" id="{6EC071C5-0A5E-46D5-ABD1-272D4D1E7141}"/>
              </a:ext>
            </a:extLst>
          </p:cNvPr>
          <p:cNvSpPr>
            <a:spLocks noGrp="1"/>
          </p:cNvSpPr>
          <p:nvPr>
            <p:ph sz="quarter" idx="17"/>
          </p:nvPr>
        </p:nvSpPr>
        <p:spPr>
          <a:xfrm>
            <a:off x="428498" y="1368279"/>
            <a:ext cx="743898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
        <p:nvSpPr>
          <p:cNvPr id="27" name="Content Placeholder 5">
            <a:extLst>
              <a:ext uri="{FF2B5EF4-FFF2-40B4-BE49-F238E27FC236}">
                <a16:creationId xmlns:a16="http://schemas.microsoft.com/office/drawing/2014/main" id="{BC124B58-4A36-4B9F-B106-F924A83A90C4}"/>
              </a:ext>
            </a:extLst>
          </p:cNvPr>
          <p:cNvSpPr>
            <a:spLocks noGrp="1"/>
          </p:cNvSpPr>
          <p:nvPr>
            <p:ph sz="quarter" idx="26"/>
          </p:nvPr>
        </p:nvSpPr>
        <p:spPr>
          <a:xfrm>
            <a:off x="8223742" y="1641842"/>
            <a:ext cx="3539106"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28" name="Content Placeholder 2">
            <a:extLst>
              <a:ext uri="{FF2B5EF4-FFF2-40B4-BE49-F238E27FC236}">
                <a16:creationId xmlns:a16="http://schemas.microsoft.com/office/drawing/2014/main" id="{BFC97422-478D-4021-8CA9-D69161FBC7A9}"/>
              </a:ext>
            </a:extLst>
          </p:cNvPr>
          <p:cNvSpPr>
            <a:spLocks noGrp="1"/>
          </p:cNvSpPr>
          <p:nvPr>
            <p:ph sz="quarter" idx="27"/>
          </p:nvPr>
        </p:nvSpPr>
        <p:spPr>
          <a:xfrm>
            <a:off x="8223316" y="1368279"/>
            <a:ext cx="3539532"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25469494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 objec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B56F594C-5442-4239-8CDD-F538D2D53CA9}"/>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7DD40567-6541-4DD7-968A-B784DC8B2A6D}"/>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0" name="Content Placeholder 5">
            <a:extLst>
              <a:ext uri="{FF2B5EF4-FFF2-40B4-BE49-F238E27FC236}">
                <a16:creationId xmlns:a16="http://schemas.microsoft.com/office/drawing/2014/main" id="{2F65DF6F-054C-41BF-A216-212668E3B692}"/>
              </a:ext>
            </a:extLst>
          </p:cNvPr>
          <p:cNvSpPr>
            <a:spLocks noGrp="1"/>
          </p:cNvSpPr>
          <p:nvPr>
            <p:ph sz="quarter" idx="15"/>
          </p:nvPr>
        </p:nvSpPr>
        <p:spPr>
          <a:xfrm>
            <a:off x="429157" y="1641842"/>
            <a:ext cx="11333691" cy="4738063"/>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2" name="Content Placeholder 2">
            <a:extLst>
              <a:ext uri="{FF2B5EF4-FFF2-40B4-BE49-F238E27FC236}">
                <a16:creationId xmlns:a16="http://schemas.microsoft.com/office/drawing/2014/main" id="{735E7DB5-3897-48EA-9C66-640A65DEE7E2}"/>
              </a:ext>
            </a:extLst>
          </p:cNvPr>
          <p:cNvSpPr>
            <a:spLocks noGrp="1"/>
          </p:cNvSpPr>
          <p:nvPr>
            <p:ph sz="quarter" idx="17"/>
          </p:nvPr>
        </p:nvSpPr>
        <p:spPr>
          <a:xfrm>
            <a:off x="428497" y="1368279"/>
            <a:ext cx="11335055" cy="221018"/>
          </a:xfrm>
          <a:ln w="12700">
            <a:gradFill>
              <a:gsLst>
                <a:gs pos="95000">
                  <a:schemeClr val="bg1">
                    <a:alpha val="0"/>
                  </a:schemeClr>
                </a:gs>
                <a:gs pos="95000">
                  <a:schemeClr val="tx2"/>
                </a:gs>
              </a:gsLst>
              <a:lin ang="5400000" scaled="1"/>
            </a:gradFill>
            <a:miter lim="800000"/>
          </a:ln>
        </p:spPr>
        <p:txBody>
          <a:bodyPr vert="horz" lIns="0" tIns="0" rIns="0" bIns="36000" rtlCol="0" anchor="b">
            <a:noAutofit/>
          </a:bodyPr>
          <a:lstStyle>
            <a:lvl1pPr marL="0" indent="0">
              <a:lnSpc>
                <a:spcPct val="100000"/>
              </a:lnSpc>
              <a:spcBef>
                <a:spcPts val="0"/>
              </a:spcBef>
              <a:spcAft>
                <a:spcPts val="0"/>
              </a:spcAft>
              <a:buNone/>
              <a:defRPr lang="en-US" dirty="0"/>
            </a:lvl1pPr>
            <a:lvl2pPr>
              <a:buNone/>
              <a:defRPr sz="1200"/>
            </a:lvl2pPr>
            <a:lvl3pPr>
              <a:buNone/>
              <a:defRPr sz="1200"/>
            </a:lvl3pPr>
            <a:lvl4pPr>
              <a:buNone/>
              <a:defRPr sz="1200"/>
            </a:lvl4pPr>
            <a:lvl5pPr>
              <a:buNone/>
              <a:defRPr sz="1200"/>
            </a:lvl5pPr>
          </a:lstStyle>
          <a:p>
            <a:pPr marL="0" lvl="0" indent="0">
              <a:lnSpc>
                <a:spcPct val="100000"/>
              </a:lnSpc>
              <a:spcBef>
                <a:spcPts val="0"/>
              </a:spcBef>
              <a:spcAft>
                <a:spcPts val="0"/>
              </a:spcAft>
              <a:buNone/>
            </a:pPr>
            <a:r>
              <a:rPr lang="en-US"/>
              <a:t>Click to edit Master text styles</a:t>
            </a:r>
          </a:p>
        </p:txBody>
      </p:sp>
    </p:spTree>
    <p:extLst>
      <p:ext uri="{BB962C8B-B14F-4D97-AF65-F5344CB8AC3E}">
        <p14:creationId xmlns:p14="http://schemas.microsoft.com/office/powerpoint/2010/main" val="34409862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B56F594C-5442-4239-8CDD-F538D2D53CA9}"/>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7DD40567-6541-4DD7-968A-B784DC8B2A6D}"/>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
        <p:nvSpPr>
          <p:cNvPr id="16" name="Content Placeholder 5">
            <a:extLst>
              <a:ext uri="{FF2B5EF4-FFF2-40B4-BE49-F238E27FC236}">
                <a16:creationId xmlns:a16="http://schemas.microsoft.com/office/drawing/2014/main" id="{53C2A4A6-FE0B-40AC-BD15-F60F23F9A508}"/>
              </a:ext>
            </a:extLst>
          </p:cNvPr>
          <p:cNvSpPr>
            <a:spLocks noGrp="1"/>
          </p:cNvSpPr>
          <p:nvPr>
            <p:ph sz="quarter" idx="15"/>
          </p:nvPr>
        </p:nvSpPr>
        <p:spPr>
          <a:xfrm>
            <a:off x="429157" y="1341439"/>
            <a:ext cx="11333691" cy="5038466"/>
          </a:xfrm>
        </p:spPr>
        <p:txBody>
          <a:bodyPr lIns="36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28037566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No object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E796EADC-AD36-7149-999C-627D65B1D38A}"/>
              </a:ext>
            </a:extLst>
          </p:cNvPr>
          <p:cNvSpPr>
            <a:spLocks noGrp="1"/>
          </p:cNvSpPr>
          <p:nvPr>
            <p:ph type="body" sz="quarter" idx="11" hasCustomPrompt="1"/>
          </p:nvPr>
        </p:nvSpPr>
        <p:spPr>
          <a:xfrm>
            <a:off x="428496" y="908049"/>
            <a:ext cx="11338862" cy="219045"/>
          </a:xfrm>
          <a:prstGeom prst="rect">
            <a:avLst/>
          </a:prstGeom>
        </p:spPr>
        <p:txBody>
          <a:bodyPr lIns="0" tIns="0" bIns="0" anchor="t">
            <a:normAutofit/>
          </a:bodyPr>
          <a:lstStyle>
            <a:lvl1pPr marL="0" indent="0">
              <a:buNone/>
              <a:defRPr sz="1400" b="0"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GB"/>
              <a:t>Click to add subtitle</a:t>
            </a:r>
          </a:p>
        </p:txBody>
      </p:sp>
      <p:sp>
        <p:nvSpPr>
          <p:cNvPr id="11" name="Title 1">
            <a:extLst>
              <a:ext uri="{FF2B5EF4-FFF2-40B4-BE49-F238E27FC236}">
                <a16:creationId xmlns:a16="http://schemas.microsoft.com/office/drawing/2014/main" id="{9744547A-92B8-884A-B66D-19B59D75082B}"/>
              </a:ext>
            </a:extLst>
          </p:cNvPr>
          <p:cNvSpPr>
            <a:spLocks noGrp="1"/>
          </p:cNvSpPr>
          <p:nvPr>
            <p:ph type="title" hasCustomPrompt="1"/>
          </p:nvPr>
        </p:nvSpPr>
        <p:spPr>
          <a:xfrm>
            <a:off x="429156" y="478096"/>
            <a:ext cx="11333692" cy="404643"/>
          </a:xfrm>
        </p:spPr>
        <p:txBody>
          <a:bodyPr anchor="t"/>
          <a:lstStyle>
            <a:lvl1pPr>
              <a:lnSpc>
                <a:spcPct val="100000"/>
              </a:lnSpc>
              <a:defRPr sz="2600"/>
            </a:lvl1pPr>
          </a:lstStyle>
          <a:p>
            <a:r>
              <a:rPr lang="en-GB"/>
              <a:t>Click to edit title</a:t>
            </a:r>
            <a:endParaRPr lang="en-NO"/>
          </a:p>
        </p:txBody>
      </p:sp>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Placeholder 4">
            <a:extLst>
              <a:ext uri="{FF2B5EF4-FFF2-40B4-BE49-F238E27FC236}">
                <a16:creationId xmlns:a16="http://schemas.microsoft.com/office/drawing/2014/main" id="{64D2DF77-9A82-41E1-ACCA-3929C2B6F9C8}"/>
              </a:ext>
            </a:extLst>
          </p:cNvPr>
          <p:cNvSpPr>
            <a:spLocks noGrp="1"/>
          </p:cNvSpPr>
          <p:nvPr>
            <p:ph type="body" sz="quarter" idx="13" hasCustomPrompt="1"/>
          </p:nvPr>
        </p:nvSpPr>
        <p:spPr>
          <a:xfrm>
            <a:off x="433643" y="180003"/>
            <a:ext cx="5449846" cy="204121"/>
          </a:xfrm>
          <a:prstGeom prst="rect">
            <a:avLst/>
          </a:prstGeom>
        </p:spPr>
        <p:txBody>
          <a:bodyPr lIns="0" tIns="0" rIns="0" bIns="0" anchor="ctr"/>
          <a:lstStyle>
            <a:lvl1pPr marL="0" indent="0">
              <a:buNone/>
              <a:defRPr sz="800" b="1" i="0" baseline="0">
                <a:solidFill>
                  <a:schemeClr val="tx2"/>
                </a:solidFill>
                <a:latin typeface="+mn-lt"/>
                <a:cs typeface="Segoe UI Historic" panose="020B0502040204020203"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a:t>CLICK TO EDIT CHAPTER TEXT</a:t>
            </a:r>
          </a:p>
        </p:txBody>
      </p:sp>
      <p:sp>
        <p:nvSpPr>
          <p:cNvPr id="14" name="Text Placeholder 4">
            <a:extLst>
              <a:ext uri="{FF2B5EF4-FFF2-40B4-BE49-F238E27FC236}">
                <a16:creationId xmlns:a16="http://schemas.microsoft.com/office/drawing/2014/main" id="{1D8AED4B-519C-498B-994F-78BD9F66DF6B}"/>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spTree>
    <p:extLst>
      <p:ext uri="{BB962C8B-B14F-4D97-AF65-F5344CB8AC3E}">
        <p14:creationId xmlns:p14="http://schemas.microsoft.com/office/powerpoint/2010/main" val="18088775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tandard dislaimer">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B9320E02-B26F-6040-9484-8D77F2B1DCBD}"/>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231B893C-5DC9-FE46-B83E-AC669627A47A}"/>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Placeholder 4">
            <a:extLst>
              <a:ext uri="{FF2B5EF4-FFF2-40B4-BE49-F238E27FC236}">
                <a16:creationId xmlns:a16="http://schemas.microsoft.com/office/drawing/2014/main" id="{1D8AED4B-519C-498B-994F-78BD9F66DF6B}"/>
              </a:ext>
            </a:extLst>
          </p:cNvPr>
          <p:cNvSpPr>
            <a:spLocks noGrp="1"/>
          </p:cNvSpPr>
          <p:nvPr>
            <p:ph type="body" sz="quarter" idx="12" hasCustomPrompt="1"/>
          </p:nvPr>
        </p:nvSpPr>
        <p:spPr>
          <a:xfrm>
            <a:off x="433863" y="6433874"/>
            <a:ext cx="9837401" cy="349250"/>
          </a:xfrm>
          <a:prstGeom prst="rect">
            <a:avLst/>
          </a:prstGeom>
        </p:spPr>
        <p:txBody>
          <a:bodyPr lIns="0" rIns="0" anchor="t" anchorCtr="0">
            <a:noAutofit/>
          </a:bodyPr>
          <a:lstStyle>
            <a:lvl1pPr marL="0" indent="0">
              <a:spcBef>
                <a:spcPts val="100"/>
              </a:spcBef>
              <a:spcAft>
                <a:spcPts val="100"/>
              </a:spcAft>
              <a:buNone/>
              <a:defRPr sz="700" b="0" i="1">
                <a:latin typeface="+mn-lt"/>
                <a:ea typeface="Segoe UI Symbol" panose="020B0502040204020203" pitchFamily="34" charset="0"/>
                <a:cs typeface="Arial" panose="020B0604020202020204" pitchFamily="34" charset="0"/>
              </a:defRPr>
            </a:lvl1pPr>
            <a:lvl2pPr marL="161929" indent="0">
              <a:buNone/>
              <a:defRPr/>
            </a:lvl2pPr>
            <a:lvl3pPr marL="333383" indent="0">
              <a:buNone/>
              <a:defRPr/>
            </a:lvl3pPr>
            <a:lvl4pPr marL="476262" indent="0">
              <a:buNone/>
              <a:defRPr/>
            </a:lvl4pPr>
            <a:lvl5pPr marL="666017" indent="0">
              <a:buNone/>
              <a:defRPr/>
            </a:lvl5pPr>
          </a:lstStyle>
          <a:p>
            <a:pPr lvl="0"/>
            <a:r>
              <a:rPr lang="en-US" noProof="0"/>
              <a:t>Add footnote</a:t>
            </a:r>
          </a:p>
        </p:txBody>
      </p:sp>
      <p:pic>
        <p:nvPicPr>
          <p:cNvPr id="10" name="Picture 9" descr="A picture containing sky, outdoor, tall&#10;&#10;Description automatically generated">
            <a:extLst>
              <a:ext uri="{FF2B5EF4-FFF2-40B4-BE49-F238E27FC236}">
                <a16:creationId xmlns:a16="http://schemas.microsoft.com/office/drawing/2014/main" id="{0C294D6E-2309-4B26-81D6-3B5AF6B00D52}"/>
              </a:ext>
            </a:extLst>
          </p:cNvPr>
          <p:cNvPicPr>
            <a:picLocks noChangeAspect="1"/>
          </p:cNvPicPr>
          <p:nvPr/>
        </p:nvPicPr>
        <p:blipFill rotWithShape="1">
          <a:blip r:embed="rId2">
            <a:extLst>
              <a:ext uri="{28A0092B-C50C-407E-A947-70E740481C1C}">
                <a14:useLocalDpi xmlns:a14="http://schemas.microsoft.com/office/drawing/2010/main" val="0"/>
              </a:ext>
            </a:extLst>
          </a:blip>
          <a:srcRect l="26391" r="30521" b="2745"/>
          <a:stretch/>
        </p:blipFill>
        <p:spPr>
          <a:xfrm>
            <a:off x="0" y="1247069"/>
            <a:ext cx="3751385" cy="4586468"/>
          </a:xfrm>
          <a:prstGeom prst="rect">
            <a:avLst/>
          </a:prstGeom>
        </p:spPr>
      </p:pic>
      <p:sp>
        <p:nvSpPr>
          <p:cNvPr id="12" name="Rectangle 4">
            <a:extLst>
              <a:ext uri="{FF2B5EF4-FFF2-40B4-BE49-F238E27FC236}">
                <a16:creationId xmlns:a16="http://schemas.microsoft.com/office/drawing/2014/main" id="{CB67EA22-2C47-4459-8B39-AD173C79C9CB}"/>
              </a:ext>
            </a:extLst>
          </p:cNvPr>
          <p:cNvSpPr txBox="1">
            <a:spLocks noChangeArrowheads="1"/>
          </p:cNvSpPr>
          <p:nvPr/>
        </p:nvSpPr>
        <p:spPr bwMode="auto">
          <a:xfrm>
            <a:off x="4091354" y="1247068"/>
            <a:ext cx="7676662" cy="4586470"/>
          </a:xfrm>
          <a:prstGeom prst="rect">
            <a:avLst/>
          </a:prstGeom>
        </p:spPr>
        <p:txBody>
          <a:bodyPr vert="horz" lIns="14400" tIns="0" rIns="0" bIns="0" numCol="2" spcCol="360000" rtlCol="0">
            <a:normAutofit/>
          </a:bodyPr>
          <a:lstStyle>
            <a:lvl1pPr marL="0" lvl="0" indent="0" algn="l" defTabSz="742950" rtl="0" eaLnBrk="1" latinLnBrk="0" hangingPunct="1">
              <a:lnSpc>
                <a:spcPts val="1260"/>
              </a:lnSpc>
              <a:spcAft>
                <a:spcPts val="600"/>
              </a:spcAft>
              <a:buClr>
                <a:schemeClr val="tx2"/>
              </a:buClr>
              <a:buNone/>
              <a:defRPr sz="1050" b="0" i="0" kern="1200">
                <a:solidFill>
                  <a:schemeClr val="tx1"/>
                </a:solidFill>
                <a:latin typeface="+mn-lt"/>
                <a:ea typeface="+mn-ea"/>
                <a:cs typeface="Segoe UI Historic" panose="020B0502040204020203" pitchFamily="34" charset="0"/>
              </a:defRPr>
            </a:lvl1pPr>
            <a:lvl2pPr marL="161929"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2pPr>
            <a:lvl3pPr marL="333383"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3pPr>
            <a:lvl4pPr marL="476262"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Segoe UI Historic" panose="020B0502040204020203" pitchFamily="34" charset="0"/>
              </a:defRPr>
            </a:lvl4pPr>
            <a:lvl5pPr marL="666017" indent="0" algn="l" defTabSz="742950" rtl="0" eaLnBrk="1" latinLnBrk="0" hangingPunct="1">
              <a:buFont typeface="Arial" panose="020B0604020202020204" pitchFamily="34" charset="0"/>
              <a:buNone/>
              <a:defRPr b="0" i="0" kern="1200">
                <a:solidFill>
                  <a:schemeClr val="tx1"/>
                </a:solidFill>
                <a:latin typeface="Avenir" panose="02000503020000020003" pitchFamily="2" charset="0"/>
                <a:ea typeface="+mn-ea"/>
                <a:cs typeface="+mn-cs"/>
              </a:defRPr>
            </a:lvl5pPr>
            <a:lvl6pPr marL="2043113" indent="-185738" defTabSz="742950">
              <a:lnSpc>
                <a:spcPct val="90000"/>
              </a:lnSpc>
              <a:spcBef>
                <a:spcPts val="406"/>
              </a:spcBef>
              <a:buFont typeface="Arial" panose="020B0604020202020204" pitchFamily="34" charset="0"/>
              <a:buChar char="•"/>
              <a:defRPr sz="1463"/>
            </a:lvl6pPr>
            <a:lvl7pPr marL="2414588" indent="-185738" defTabSz="742950">
              <a:lnSpc>
                <a:spcPct val="90000"/>
              </a:lnSpc>
              <a:spcBef>
                <a:spcPts val="406"/>
              </a:spcBef>
              <a:buFont typeface="Arial" panose="020B0604020202020204" pitchFamily="34" charset="0"/>
              <a:buChar char="•"/>
              <a:defRPr sz="1463"/>
            </a:lvl7pPr>
            <a:lvl8pPr marL="2786063" indent="-185738" defTabSz="742950">
              <a:lnSpc>
                <a:spcPct val="90000"/>
              </a:lnSpc>
              <a:spcBef>
                <a:spcPts val="406"/>
              </a:spcBef>
              <a:buFont typeface="Arial" panose="020B0604020202020204" pitchFamily="34" charset="0"/>
              <a:buChar char="•"/>
              <a:defRPr sz="1463"/>
            </a:lvl8pPr>
            <a:lvl9pPr marL="3157538" indent="-185738" defTabSz="742950">
              <a:lnSpc>
                <a:spcPct val="90000"/>
              </a:lnSpc>
              <a:spcBef>
                <a:spcPts val="406"/>
              </a:spcBef>
              <a:buFont typeface="Arial" panose="020B0604020202020204" pitchFamily="34" charset="0"/>
              <a:buChar char="•"/>
              <a:defRPr sz="1463"/>
            </a:lvl9pPr>
          </a:lstStyle>
          <a:p>
            <a:pPr lvl="0" algn="just">
              <a:lnSpc>
                <a:spcPct val="150000"/>
              </a:lnSpc>
            </a:pPr>
            <a:r>
              <a:rPr lang="en-US" sz="900"/>
              <a:t>These materials have been prepared by Pareto Securities AS and/or its affiliates (together “Pareto”) exclusively for the benefit and internal use of the client named on the cover in order to indicate, on a preliminary basis, the feasibility of one or more potential transactions. The materials may not be used for any other purpose and may not be copied or disclosed, in whole or in part, to any third party without the prior written consent of Pareto.</a:t>
            </a:r>
          </a:p>
          <a:p>
            <a:pPr lvl="0" algn="just">
              <a:lnSpc>
                <a:spcPct val="150000"/>
              </a:lnSpc>
            </a:pPr>
            <a:r>
              <a:rPr lang="en-US" sz="900"/>
              <a:t>The materials contain information which has been sourced from third parties, without independent verification. The information reflects prevailing conditions and Pareto’s views as of the date of hereof, and may be subject to corrections and change at any time without notice. Pareto does not intend to, and the delivery of these materials shall not create any implication that Pareto assumes any obligation to, update or correct the materials.</a:t>
            </a:r>
          </a:p>
          <a:p>
            <a:pPr lvl="0" algn="just">
              <a:lnSpc>
                <a:spcPct val="150000"/>
              </a:lnSpc>
            </a:pPr>
            <a:r>
              <a:rPr lang="en-US" sz="900"/>
              <a:t>Pareto, its directors and employees or clients may have or have had positions in securities or other financial instruments referred to herein, and may at any time make purchases/sales of such securities or other financial instruments without notice. Pareto may have or have had or assume relationship(s) with or engagement(s) for or related to the relevant companies or matters referred to herein.</a:t>
            </a:r>
          </a:p>
          <a:p>
            <a:pPr lvl="0" algn="just">
              <a:lnSpc>
                <a:spcPct val="150000"/>
              </a:lnSpc>
            </a:pPr>
            <a:r>
              <a:rPr lang="en-US" sz="900"/>
              <a:t>The materials are not intended to be and should not replace or be construed as legal, tax, accounting or investment advice or a recommendation. No investment, divestment or other financial decisions or actions should be based solely on the material, and no representations or warranties are made as to the accuracy, correctness, reliability or completeness of the material or its contents. Neither Pareto, nor any of its affiliates, directors and employees accept any liability relating to or resulting from the reliance upon or the use of all or parts of the materials.</a:t>
            </a:r>
          </a:p>
        </p:txBody>
      </p:sp>
      <p:sp>
        <p:nvSpPr>
          <p:cNvPr id="16" name="TextBox 15">
            <a:extLst>
              <a:ext uri="{FF2B5EF4-FFF2-40B4-BE49-F238E27FC236}">
                <a16:creationId xmlns:a16="http://schemas.microsoft.com/office/drawing/2014/main" id="{FCCADF6F-1B7B-4115-B132-2EC94C8BBAF6}"/>
              </a:ext>
            </a:extLst>
          </p:cNvPr>
          <p:cNvSpPr txBox="1"/>
          <p:nvPr/>
        </p:nvSpPr>
        <p:spPr>
          <a:xfrm>
            <a:off x="311138" y="397328"/>
            <a:ext cx="5822793" cy="492443"/>
          </a:xfrm>
          <a:prstGeom prst="rect">
            <a:avLst/>
          </a:prstGeom>
          <a:noFill/>
        </p:spPr>
        <p:txBody>
          <a:bodyPr wrap="square" rtlCol="0">
            <a:spAutoFit/>
          </a:bodyPr>
          <a:lstStyle/>
          <a:p>
            <a:pPr marL="0" indent="0" algn="l">
              <a:buNone/>
            </a:pPr>
            <a:r>
              <a:rPr lang="en-GB" sz="2600">
                <a:solidFill>
                  <a:schemeClr val="tx2"/>
                </a:solidFill>
                <a:latin typeface="+mj-lt"/>
              </a:rPr>
              <a:t>Important information</a:t>
            </a:r>
          </a:p>
        </p:txBody>
      </p:sp>
    </p:spTree>
    <p:extLst>
      <p:ext uri="{BB962C8B-B14F-4D97-AF65-F5344CB8AC3E}">
        <p14:creationId xmlns:p14="http://schemas.microsoft.com/office/powerpoint/2010/main" val="37975725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tact information">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231B893C-5DC9-FE46-B83E-AC669627A47A}"/>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Rectangle 1">
            <a:extLst>
              <a:ext uri="{FF2B5EF4-FFF2-40B4-BE49-F238E27FC236}">
                <a16:creationId xmlns:a16="http://schemas.microsoft.com/office/drawing/2014/main" id="{CD40B253-BB6C-47B2-A0AE-E5070665CE94}"/>
              </a:ext>
            </a:extLst>
          </p:cNvPr>
          <p:cNvSpPr>
            <a:spLocks noChangeArrowheads="1"/>
          </p:cNvSpPr>
          <p:nvPr/>
        </p:nvSpPr>
        <p:spPr bwMode="auto">
          <a:xfrm>
            <a:off x="443077" y="1188000"/>
            <a:ext cx="1523209"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Oslo (Norway)</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err="1">
                <a:solidFill>
                  <a:srgbClr val="000000"/>
                </a:solidFill>
                <a:latin typeface="+mn-lt"/>
              </a:rPr>
              <a:t>Dronning</a:t>
            </a:r>
            <a:r>
              <a:rPr lang="en-US" sz="850" kern="1200" noProof="0">
                <a:solidFill>
                  <a:srgbClr val="000000"/>
                </a:solidFill>
                <a:latin typeface="+mn-lt"/>
              </a:rPr>
              <a:t> </a:t>
            </a:r>
            <a:r>
              <a:rPr lang="en-US" sz="850" kern="1200" noProof="0" err="1">
                <a:solidFill>
                  <a:srgbClr val="000000"/>
                </a:solidFill>
                <a:latin typeface="+mn-lt"/>
              </a:rPr>
              <a:t>Mauds</a:t>
            </a:r>
            <a:r>
              <a:rPr lang="en-US" sz="850" kern="1200" noProof="0">
                <a:solidFill>
                  <a:srgbClr val="000000"/>
                </a:solidFill>
                <a:latin typeface="+mn-lt"/>
              </a:rPr>
              <a:t> gate 3</a:t>
            </a:r>
          </a:p>
          <a:p>
            <a:pPr marL="266706" indent="-266706">
              <a:spcBef>
                <a:spcPct val="0"/>
              </a:spcBef>
              <a:spcAft>
                <a:spcPct val="0"/>
              </a:spcAft>
              <a:buClrTx/>
              <a:buNone/>
            </a:pPr>
            <a:r>
              <a:rPr lang="en-US" sz="850" kern="1200" noProof="0">
                <a:solidFill>
                  <a:srgbClr val="000000"/>
                </a:solidFill>
                <a:latin typeface="+mn-lt"/>
              </a:rPr>
              <a:t>PO Box 1411 </a:t>
            </a:r>
            <a:r>
              <a:rPr lang="en-US" sz="850" kern="1200" noProof="0" err="1">
                <a:solidFill>
                  <a:srgbClr val="000000"/>
                </a:solidFill>
                <a:latin typeface="+mn-lt"/>
              </a:rPr>
              <a:t>Vika</a:t>
            </a: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N-0115 Oslo </a:t>
            </a:r>
          </a:p>
          <a:p>
            <a:pPr marL="266706" indent="-266706">
              <a:spcBef>
                <a:spcPct val="0"/>
              </a:spcBef>
              <a:spcAft>
                <a:spcPct val="0"/>
              </a:spcAft>
              <a:buClrTx/>
              <a:buNone/>
            </a:pPr>
            <a:r>
              <a:rPr lang="en-US" sz="850" kern="1200" noProof="0">
                <a:solidFill>
                  <a:srgbClr val="000000"/>
                </a:solidFill>
                <a:latin typeface="+mn-lt"/>
              </a:rPr>
              <a:t>Norway</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+47 22 87 87 00</a:t>
            </a:r>
          </a:p>
        </p:txBody>
      </p:sp>
      <p:sp>
        <p:nvSpPr>
          <p:cNvPr id="3" name="Rectangle 2">
            <a:extLst>
              <a:ext uri="{FF2B5EF4-FFF2-40B4-BE49-F238E27FC236}">
                <a16:creationId xmlns:a16="http://schemas.microsoft.com/office/drawing/2014/main" id="{961ED4D8-5971-4F4F-9141-1AD41DE89C33}"/>
              </a:ext>
            </a:extLst>
          </p:cNvPr>
          <p:cNvSpPr>
            <a:spLocks noChangeArrowheads="1"/>
          </p:cNvSpPr>
          <p:nvPr/>
        </p:nvSpPr>
        <p:spPr bwMode="auto">
          <a:xfrm>
            <a:off x="2304000" y="1188000"/>
            <a:ext cx="152321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Stavanger (Norway)</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a:solidFill>
                  <a:srgbClr val="000000"/>
                </a:solidFill>
                <a:latin typeface="+mn-lt"/>
              </a:rPr>
              <a:t>Haakon VIIs gate 8</a:t>
            </a:r>
          </a:p>
          <a:p>
            <a:pPr marL="266706" indent="-266706">
              <a:spcBef>
                <a:spcPct val="0"/>
              </a:spcBef>
              <a:spcAft>
                <a:spcPct val="0"/>
              </a:spcAft>
              <a:buClrTx/>
              <a:buNone/>
            </a:pPr>
            <a:r>
              <a:rPr lang="en-US" sz="850" kern="1200" noProof="0">
                <a:solidFill>
                  <a:srgbClr val="000000"/>
                </a:solidFill>
                <a:latin typeface="+mn-lt"/>
              </a:rPr>
              <a:t>PO Box 163</a:t>
            </a:r>
          </a:p>
          <a:p>
            <a:pPr marL="266706" indent="-266706">
              <a:spcBef>
                <a:spcPct val="0"/>
              </a:spcBef>
              <a:spcAft>
                <a:spcPct val="0"/>
              </a:spcAft>
              <a:buClrTx/>
              <a:buNone/>
            </a:pPr>
            <a:r>
              <a:rPr lang="en-US" sz="850" kern="1200" noProof="0">
                <a:solidFill>
                  <a:srgbClr val="000000"/>
                </a:solidFill>
                <a:latin typeface="+mn-lt"/>
              </a:rPr>
              <a:t>N-4001 Stavanger</a:t>
            </a:r>
          </a:p>
          <a:p>
            <a:pPr marL="266706" indent="-266706">
              <a:spcBef>
                <a:spcPct val="0"/>
              </a:spcBef>
              <a:spcAft>
                <a:spcPct val="0"/>
              </a:spcAft>
              <a:buClrTx/>
              <a:buNone/>
            </a:pPr>
            <a:r>
              <a:rPr lang="en-US" sz="850" kern="1200" noProof="0">
                <a:solidFill>
                  <a:srgbClr val="000000"/>
                </a:solidFill>
                <a:latin typeface="+mn-lt"/>
              </a:rPr>
              <a:t>Norway</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+47 51 83 63 00</a:t>
            </a:r>
          </a:p>
        </p:txBody>
      </p:sp>
      <p:sp>
        <p:nvSpPr>
          <p:cNvPr id="4" name="Rectangle 3">
            <a:extLst>
              <a:ext uri="{FF2B5EF4-FFF2-40B4-BE49-F238E27FC236}">
                <a16:creationId xmlns:a16="http://schemas.microsoft.com/office/drawing/2014/main" id="{562696BC-8786-4ABA-8502-4A274537581C}"/>
              </a:ext>
            </a:extLst>
          </p:cNvPr>
          <p:cNvSpPr>
            <a:spLocks noChangeArrowheads="1"/>
          </p:cNvSpPr>
          <p:nvPr/>
        </p:nvSpPr>
        <p:spPr bwMode="auto">
          <a:xfrm>
            <a:off x="5848615" y="1188000"/>
            <a:ext cx="1611835"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Malmö (Sweden)</a:t>
            </a:r>
          </a:p>
          <a:p>
            <a:pPr marL="266706" indent="-266706">
              <a:spcBef>
                <a:spcPct val="0"/>
              </a:spcBef>
              <a:spcAft>
                <a:spcPct val="0"/>
              </a:spcAft>
              <a:buClrTx/>
              <a:buNone/>
            </a:pPr>
            <a:r>
              <a:rPr lang="en-US" sz="850" kern="1200" noProof="0">
                <a:solidFill>
                  <a:srgbClr val="000000"/>
                </a:solidFill>
                <a:latin typeface="+mn-lt"/>
              </a:rPr>
              <a:t>Pareto Securities AB</a:t>
            </a:r>
          </a:p>
          <a:p>
            <a:pPr marL="266706" indent="-266706">
              <a:spcBef>
                <a:spcPct val="0"/>
              </a:spcBef>
              <a:spcAft>
                <a:spcPct val="0"/>
              </a:spcAft>
              <a:buClrTx/>
              <a:buNone/>
            </a:pPr>
            <a:r>
              <a:rPr lang="en-US" sz="850" kern="1200" noProof="0">
                <a:solidFill>
                  <a:srgbClr val="000000"/>
                </a:solidFill>
                <a:latin typeface="+mn-lt"/>
              </a:rPr>
              <a:t>Stortorget 13</a:t>
            </a:r>
          </a:p>
          <a:p>
            <a:pPr marL="266706" indent="-266706">
              <a:spcBef>
                <a:spcPct val="0"/>
              </a:spcBef>
              <a:spcAft>
                <a:spcPct val="0"/>
              </a:spcAft>
              <a:buClrTx/>
              <a:buNone/>
            </a:pPr>
            <a:r>
              <a:rPr lang="en-US" sz="850" kern="1200" noProof="0">
                <a:solidFill>
                  <a:srgbClr val="000000"/>
                </a:solidFill>
                <a:latin typeface="+mn-lt"/>
              </a:rPr>
              <a:t>S-211 22 Malmö</a:t>
            </a:r>
          </a:p>
          <a:p>
            <a:pPr marL="266706" indent="-266706">
              <a:spcBef>
                <a:spcPct val="0"/>
              </a:spcBef>
              <a:spcAft>
                <a:spcPct val="0"/>
              </a:spcAft>
              <a:buClrTx/>
              <a:buNone/>
            </a:pPr>
            <a:r>
              <a:rPr lang="en-US" sz="850" kern="1200" noProof="0">
                <a:solidFill>
                  <a:srgbClr val="000000"/>
                </a:solidFill>
                <a:latin typeface="+mn-lt"/>
              </a:rPr>
              <a:t>Sweden</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+46 40 750 20</a:t>
            </a:r>
          </a:p>
        </p:txBody>
      </p:sp>
      <p:sp>
        <p:nvSpPr>
          <p:cNvPr id="5" name="Rectangle 4">
            <a:extLst>
              <a:ext uri="{FF2B5EF4-FFF2-40B4-BE49-F238E27FC236}">
                <a16:creationId xmlns:a16="http://schemas.microsoft.com/office/drawing/2014/main" id="{C42A0445-6F54-4B37-A3B1-1D934948F3A2}"/>
              </a:ext>
            </a:extLst>
          </p:cNvPr>
          <p:cNvSpPr>
            <a:spLocks noChangeArrowheads="1"/>
          </p:cNvSpPr>
          <p:nvPr/>
        </p:nvSpPr>
        <p:spPr bwMode="auto">
          <a:xfrm>
            <a:off x="4076308" y="1188000"/>
            <a:ext cx="152321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Stockholm (Sweden)</a:t>
            </a:r>
          </a:p>
          <a:p>
            <a:pPr marL="266706" indent="-266706">
              <a:spcBef>
                <a:spcPct val="0"/>
              </a:spcBef>
              <a:spcAft>
                <a:spcPct val="0"/>
              </a:spcAft>
              <a:buClrTx/>
              <a:buNone/>
            </a:pPr>
            <a:r>
              <a:rPr lang="en-US" sz="850" kern="1200" noProof="0">
                <a:solidFill>
                  <a:srgbClr val="000000"/>
                </a:solidFill>
                <a:latin typeface="+mn-lt"/>
              </a:rPr>
              <a:t>Pareto Securities AB</a:t>
            </a:r>
          </a:p>
          <a:p>
            <a:pPr marL="266706" indent="-266706">
              <a:spcBef>
                <a:spcPct val="0"/>
              </a:spcBef>
              <a:spcAft>
                <a:spcPct val="0"/>
              </a:spcAft>
              <a:buClrTx/>
              <a:buNone/>
            </a:pPr>
            <a:r>
              <a:rPr lang="en-US" sz="850" kern="1200" noProof="0" err="1">
                <a:solidFill>
                  <a:srgbClr val="000000"/>
                </a:solidFill>
                <a:latin typeface="+mn-lt"/>
              </a:rPr>
              <a:t>Berzelii</a:t>
            </a:r>
            <a:r>
              <a:rPr lang="en-US" sz="850" kern="1200" noProof="0">
                <a:solidFill>
                  <a:srgbClr val="000000"/>
                </a:solidFill>
                <a:latin typeface="+mn-lt"/>
              </a:rPr>
              <a:t> Park 9</a:t>
            </a:r>
          </a:p>
          <a:p>
            <a:pPr marL="266706" indent="-266706">
              <a:spcBef>
                <a:spcPct val="0"/>
              </a:spcBef>
              <a:spcAft>
                <a:spcPct val="0"/>
              </a:spcAft>
              <a:buClrTx/>
              <a:buNone/>
            </a:pPr>
            <a:r>
              <a:rPr lang="en-US" sz="850" kern="1200" noProof="0">
                <a:solidFill>
                  <a:srgbClr val="000000"/>
                </a:solidFill>
                <a:latin typeface="+mn-lt"/>
              </a:rPr>
              <a:t>PO Box 7415</a:t>
            </a:r>
          </a:p>
          <a:p>
            <a:pPr marL="266706" indent="-266706">
              <a:spcBef>
                <a:spcPct val="0"/>
              </a:spcBef>
              <a:spcAft>
                <a:spcPct val="0"/>
              </a:spcAft>
              <a:buClrTx/>
              <a:buNone/>
            </a:pPr>
            <a:r>
              <a:rPr lang="en-US" sz="850" kern="1200" noProof="0">
                <a:solidFill>
                  <a:srgbClr val="000000"/>
                </a:solidFill>
                <a:latin typeface="+mn-lt"/>
              </a:rPr>
              <a:t>S-103 91 Stockholm</a:t>
            </a:r>
          </a:p>
          <a:p>
            <a:pPr marL="266706" indent="-266706">
              <a:spcBef>
                <a:spcPct val="0"/>
              </a:spcBef>
              <a:spcAft>
                <a:spcPct val="0"/>
              </a:spcAft>
              <a:buClrTx/>
              <a:buNone/>
            </a:pPr>
            <a:r>
              <a:rPr lang="en-US" sz="850" kern="1200" noProof="0">
                <a:solidFill>
                  <a:srgbClr val="000000"/>
                </a:solidFill>
                <a:latin typeface="+mn-lt"/>
              </a:rPr>
              <a:t>Sweden</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+46 8 402 50 00</a:t>
            </a:r>
          </a:p>
        </p:txBody>
      </p:sp>
      <p:sp>
        <p:nvSpPr>
          <p:cNvPr id="6" name="Rectangle 5">
            <a:extLst>
              <a:ext uri="{FF2B5EF4-FFF2-40B4-BE49-F238E27FC236}">
                <a16:creationId xmlns:a16="http://schemas.microsoft.com/office/drawing/2014/main" id="{4E20EC70-BD9F-4403-8EA0-755D4100797B}"/>
              </a:ext>
            </a:extLst>
          </p:cNvPr>
          <p:cNvSpPr>
            <a:spLocks noChangeArrowheads="1"/>
          </p:cNvSpPr>
          <p:nvPr/>
        </p:nvSpPr>
        <p:spPr bwMode="auto">
          <a:xfrm>
            <a:off x="443078"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Helsinki (Finland)</a:t>
            </a:r>
          </a:p>
          <a:p>
            <a:pPr marL="266706" indent="-266706">
              <a:spcBef>
                <a:spcPct val="0"/>
              </a:spcBef>
              <a:spcAft>
                <a:spcPct val="0"/>
              </a:spcAft>
              <a:buClrTx/>
              <a:buNone/>
            </a:pPr>
            <a:r>
              <a:rPr lang="en-US" sz="850" kern="1200" noProof="0">
                <a:solidFill>
                  <a:srgbClr val="000000"/>
                </a:solidFill>
                <a:latin typeface="+mn-lt"/>
              </a:rPr>
              <a:t>Pareto Securities Oy</a:t>
            </a:r>
          </a:p>
          <a:p>
            <a:pPr marL="266706" indent="-266706">
              <a:spcBef>
                <a:spcPct val="0"/>
              </a:spcBef>
              <a:spcAft>
                <a:spcPct val="0"/>
              </a:spcAft>
              <a:buClrTx/>
              <a:buNone/>
            </a:pPr>
            <a:r>
              <a:rPr lang="en-US" sz="850" kern="1200" noProof="0" err="1">
                <a:solidFill>
                  <a:srgbClr val="000000"/>
                </a:solidFill>
                <a:latin typeface="+mn-lt"/>
                <a:cs typeface="+mn-cs"/>
              </a:rPr>
              <a:t>Aleksanterinkatu</a:t>
            </a:r>
            <a:r>
              <a:rPr lang="en-US" sz="850" kern="1200" noProof="0">
                <a:solidFill>
                  <a:srgbClr val="000000"/>
                </a:solidFill>
                <a:latin typeface="+mn-lt"/>
                <a:cs typeface="+mn-cs"/>
              </a:rPr>
              <a:t> 44, </a:t>
            </a:r>
          </a:p>
          <a:p>
            <a:pPr marL="266706" indent="-266706">
              <a:spcBef>
                <a:spcPct val="0"/>
              </a:spcBef>
              <a:spcAft>
                <a:spcPct val="0"/>
              </a:spcAft>
              <a:buClrTx/>
              <a:buNone/>
            </a:pPr>
            <a:r>
              <a:rPr lang="en-US" sz="850" kern="1200" noProof="0">
                <a:solidFill>
                  <a:srgbClr val="000000"/>
                </a:solidFill>
                <a:latin typeface="+mn-lt"/>
                <a:cs typeface="+mn-cs"/>
              </a:rPr>
              <a:t>3</a:t>
            </a:r>
            <a:r>
              <a:rPr lang="en-US" sz="850" kern="1200" baseline="30000" noProof="0">
                <a:solidFill>
                  <a:srgbClr val="000000"/>
                </a:solidFill>
                <a:latin typeface="+mn-lt"/>
                <a:cs typeface="+mn-cs"/>
              </a:rPr>
              <a:t>rd</a:t>
            </a:r>
            <a:r>
              <a:rPr lang="en-US" sz="850" kern="1200" noProof="0">
                <a:solidFill>
                  <a:srgbClr val="000000"/>
                </a:solidFill>
                <a:latin typeface="+mn-lt"/>
                <a:cs typeface="+mn-cs"/>
              </a:rPr>
              <a:t> floor</a:t>
            </a:r>
            <a:endParaRPr lang="en-US" sz="850" kern="1200" noProof="0">
              <a:solidFill>
                <a:srgbClr val="FF0000"/>
              </a:solidFill>
              <a:latin typeface="+mn-lt"/>
            </a:endParaRPr>
          </a:p>
          <a:p>
            <a:pPr marL="266706" indent="-266706">
              <a:spcBef>
                <a:spcPct val="0"/>
              </a:spcBef>
              <a:spcAft>
                <a:spcPct val="0"/>
              </a:spcAft>
              <a:buClrTx/>
              <a:buNone/>
            </a:pPr>
            <a:r>
              <a:rPr lang="en-US" sz="850" kern="1200" noProof="0">
                <a:solidFill>
                  <a:srgbClr val="000000"/>
                </a:solidFill>
                <a:latin typeface="+mn-lt"/>
              </a:rPr>
              <a:t>FI-00100 Helsinki</a:t>
            </a:r>
          </a:p>
          <a:p>
            <a:pPr marL="266706" indent="-266706">
              <a:spcBef>
                <a:spcPct val="0"/>
              </a:spcBef>
              <a:spcAft>
                <a:spcPct val="0"/>
              </a:spcAft>
              <a:buClrTx/>
              <a:buNone/>
            </a:pPr>
            <a:r>
              <a:rPr lang="en-US" sz="850" kern="1200" noProof="0">
                <a:solidFill>
                  <a:srgbClr val="000000"/>
                </a:solidFill>
                <a:latin typeface="+mn-lt"/>
              </a:rPr>
              <a:t>Finland</a:t>
            </a:r>
            <a:endParaRPr lang="en-US" sz="850" kern="1200" noProof="0">
              <a:solidFill>
                <a:srgbClr val="FF0000"/>
              </a:solidFill>
              <a:latin typeface="+mn-lt"/>
            </a:endParaRPr>
          </a:p>
          <a:p>
            <a:pPr marL="266706" indent="-266706">
              <a:spcBef>
                <a:spcPct val="0"/>
              </a:spcBef>
              <a:spcAft>
                <a:spcPct val="0"/>
              </a:spcAft>
              <a:buClrTx/>
              <a:buNone/>
            </a:pPr>
            <a:endParaRPr lang="en-US" sz="850" kern="1200" noProof="0">
              <a:solidFill>
                <a:srgbClr val="FF0000"/>
              </a:solidFill>
              <a:latin typeface="+mn-lt"/>
            </a:endParaRPr>
          </a:p>
          <a:p>
            <a:pPr marL="266706" indent="-266706">
              <a:spcBef>
                <a:spcPct val="0"/>
              </a:spcBef>
              <a:spcAft>
                <a:spcPct val="0"/>
              </a:spcAft>
              <a:buClrTx/>
              <a:buNone/>
            </a:pPr>
            <a:r>
              <a:rPr lang="en-US" sz="850" kern="1200" noProof="0">
                <a:solidFill>
                  <a:srgbClr val="000000"/>
                </a:solidFill>
                <a:latin typeface="+mn-lt"/>
              </a:rPr>
              <a:t>+358 9 8866 6000</a:t>
            </a:r>
          </a:p>
        </p:txBody>
      </p:sp>
      <p:sp>
        <p:nvSpPr>
          <p:cNvPr id="7" name="Rectangle 6">
            <a:extLst>
              <a:ext uri="{FF2B5EF4-FFF2-40B4-BE49-F238E27FC236}">
                <a16:creationId xmlns:a16="http://schemas.microsoft.com/office/drawing/2014/main" id="{E67BB18E-67BB-4071-A4CB-5EFEE9335BC1}"/>
              </a:ext>
            </a:extLst>
          </p:cNvPr>
          <p:cNvSpPr>
            <a:spLocks noChangeArrowheads="1"/>
          </p:cNvSpPr>
          <p:nvPr/>
        </p:nvSpPr>
        <p:spPr bwMode="auto">
          <a:xfrm>
            <a:off x="7709538" y="1188000"/>
            <a:ext cx="170465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Copenhagen (Denmark)</a:t>
            </a:r>
          </a:p>
          <a:p>
            <a:pPr marL="266706" indent="-266706">
              <a:spcBef>
                <a:spcPct val="0"/>
              </a:spcBef>
              <a:spcAft>
                <a:spcPct val="0"/>
              </a:spcAft>
              <a:buClrTx/>
              <a:buNone/>
            </a:pPr>
            <a:r>
              <a:rPr lang="en-US" sz="850" kern="1200" noProof="0">
                <a:solidFill>
                  <a:srgbClr val="000000"/>
                </a:solidFill>
                <a:latin typeface="+mn-lt"/>
              </a:rPr>
              <a:t>Pareto Securities AS</a:t>
            </a:r>
          </a:p>
          <a:p>
            <a:pPr marL="266706" indent="-266706">
              <a:spcBef>
                <a:spcPct val="0"/>
              </a:spcBef>
              <a:spcAft>
                <a:spcPct val="0"/>
              </a:spcAft>
              <a:buClrTx/>
              <a:buNone/>
            </a:pPr>
            <a:r>
              <a:rPr lang="en-US" sz="850" kern="1200" noProof="0">
                <a:solidFill>
                  <a:srgbClr val="000000"/>
                </a:solidFill>
                <a:latin typeface="+mn-lt"/>
              </a:rPr>
              <a:t>Copenhagen Branch</a:t>
            </a:r>
          </a:p>
          <a:p>
            <a:pPr marL="266706" indent="-266706">
              <a:spcBef>
                <a:spcPct val="0"/>
              </a:spcBef>
              <a:spcAft>
                <a:spcPct val="0"/>
              </a:spcAft>
              <a:buClrTx/>
              <a:buNone/>
            </a:pPr>
            <a:r>
              <a:rPr lang="en-US" sz="850" kern="1200" noProof="0">
                <a:solidFill>
                  <a:srgbClr val="000000"/>
                </a:solidFill>
                <a:latin typeface="+mn-lt"/>
              </a:rPr>
              <a:t>Sankt </a:t>
            </a:r>
            <a:r>
              <a:rPr lang="en-US" sz="850" kern="1200" noProof="0" err="1">
                <a:solidFill>
                  <a:srgbClr val="000000"/>
                </a:solidFill>
                <a:latin typeface="+mn-lt"/>
              </a:rPr>
              <a:t>Annæ</a:t>
            </a:r>
            <a:r>
              <a:rPr lang="en-US" sz="850" kern="1200" noProof="0">
                <a:solidFill>
                  <a:srgbClr val="000000"/>
                </a:solidFill>
                <a:latin typeface="+mn-lt"/>
              </a:rPr>
              <a:t> </a:t>
            </a:r>
            <a:r>
              <a:rPr lang="en-US" sz="850" kern="1200" noProof="0" err="1">
                <a:solidFill>
                  <a:srgbClr val="000000"/>
                </a:solidFill>
                <a:latin typeface="+mn-lt"/>
              </a:rPr>
              <a:t>Plads</a:t>
            </a:r>
            <a:r>
              <a:rPr lang="en-US" sz="850" kern="1200" noProof="0">
                <a:solidFill>
                  <a:srgbClr val="000000"/>
                </a:solidFill>
                <a:latin typeface="+mn-lt"/>
              </a:rPr>
              <a:t> 13</a:t>
            </a:r>
          </a:p>
          <a:p>
            <a:pPr marL="266706" indent="-266706">
              <a:spcBef>
                <a:spcPct val="0"/>
              </a:spcBef>
              <a:spcAft>
                <a:spcPct val="0"/>
              </a:spcAft>
              <a:buClrTx/>
              <a:buNone/>
            </a:pPr>
            <a:r>
              <a:rPr lang="en-US" sz="850" kern="1200" noProof="0">
                <a:solidFill>
                  <a:srgbClr val="000000"/>
                </a:solidFill>
                <a:latin typeface="+mn-lt"/>
              </a:rPr>
              <a:t>DK-1250 Copenhagen</a:t>
            </a:r>
          </a:p>
          <a:p>
            <a:pPr marL="266706" indent="-266706">
              <a:spcBef>
                <a:spcPct val="0"/>
              </a:spcBef>
              <a:spcAft>
                <a:spcPct val="0"/>
              </a:spcAft>
              <a:buClrTx/>
              <a:buNone/>
            </a:pPr>
            <a:r>
              <a:rPr lang="en-US" sz="850" kern="1200" noProof="0">
                <a:solidFill>
                  <a:srgbClr val="000000"/>
                </a:solidFill>
                <a:latin typeface="+mn-lt"/>
              </a:rPr>
              <a:t>Denmark</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+45 78 73 48 00</a:t>
            </a:r>
          </a:p>
        </p:txBody>
      </p:sp>
      <p:sp>
        <p:nvSpPr>
          <p:cNvPr id="8" name="Rectangle 7">
            <a:extLst>
              <a:ext uri="{FF2B5EF4-FFF2-40B4-BE49-F238E27FC236}">
                <a16:creationId xmlns:a16="http://schemas.microsoft.com/office/drawing/2014/main" id="{771E400F-EA7C-46F6-A3E4-BF012B05C5CD}"/>
              </a:ext>
            </a:extLst>
          </p:cNvPr>
          <p:cNvSpPr>
            <a:spLocks noChangeArrowheads="1"/>
          </p:cNvSpPr>
          <p:nvPr/>
        </p:nvSpPr>
        <p:spPr bwMode="auto">
          <a:xfrm>
            <a:off x="4076307" y="4572000"/>
            <a:ext cx="1922369"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Perth (Australia)</a:t>
            </a:r>
          </a:p>
          <a:p>
            <a:pPr marL="266706" indent="-266706">
              <a:spcBef>
                <a:spcPct val="0"/>
              </a:spcBef>
              <a:spcAft>
                <a:spcPct val="0"/>
              </a:spcAft>
              <a:buClrTx/>
              <a:buNone/>
            </a:pPr>
            <a:r>
              <a:rPr lang="en-US" sz="850" kern="1200" noProof="0">
                <a:solidFill>
                  <a:srgbClr val="000000"/>
                </a:solidFill>
                <a:latin typeface="+mn-lt"/>
              </a:rPr>
              <a:t>Pareto Securities Pty Ltd</a:t>
            </a:r>
          </a:p>
          <a:p>
            <a:pPr marL="0" indent="0">
              <a:spcBef>
                <a:spcPct val="0"/>
              </a:spcBef>
              <a:spcAft>
                <a:spcPct val="0"/>
              </a:spcAft>
              <a:buClrTx/>
              <a:buNone/>
            </a:pPr>
            <a:r>
              <a:rPr lang="en-US" sz="850" kern="1200" noProof="0">
                <a:solidFill>
                  <a:srgbClr val="000000"/>
                </a:solidFill>
                <a:latin typeface="+mn-lt"/>
              </a:rPr>
              <a:t>Level 11</a:t>
            </a:r>
          </a:p>
          <a:p>
            <a:pPr marL="0" indent="0">
              <a:spcBef>
                <a:spcPct val="0"/>
              </a:spcBef>
              <a:spcAft>
                <a:spcPct val="0"/>
              </a:spcAft>
              <a:buClrTx/>
              <a:buNone/>
            </a:pPr>
            <a:r>
              <a:rPr lang="en-US" sz="850" kern="1200" noProof="0">
                <a:solidFill>
                  <a:srgbClr val="000000"/>
                </a:solidFill>
                <a:latin typeface="+mn-lt"/>
              </a:rPr>
              <a:t>216 St Georges </a:t>
            </a:r>
            <a:r>
              <a:rPr lang="en-US" sz="850" kern="1200" noProof="0" err="1">
                <a:solidFill>
                  <a:srgbClr val="000000"/>
                </a:solidFill>
                <a:latin typeface="+mn-lt"/>
              </a:rPr>
              <a:t>Tce</a:t>
            </a:r>
            <a:endParaRPr lang="en-US" sz="850" kern="1200" noProof="0">
              <a:solidFill>
                <a:srgbClr val="000000"/>
              </a:solidFill>
              <a:latin typeface="+mn-lt"/>
            </a:endParaRPr>
          </a:p>
          <a:p>
            <a:pPr marL="0" indent="0">
              <a:spcBef>
                <a:spcPct val="0"/>
              </a:spcBef>
              <a:spcAft>
                <a:spcPct val="0"/>
              </a:spcAft>
              <a:buClrTx/>
              <a:buNone/>
            </a:pPr>
            <a:r>
              <a:rPr lang="en-US" sz="850" kern="1200" noProof="0">
                <a:solidFill>
                  <a:srgbClr val="000000"/>
                </a:solidFill>
                <a:latin typeface="+mn-lt"/>
              </a:rPr>
              <a:t>Perth, Western Australia 6000</a:t>
            </a:r>
          </a:p>
          <a:p>
            <a:pPr marL="0" indent="0">
              <a:spcBef>
                <a:spcPct val="0"/>
              </a:spcBef>
              <a:spcAft>
                <a:spcPct val="0"/>
              </a:spcAft>
              <a:buClrTx/>
              <a:buNone/>
            </a:pPr>
            <a:r>
              <a:rPr lang="en-US" sz="850" kern="1200" noProof="0">
                <a:solidFill>
                  <a:srgbClr val="000000"/>
                </a:solidFill>
                <a:latin typeface="+mn-lt"/>
              </a:rPr>
              <a:t>Australia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+61 8 6277 0102</a:t>
            </a:r>
          </a:p>
        </p:txBody>
      </p:sp>
      <p:sp>
        <p:nvSpPr>
          <p:cNvPr id="24" name="Rectangle 23">
            <a:extLst>
              <a:ext uri="{FF2B5EF4-FFF2-40B4-BE49-F238E27FC236}">
                <a16:creationId xmlns:a16="http://schemas.microsoft.com/office/drawing/2014/main" id="{702C6AB9-DEA6-4D87-B86D-B869583FAA1E}"/>
              </a:ext>
            </a:extLst>
          </p:cNvPr>
          <p:cNvSpPr>
            <a:spLocks noChangeArrowheads="1"/>
          </p:cNvSpPr>
          <p:nvPr/>
        </p:nvSpPr>
        <p:spPr bwMode="auto">
          <a:xfrm>
            <a:off x="7709539" y="2880000"/>
            <a:ext cx="1845552"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Singapore</a:t>
            </a:r>
          </a:p>
          <a:p>
            <a:pPr marL="266706" indent="-266706">
              <a:spcBef>
                <a:spcPct val="0"/>
              </a:spcBef>
              <a:spcAft>
                <a:spcPct val="0"/>
              </a:spcAft>
              <a:buClrTx/>
              <a:buNone/>
            </a:pPr>
            <a:r>
              <a:rPr lang="en-US" sz="850" kern="1200" noProof="0">
                <a:solidFill>
                  <a:srgbClr val="000000"/>
                </a:solidFill>
                <a:latin typeface="+mn-lt"/>
              </a:rPr>
              <a:t>Pareto Securities Pte Ltd</a:t>
            </a:r>
          </a:p>
          <a:p>
            <a:pPr marL="266706" indent="-266706">
              <a:spcBef>
                <a:spcPct val="0"/>
              </a:spcBef>
              <a:spcAft>
                <a:spcPct val="0"/>
              </a:spcAft>
              <a:buClrTx/>
              <a:buNone/>
            </a:pPr>
            <a:r>
              <a:rPr lang="en-US" sz="850" kern="1200" noProof="0">
                <a:solidFill>
                  <a:srgbClr val="000000"/>
                </a:solidFill>
                <a:latin typeface="+mn-lt"/>
              </a:rPr>
              <a:t>16 Collyer Quay #27-02</a:t>
            </a:r>
          </a:p>
          <a:p>
            <a:pPr marL="266706" indent="-266706">
              <a:spcBef>
                <a:spcPct val="0"/>
              </a:spcBef>
              <a:spcAft>
                <a:spcPct val="0"/>
              </a:spcAft>
              <a:buClrTx/>
              <a:buNone/>
            </a:pPr>
            <a:r>
              <a:rPr lang="en-US" sz="850" kern="1200" noProof="0">
                <a:solidFill>
                  <a:srgbClr val="000000"/>
                </a:solidFill>
                <a:latin typeface="+mn-lt"/>
              </a:rPr>
              <a:t>Income at Raffles</a:t>
            </a:r>
          </a:p>
          <a:p>
            <a:pPr marL="266706" indent="-266706">
              <a:spcBef>
                <a:spcPct val="0"/>
              </a:spcBef>
              <a:spcAft>
                <a:spcPct val="0"/>
              </a:spcAft>
              <a:buClrTx/>
              <a:buNone/>
            </a:pPr>
            <a:r>
              <a:rPr lang="en-US" sz="850" kern="1200" noProof="0">
                <a:solidFill>
                  <a:srgbClr val="000000"/>
                </a:solidFill>
                <a:latin typeface="+mn-lt"/>
              </a:rPr>
              <a:t>Singapore</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+65 6408 9800</a:t>
            </a:r>
          </a:p>
        </p:txBody>
      </p:sp>
      <p:sp>
        <p:nvSpPr>
          <p:cNvPr id="26" name="Rectangle 25">
            <a:extLst>
              <a:ext uri="{FF2B5EF4-FFF2-40B4-BE49-F238E27FC236}">
                <a16:creationId xmlns:a16="http://schemas.microsoft.com/office/drawing/2014/main" id="{433C775A-F489-4F50-AA27-653EAB186E7B}"/>
              </a:ext>
            </a:extLst>
          </p:cNvPr>
          <p:cNvSpPr>
            <a:spLocks noChangeArrowheads="1"/>
          </p:cNvSpPr>
          <p:nvPr/>
        </p:nvSpPr>
        <p:spPr bwMode="auto">
          <a:xfrm>
            <a:off x="2304000" y="2880000"/>
            <a:ext cx="1611838"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London (UK)</a:t>
            </a:r>
          </a:p>
          <a:p>
            <a:pPr marL="266706" indent="-266706">
              <a:spcBef>
                <a:spcPct val="0"/>
              </a:spcBef>
              <a:spcAft>
                <a:spcPct val="0"/>
              </a:spcAft>
              <a:buClrTx/>
              <a:buNone/>
            </a:pPr>
            <a:r>
              <a:rPr lang="en-US" sz="850" kern="1200" noProof="0">
                <a:solidFill>
                  <a:srgbClr val="000000"/>
                </a:solidFill>
                <a:latin typeface="+mn-lt"/>
              </a:rPr>
              <a:t>Pareto Securities Ltd</a:t>
            </a:r>
          </a:p>
          <a:p>
            <a:pPr marL="266706" indent="-266706">
              <a:spcBef>
                <a:spcPct val="0"/>
              </a:spcBef>
              <a:spcAft>
                <a:spcPct val="0"/>
              </a:spcAft>
              <a:buClrTx/>
              <a:buNone/>
            </a:pPr>
            <a:r>
              <a:rPr lang="en-US" sz="850" kern="1200" noProof="0">
                <a:solidFill>
                  <a:srgbClr val="000000"/>
                </a:solidFill>
                <a:latin typeface="+mn-lt"/>
              </a:rPr>
              <a:t>11 Berkeley Street</a:t>
            </a:r>
          </a:p>
          <a:p>
            <a:pPr marL="266706" indent="-266706">
              <a:spcBef>
                <a:spcPct val="0"/>
              </a:spcBef>
              <a:spcAft>
                <a:spcPct val="0"/>
              </a:spcAft>
              <a:buClrTx/>
              <a:buNone/>
            </a:pPr>
            <a:r>
              <a:rPr lang="en-US" sz="850" kern="1200" noProof="0">
                <a:solidFill>
                  <a:srgbClr val="000000"/>
                </a:solidFill>
                <a:latin typeface="+mn-lt"/>
              </a:rPr>
              <a:t>London W1J 8DS</a:t>
            </a:r>
          </a:p>
          <a:p>
            <a:pPr marL="266706" indent="-266706">
              <a:spcBef>
                <a:spcPct val="0"/>
              </a:spcBef>
              <a:spcAft>
                <a:spcPct val="0"/>
              </a:spcAft>
              <a:buClrTx/>
              <a:buNone/>
            </a:pPr>
            <a:r>
              <a:rPr lang="en-US" sz="850" kern="1200" noProof="0">
                <a:solidFill>
                  <a:srgbClr val="000000"/>
                </a:solidFill>
                <a:latin typeface="+mn-lt"/>
              </a:rPr>
              <a:t>United Kingdom</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+44 (0) 20 7786 4370</a:t>
            </a:r>
          </a:p>
        </p:txBody>
      </p:sp>
      <p:sp>
        <p:nvSpPr>
          <p:cNvPr id="28" name="Rectangle 27">
            <a:extLst>
              <a:ext uri="{FF2B5EF4-FFF2-40B4-BE49-F238E27FC236}">
                <a16:creationId xmlns:a16="http://schemas.microsoft.com/office/drawing/2014/main" id="{81BBC2E1-96B3-4961-A85C-BA9D5CE6CEB0}"/>
              </a:ext>
            </a:extLst>
          </p:cNvPr>
          <p:cNvSpPr>
            <a:spLocks noChangeArrowheads="1"/>
          </p:cNvSpPr>
          <p:nvPr/>
        </p:nvSpPr>
        <p:spPr bwMode="auto">
          <a:xfrm>
            <a:off x="443077" y="4573056"/>
            <a:ext cx="1516620"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New York (US)</a:t>
            </a:r>
          </a:p>
          <a:p>
            <a:pPr marL="266706" indent="-266706">
              <a:spcBef>
                <a:spcPct val="0"/>
              </a:spcBef>
              <a:spcAft>
                <a:spcPct val="0"/>
              </a:spcAft>
              <a:buClrTx/>
              <a:buNone/>
            </a:pPr>
            <a:r>
              <a:rPr lang="en-US" sz="850" kern="1200" noProof="0">
                <a:solidFill>
                  <a:srgbClr val="000000"/>
                </a:solidFill>
                <a:latin typeface="+mn-lt"/>
              </a:rPr>
              <a:t>Pareto Securities Inc</a:t>
            </a:r>
          </a:p>
          <a:p>
            <a:pPr marL="0" indent="0">
              <a:spcBef>
                <a:spcPct val="0"/>
              </a:spcBef>
              <a:spcAft>
                <a:spcPct val="0"/>
              </a:spcAft>
              <a:buClrTx/>
              <a:buNone/>
            </a:pPr>
            <a:r>
              <a:rPr lang="en-US" sz="850" kern="1200" noProof="0">
                <a:solidFill>
                  <a:srgbClr val="000000"/>
                </a:solidFill>
                <a:latin typeface="+mn-lt"/>
              </a:rPr>
              <a:t>150 East 52</a:t>
            </a:r>
            <a:r>
              <a:rPr lang="en-US" sz="850" kern="1200" baseline="30000" noProof="0">
                <a:solidFill>
                  <a:srgbClr val="000000"/>
                </a:solidFill>
                <a:latin typeface="+mn-lt"/>
              </a:rPr>
              <a:t>nd</a:t>
            </a:r>
            <a:r>
              <a:rPr lang="en-US" sz="850" kern="1200" noProof="0">
                <a:solidFill>
                  <a:srgbClr val="000000"/>
                </a:solidFill>
                <a:latin typeface="+mn-lt"/>
              </a:rPr>
              <a:t> Street, </a:t>
            </a:r>
            <a:br>
              <a:rPr lang="en-US" sz="850" kern="1200" noProof="0">
                <a:solidFill>
                  <a:srgbClr val="000000"/>
                </a:solidFill>
                <a:latin typeface="+mn-lt"/>
              </a:rPr>
            </a:br>
            <a:r>
              <a:rPr lang="en-US" sz="850" kern="1200" noProof="0">
                <a:solidFill>
                  <a:srgbClr val="000000"/>
                </a:solidFill>
                <a:latin typeface="+mn-lt"/>
              </a:rPr>
              <a:t>29</a:t>
            </a:r>
            <a:r>
              <a:rPr lang="en-US" sz="850" kern="1200" baseline="30000" noProof="0">
                <a:solidFill>
                  <a:srgbClr val="000000"/>
                </a:solidFill>
                <a:latin typeface="+mn-lt"/>
              </a:rPr>
              <a:t>th</a:t>
            </a:r>
            <a:r>
              <a:rPr lang="en-US" sz="850" kern="1200" noProof="0">
                <a:solidFill>
                  <a:srgbClr val="000000"/>
                </a:solidFill>
                <a:latin typeface="+mn-lt"/>
              </a:rPr>
              <a:t> floor</a:t>
            </a:r>
          </a:p>
          <a:p>
            <a:pPr marL="266706" indent="-266706">
              <a:spcBef>
                <a:spcPct val="0"/>
              </a:spcBef>
              <a:spcAft>
                <a:spcPct val="0"/>
              </a:spcAft>
              <a:buClrTx/>
              <a:buNone/>
            </a:pPr>
            <a:r>
              <a:rPr lang="en-US" sz="850" kern="1200" noProof="0">
                <a:solidFill>
                  <a:srgbClr val="000000"/>
                </a:solidFill>
                <a:latin typeface="+mn-lt"/>
              </a:rPr>
              <a:t>New York,  NY 10022</a:t>
            </a:r>
          </a:p>
          <a:p>
            <a:pPr marL="266706" indent="-266706">
              <a:spcBef>
                <a:spcPct val="0"/>
              </a:spcBef>
              <a:spcAft>
                <a:spcPct val="0"/>
              </a:spcAft>
              <a:buClrTx/>
              <a:buNone/>
            </a:pPr>
            <a:r>
              <a:rPr lang="en-US" sz="850" kern="1200" noProof="0">
                <a:solidFill>
                  <a:srgbClr val="000000"/>
                </a:solidFill>
                <a:latin typeface="+mn-lt"/>
              </a:rPr>
              <a:t>USA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+1 212 829 4298</a:t>
            </a:r>
          </a:p>
        </p:txBody>
      </p:sp>
      <p:sp>
        <p:nvSpPr>
          <p:cNvPr id="30" name="Rectangle 29">
            <a:extLst>
              <a:ext uri="{FF2B5EF4-FFF2-40B4-BE49-F238E27FC236}">
                <a16:creationId xmlns:a16="http://schemas.microsoft.com/office/drawing/2014/main" id="{5EC44F46-68CE-41A9-AA65-20EF75A96654}"/>
              </a:ext>
            </a:extLst>
          </p:cNvPr>
          <p:cNvSpPr>
            <a:spLocks noChangeArrowheads="1"/>
          </p:cNvSpPr>
          <p:nvPr/>
        </p:nvSpPr>
        <p:spPr bwMode="auto">
          <a:xfrm>
            <a:off x="2304000" y="4572000"/>
            <a:ext cx="1611838"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Houston (US)</a:t>
            </a:r>
          </a:p>
          <a:p>
            <a:pPr marL="266706" indent="-266706">
              <a:spcBef>
                <a:spcPct val="0"/>
              </a:spcBef>
              <a:spcAft>
                <a:spcPct val="0"/>
              </a:spcAft>
              <a:buClrTx/>
              <a:buNone/>
            </a:pPr>
            <a:r>
              <a:rPr lang="en-US" sz="850" kern="1200" noProof="0">
                <a:solidFill>
                  <a:srgbClr val="000000"/>
                </a:solidFill>
                <a:latin typeface="+mn-lt"/>
              </a:rPr>
              <a:t>Pareto Securities Inc</a:t>
            </a:r>
          </a:p>
          <a:p>
            <a:pPr marL="0" indent="0">
              <a:spcBef>
                <a:spcPct val="0"/>
              </a:spcBef>
              <a:spcAft>
                <a:spcPct val="0"/>
              </a:spcAft>
              <a:buClrTx/>
              <a:buNone/>
            </a:pPr>
            <a:r>
              <a:rPr lang="en-US" sz="850" kern="1200" noProof="0">
                <a:solidFill>
                  <a:srgbClr val="000000"/>
                </a:solidFill>
                <a:latin typeface="+mn-lt"/>
              </a:rPr>
              <a:t>8 Greenway Plaza, </a:t>
            </a:r>
            <a:br>
              <a:rPr lang="en-US" sz="850" kern="1200" noProof="0">
                <a:solidFill>
                  <a:srgbClr val="000000"/>
                </a:solidFill>
                <a:latin typeface="+mn-lt"/>
              </a:rPr>
            </a:br>
            <a:r>
              <a:rPr lang="en-US" sz="850" kern="1200" noProof="0">
                <a:solidFill>
                  <a:srgbClr val="000000"/>
                </a:solidFill>
                <a:latin typeface="+mn-lt"/>
              </a:rPr>
              <a:t>Suite 818</a:t>
            </a:r>
          </a:p>
          <a:p>
            <a:pPr marL="266706" indent="-266706">
              <a:spcBef>
                <a:spcPct val="0"/>
              </a:spcBef>
              <a:spcAft>
                <a:spcPct val="0"/>
              </a:spcAft>
              <a:buClrTx/>
              <a:buNone/>
            </a:pPr>
            <a:r>
              <a:rPr lang="en-US" sz="850" kern="1200" noProof="0">
                <a:solidFill>
                  <a:srgbClr val="000000"/>
                </a:solidFill>
                <a:latin typeface="+mn-lt"/>
              </a:rPr>
              <a:t>Houston, TX 77046</a:t>
            </a:r>
          </a:p>
          <a:p>
            <a:pPr marL="266706" indent="-266706">
              <a:spcBef>
                <a:spcPct val="0"/>
              </a:spcBef>
              <a:spcAft>
                <a:spcPct val="0"/>
              </a:spcAft>
              <a:buClrTx/>
              <a:buNone/>
            </a:pPr>
            <a:r>
              <a:rPr lang="en-US" sz="850" kern="1200" noProof="0">
                <a:solidFill>
                  <a:srgbClr val="000000"/>
                </a:solidFill>
                <a:latin typeface="+mn-lt"/>
              </a:rPr>
              <a:t>USA</a:t>
            </a: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+1 832 831 1895</a:t>
            </a:r>
          </a:p>
        </p:txBody>
      </p:sp>
      <p:sp>
        <p:nvSpPr>
          <p:cNvPr id="32" name="Rectangle 31">
            <a:extLst>
              <a:ext uri="{FF2B5EF4-FFF2-40B4-BE49-F238E27FC236}">
                <a16:creationId xmlns:a16="http://schemas.microsoft.com/office/drawing/2014/main" id="{90D0CA05-25A0-4460-85EE-C3BD8C30AF43}"/>
              </a:ext>
            </a:extLst>
          </p:cNvPr>
          <p:cNvSpPr>
            <a:spLocks noChangeArrowheads="1"/>
          </p:cNvSpPr>
          <p:nvPr/>
        </p:nvSpPr>
        <p:spPr bwMode="auto">
          <a:xfrm>
            <a:off x="4076308"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de-DE" sz="850" b="1" kern="1200" noProof="0">
                <a:solidFill>
                  <a:srgbClr val="000000"/>
                </a:solidFill>
                <a:latin typeface="+mn-lt"/>
              </a:rPr>
              <a:t>Zürich (Switzerland)</a:t>
            </a:r>
          </a:p>
          <a:p>
            <a:pPr marL="266706" indent="-266706">
              <a:spcBef>
                <a:spcPct val="0"/>
              </a:spcBef>
              <a:spcAft>
                <a:spcPct val="0"/>
              </a:spcAft>
              <a:buClrTx/>
              <a:buNone/>
            </a:pPr>
            <a:r>
              <a:rPr lang="de-DE" sz="850" b="0" kern="1200" noProof="0">
                <a:solidFill>
                  <a:srgbClr val="000000"/>
                </a:solidFill>
                <a:latin typeface="+mn-lt"/>
              </a:rPr>
              <a:t>Pareto Securities AG</a:t>
            </a:r>
          </a:p>
          <a:p>
            <a:pPr marL="266706" indent="-266706">
              <a:spcBef>
                <a:spcPct val="0"/>
              </a:spcBef>
              <a:spcAft>
                <a:spcPct val="0"/>
              </a:spcAft>
              <a:buClrTx/>
              <a:buNone/>
            </a:pPr>
            <a:r>
              <a:rPr lang="de-DE" sz="850" b="0" kern="1200" noProof="0">
                <a:solidFill>
                  <a:srgbClr val="000000"/>
                </a:solidFill>
                <a:latin typeface="+mn-lt"/>
              </a:rPr>
              <a:t>Rennweg 57</a:t>
            </a:r>
          </a:p>
          <a:p>
            <a:pPr marL="266706" indent="-266706">
              <a:spcBef>
                <a:spcPct val="0"/>
              </a:spcBef>
              <a:spcAft>
                <a:spcPct val="0"/>
              </a:spcAft>
              <a:buClrTx/>
              <a:buNone/>
            </a:pPr>
            <a:r>
              <a:rPr lang="de-DE" sz="850" b="0" kern="1200" noProof="0">
                <a:solidFill>
                  <a:srgbClr val="000000"/>
                </a:solidFill>
                <a:latin typeface="+mn-lt"/>
              </a:rPr>
              <a:t>8001 Zürich</a:t>
            </a:r>
          </a:p>
          <a:p>
            <a:pPr marL="266706" indent="-266706">
              <a:spcBef>
                <a:spcPct val="0"/>
              </a:spcBef>
              <a:spcAft>
                <a:spcPct val="0"/>
              </a:spcAft>
              <a:buClrTx/>
              <a:buNone/>
            </a:pPr>
            <a:r>
              <a:rPr lang="nb-NO" sz="850" b="0" kern="1200" noProof="0">
                <a:solidFill>
                  <a:srgbClr val="000000"/>
                </a:solidFill>
                <a:latin typeface="+mn-lt"/>
              </a:rPr>
              <a:t>Switzerland</a:t>
            </a: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endParaRPr lang="en-US" sz="850" kern="1200" noProof="0">
              <a:solidFill>
                <a:srgbClr val="000000"/>
              </a:solidFill>
              <a:latin typeface="+mn-lt"/>
            </a:endParaRPr>
          </a:p>
          <a:p>
            <a:pPr marL="266706" indent="-266706">
              <a:spcBef>
                <a:spcPct val="0"/>
              </a:spcBef>
              <a:spcAft>
                <a:spcPct val="0"/>
              </a:spcAft>
              <a:buClrTx/>
              <a:buNone/>
            </a:pPr>
            <a:r>
              <a:rPr lang="en-US" sz="850" kern="1200" noProof="0">
                <a:solidFill>
                  <a:srgbClr val="000000"/>
                </a:solidFill>
                <a:latin typeface="+mn-lt"/>
              </a:rPr>
              <a:t>+41 44 551 38 00</a:t>
            </a:r>
          </a:p>
        </p:txBody>
      </p:sp>
      <p:cxnSp>
        <p:nvCxnSpPr>
          <p:cNvPr id="18" name="Straight Connector 17">
            <a:extLst>
              <a:ext uri="{FF2B5EF4-FFF2-40B4-BE49-F238E27FC236}">
                <a16:creationId xmlns:a16="http://schemas.microsoft.com/office/drawing/2014/main" id="{AAF6846B-CC01-488F-9449-7968D5BD2576}"/>
              </a:ext>
            </a:extLst>
          </p:cNvPr>
          <p:cNvCxnSpPr/>
          <p:nvPr/>
        </p:nvCxnSpPr>
        <p:spPr bwMode="auto">
          <a:xfrm>
            <a:off x="433424" y="369131"/>
            <a:ext cx="593957"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Rectangle 18">
            <a:extLst>
              <a:ext uri="{FF2B5EF4-FFF2-40B4-BE49-F238E27FC236}">
                <a16:creationId xmlns:a16="http://schemas.microsoft.com/office/drawing/2014/main" id="{DC2D558F-10D8-4D5A-9B10-2B877FD7DA0E}"/>
              </a:ext>
            </a:extLst>
          </p:cNvPr>
          <p:cNvSpPr>
            <a:spLocks noChangeArrowheads="1"/>
          </p:cNvSpPr>
          <p:nvPr/>
        </p:nvSpPr>
        <p:spPr bwMode="auto">
          <a:xfrm>
            <a:off x="5848616" y="2880000"/>
            <a:ext cx="1611836" cy="11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defPPr>
              <a:defRPr lang="en-US"/>
            </a:defPPr>
            <a:lvl1pPr marL="142875" indent="-142875" algn="l" rtl="0" eaLnBrk="1" fontAlgn="base" hangingPunct="1">
              <a:spcBef>
                <a:spcPct val="50000"/>
              </a:spcBef>
              <a:spcAft>
                <a:spcPct val="10000"/>
              </a:spcAft>
              <a:buClr>
                <a:schemeClr val="tx2"/>
              </a:buClr>
              <a:buFont typeface="Wingdings 3" pitchFamily="18" charset="2"/>
              <a:buChar char="}"/>
              <a:defRPr sz="1600">
                <a:solidFill>
                  <a:schemeClr val="tx1"/>
                </a:solidFill>
                <a:latin typeface="Calibri" pitchFamily="34" charset="0"/>
                <a:ea typeface="+mn-ea"/>
                <a:cs typeface="Calibri" pitchFamily="34" charset="0"/>
              </a:defRPr>
            </a:lvl1pPr>
            <a:lvl2pPr marL="323850" indent="-161925" algn="l" rtl="0" eaLnBrk="1" fontAlgn="base" hangingPunct="1">
              <a:spcBef>
                <a:spcPct val="10000"/>
              </a:spcBef>
              <a:spcAft>
                <a:spcPct val="10000"/>
              </a:spcAft>
              <a:buClr>
                <a:schemeClr val="tx2"/>
              </a:buClr>
              <a:buFont typeface="Symbol" pitchFamily="18" charset="2"/>
              <a:buChar char="-"/>
              <a:defRPr sz="1400">
                <a:solidFill>
                  <a:schemeClr val="tx1"/>
                </a:solidFill>
                <a:latin typeface="Calibri" pitchFamily="34" charset="0"/>
                <a:cs typeface="Calibri" pitchFamily="34" charset="0"/>
              </a:defRPr>
            </a:lvl2pPr>
            <a:lvl3pPr marL="457200" indent="-123825" algn="l" rtl="0" eaLnBrk="1" fontAlgn="base" hangingPunct="1">
              <a:spcBef>
                <a:spcPct val="10000"/>
              </a:spcBef>
              <a:spcAft>
                <a:spcPct val="10000"/>
              </a:spcAft>
              <a:buClr>
                <a:schemeClr val="tx2"/>
              </a:buClr>
              <a:buFont typeface="Arial Unicode MS" pitchFamily="34" charset="-128"/>
              <a:buChar char="‣"/>
              <a:defRPr sz="1200">
                <a:solidFill>
                  <a:schemeClr val="tx1"/>
                </a:solidFill>
                <a:latin typeface="Calibri" pitchFamily="34" charset="0"/>
                <a:cs typeface="Calibri" pitchFamily="34" charset="0"/>
              </a:defRPr>
            </a:lvl3pPr>
            <a:lvl4pPr marL="628650" indent="-152400" algn="l" rtl="0" eaLnBrk="1" fontAlgn="base" hangingPunct="1">
              <a:spcBef>
                <a:spcPct val="10000"/>
              </a:spcBef>
              <a:spcAft>
                <a:spcPct val="10000"/>
              </a:spcAft>
              <a:buClr>
                <a:schemeClr val="tx2"/>
              </a:buClr>
              <a:buFont typeface="Symbol" pitchFamily="18" charset="2"/>
              <a:buChar char="-"/>
              <a:defRPr sz="1200">
                <a:solidFill>
                  <a:schemeClr val="tx1"/>
                </a:solidFill>
                <a:latin typeface="Calibri" pitchFamily="34" charset="0"/>
                <a:cs typeface="Calibri" pitchFamily="34" charset="0"/>
              </a:defRPr>
            </a:lvl4pPr>
            <a:lvl5pPr marL="837450" indent="-171450" algn="l" rtl="0" eaLnBrk="1" fontAlgn="base" hangingPunct="1">
              <a:spcBef>
                <a:spcPct val="20000"/>
              </a:spcBef>
              <a:spcAft>
                <a:spcPct val="0"/>
              </a:spcAft>
              <a:buClr>
                <a:schemeClr val="accent1"/>
              </a:buClr>
              <a:buFont typeface="Calibri" pitchFamily="34" charset="0"/>
              <a:buChar char="‒"/>
              <a:defRPr sz="1100">
                <a:solidFill>
                  <a:schemeClr val="tx1"/>
                </a:solidFill>
                <a:latin typeface="+mj-lt"/>
              </a:defRPr>
            </a:lvl5pPr>
          </a:lstStyle>
          <a:p>
            <a:pPr marL="266706" indent="-266706">
              <a:spcBef>
                <a:spcPct val="0"/>
              </a:spcBef>
              <a:spcAft>
                <a:spcPct val="0"/>
              </a:spcAft>
              <a:buClrTx/>
              <a:buNone/>
            </a:pPr>
            <a:r>
              <a:rPr lang="en-US" sz="850" b="1" kern="1200" noProof="0">
                <a:solidFill>
                  <a:srgbClr val="000000"/>
                </a:solidFill>
                <a:latin typeface="+mn-lt"/>
              </a:rPr>
              <a:t>Frankfurt (Germany)</a:t>
            </a:r>
          </a:p>
          <a:p>
            <a:pPr marL="266706" indent="-266706">
              <a:spcBef>
                <a:spcPct val="0"/>
              </a:spcBef>
              <a:spcAft>
                <a:spcPct val="0"/>
              </a:spcAft>
              <a:buClrTx/>
              <a:buNone/>
            </a:pPr>
            <a:r>
              <a:rPr lang="en-US" sz="850" b="0" kern="1200" noProof="0">
                <a:solidFill>
                  <a:srgbClr val="000000"/>
                </a:solidFill>
                <a:latin typeface="+mn-lt"/>
              </a:rPr>
              <a:t>Pareto Securities AS</a:t>
            </a:r>
          </a:p>
          <a:p>
            <a:pPr marL="266706" indent="-266706">
              <a:spcBef>
                <a:spcPct val="0"/>
              </a:spcBef>
              <a:spcAft>
                <a:spcPct val="0"/>
              </a:spcAft>
              <a:buClrTx/>
              <a:buNone/>
            </a:pPr>
            <a:r>
              <a:rPr lang="en-US" sz="850" b="0" kern="1200" noProof="0">
                <a:solidFill>
                  <a:srgbClr val="000000"/>
                </a:solidFill>
                <a:latin typeface="+mn-lt"/>
              </a:rPr>
              <a:t>Graefstrasse 97</a:t>
            </a:r>
          </a:p>
          <a:p>
            <a:pPr marL="266706" indent="-266706">
              <a:spcBef>
                <a:spcPct val="0"/>
              </a:spcBef>
              <a:spcAft>
                <a:spcPct val="0"/>
              </a:spcAft>
              <a:buClrTx/>
              <a:buNone/>
            </a:pPr>
            <a:r>
              <a:rPr lang="en-US" sz="850" b="0" kern="1200" noProof="0">
                <a:solidFill>
                  <a:srgbClr val="000000"/>
                </a:solidFill>
                <a:latin typeface="+mn-lt"/>
              </a:rPr>
              <a:t>60487 Frankfurt am Main</a:t>
            </a:r>
          </a:p>
          <a:p>
            <a:pPr marL="266706" indent="-266706">
              <a:spcBef>
                <a:spcPct val="0"/>
              </a:spcBef>
              <a:spcAft>
                <a:spcPct val="0"/>
              </a:spcAft>
              <a:buClrTx/>
              <a:buNone/>
            </a:pPr>
            <a:r>
              <a:rPr lang="en-US" sz="850" b="0" kern="1200" noProof="0">
                <a:solidFill>
                  <a:srgbClr val="000000"/>
                </a:solidFill>
                <a:latin typeface="+mn-lt"/>
              </a:rPr>
              <a:t>Germany</a:t>
            </a: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endParaRPr lang="en-US" sz="850" b="0" kern="1200" noProof="0">
              <a:solidFill>
                <a:srgbClr val="000000"/>
              </a:solidFill>
              <a:latin typeface="+mn-lt"/>
            </a:endParaRPr>
          </a:p>
          <a:p>
            <a:pPr marL="266706" indent="-266706">
              <a:spcBef>
                <a:spcPct val="0"/>
              </a:spcBef>
              <a:spcAft>
                <a:spcPct val="0"/>
              </a:spcAft>
              <a:buClrTx/>
              <a:buNone/>
            </a:pPr>
            <a:r>
              <a:rPr lang="en-US" sz="850" b="0" kern="1200" noProof="0">
                <a:solidFill>
                  <a:srgbClr val="000000"/>
                </a:solidFill>
                <a:latin typeface="+mn-lt"/>
              </a:rPr>
              <a:t>+49 (69) 589 97 0</a:t>
            </a:r>
          </a:p>
        </p:txBody>
      </p:sp>
      <p:pic>
        <p:nvPicPr>
          <p:cNvPr id="22" name="Picture 21">
            <a:extLst>
              <a:ext uri="{FF2B5EF4-FFF2-40B4-BE49-F238E27FC236}">
                <a16:creationId xmlns:a16="http://schemas.microsoft.com/office/drawing/2014/main" id="{E7B0C21E-98B8-480A-9A57-A75013D02F3E}"/>
              </a:ext>
            </a:extLst>
          </p:cNvPr>
          <p:cNvPicPr>
            <a:picLocks noChangeAspect="1"/>
          </p:cNvPicPr>
          <p:nvPr/>
        </p:nvPicPr>
        <p:blipFill rotWithShape="1">
          <a:blip r:embed="rId2">
            <a:extLst>
              <a:ext uri="{28A0092B-C50C-407E-A947-70E740481C1C}">
                <a14:useLocalDpi xmlns:a14="http://schemas.microsoft.com/office/drawing/2010/main" val="0"/>
              </a:ext>
            </a:extLst>
          </a:blip>
          <a:srcRect l="14943" t="2442" r="62411" b="14657"/>
          <a:stretch/>
        </p:blipFill>
        <p:spPr>
          <a:xfrm>
            <a:off x="9877435" y="1247069"/>
            <a:ext cx="2314565" cy="4586469"/>
          </a:xfrm>
          <a:prstGeom prst="rect">
            <a:avLst/>
          </a:prstGeom>
        </p:spPr>
      </p:pic>
      <p:cxnSp>
        <p:nvCxnSpPr>
          <p:cNvPr id="23" name="Straight Arrow Connector 22">
            <a:extLst>
              <a:ext uri="{FF2B5EF4-FFF2-40B4-BE49-F238E27FC236}">
                <a16:creationId xmlns:a16="http://schemas.microsoft.com/office/drawing/2014/main" id="{1BF648E1-48DE-4E96-9E3A-611E9418CEF6}"/>
              </a:ext>
            </a:extLst>
          </p:cNvPr>
          <p:cNvCxnSpPr>
            <a:cxnSpLocks/>
          </p:cNvCxnSpPr>
          <p:nvPr/>
        </p:nvCxnSpPr>
        <p:spPr bwMode="auto">
          <a:xfrm>
            <a:off x="428043" y="6536732"/>
            <a:ext cx="282727" cy="0"/>
          </a:xfrm>
          <a:prstGeom prst="straightConnector1">
            <a:avLst/>
          </a:prstGeom>
          <a:ln w="9525" cmpd="sng">
            <a:prstDash val="solid"/>
            <a:headEnd type="none" w="med" len="med"/>
            <a:tailEnd type="arrow" w="med" len="sm"/>
          </a:ln>
        </p:spPr>
        <p:style>
          <a:lnRef idx="1">
            <a:schemeClr val="accent6"/>
          </a:lnRef>
          <a:fillRef idx="0">
            <a:schemeClr val="accent6"/>
          </a:fillRef>
          <a:effectRef idx="0">
            <a:schemeClr val="accent6"/>
          </a:effectRef>
          <a:fontRef idx="minor">
            <a:schemeClr val="tx1"/>
          </a:fontRef>
        </p:style>
      </p:cxnSp>
      <p:sp>
        <p:nvSpPr>
          <p:cNvPr id="25" name="Rectangle 12">
            <a:extLst>
              <a:ext uri="{FF2B5EF4-FFF2-40B4-BE49-F238E27FC236}">
                <a16:creationId xmlns:a16="http://schemas.microsoft.com/office/drawing/2014/main" id="{23826A1F-131E-44AC-A8DB-529FA023488D}"/>
              </a:ext>
            </a:extLst>
          </p:cNvPr>
          <p:cNvSpPr>
            <a:spLocks noChangeArrowheads="1"/>
          </p:cNvSpPr>
          <p:nvPr/>
        </p:nvSpPr>
        <p:spPr bwMode="auto">
          <a:xfrm>
            <a:off x="833377" y="6458888"/>
            <a:ext cx="9490625" cy="293277"/>
          </a:xfrm>
          <a:prstGeom prst="rect">
            <a:avLst/>
          </a:prstGeom>
          <a:noFill/>
          <a:ln>
            <a:noFill/>
          </a:ln>
          <a:effectLst/>
        </p:spPr>
        <p:txBody>
          <a:bodyPr lIns="0" tIns="0" rIns="0" bIns="0"/>
          <a:lstStyle/>
          <a:p>
            <a:pPr marL="358784" indent="-358784">
              <a:spcBef>
                <a:spcPct val="0"/>
              </a:spcBef>
              <a:spcAft>
                <a:spcPct val="0"/>
              </a:spcAft>
              <a:buClrTx/>
              <a:buNone/>
            </a:pPr>
            <a:r>
              <a:rPr lang="en-US" sz="850" kern="1200" noProof="0">
                <a:solidFill>
                  <a:schemeClr val="accent1"/>
                </a:solidFill>
                <a:latin typeface="+mn-lt"/>
              </a:rPr>
              <a:t>www.paretosec.com   </a:t>
            </a:r>
            <a:r>
              <a:rPr lang="en-US" sz="850" kern="1200" noProof="0">
                <a:solidFill>
                  <a:schemeClr val="accent1"/>
                </a:solidFill>
                <a:latin typeface="+mn-lt"/>
                <a:cs typeface="Calibri"/>
              </a:rPr>
              <a:t>|</a:t>
            </a:r>
            <a:r>
              <a:rPr lang="en-US" sz="850" kern="1200" noProof="0">
                <a:solidFill>
                  <a:schemeClr val="accent1"/>
                </a:solidFill>
                <a:latin typeface="+mn-lt"/>
              </a:rPr>
              <a:t>   Bloomberg: PASE (go)   </a:t>
            </a:r>
            <a:r>
              <a:rPr lang="en-US" sz="850" kern="1200" noProof="0">
                <a:solidFill>
                  <a:schemeClr val="accent1"/>
                </a:solidFill>
                <a:latin typeface="+mn-lt"/>
                <a:cs typeface="Calibri"/>
              </a:rPr>
              <a:t>|   </a:t>
            </a:r>
            <a:r>
              <a:rPr lang="en-US" sz="850" kern="1200" noProof="0">
                <a:solidFill>
                  <a:schemeClr val="accent1"/>
                </a:solidFill>
                <a:latin typeface="+mn-lt"/>
              </a:rPr>
              <a:t>Reuters: PARETO</a:t>
            </a:r>
          </a:p>
        </p:txBody>
      </p:sp>
      <p:sp>
        <p:nvSpPr>
          <p:cNvPr id="9" name="TextBox 8">
            <a:extLst>
              <a:ext uri="{FF2B5EF4-FFF2-40B4-BE49-F238E27FC236}">
                <a16:creationId xmlns:a16="http://schemas.microsoft.com/office/drawing/2014/main" id="{65125AE9-3563-42B9-A04F-05B71130E1BA}"/>
              </a:ext>
            </a:extLst>
          </p:cNvPr>
          <p:cNvSpPr txBox="1"/>
          <p:nvPr/>
        </p:nvSpPr>
        <p:spPr>
          <a:xfrm>
            <a:off x="311138" y="397328"/>
            <a:ext cx="5822793" cy="492443"/>
          </a:xfrm>
          <a:prstGeom prst="rect">
            <a:avLst/>
          </a:prstGeom>
          <a:noFill/>
        </p:spPr>
        <p:txBody>
          <a:bodyPr wrap="square" rtlCol="0">
            <a:spAutoFit/>
          </a:bodyPr>
          <a:lstStyle/>
          <a:p>
            <a:pPr marL="0" indent="0" algn="l">
              <a:buNone/>
            </a:pPr>
            <a:r>
              <a:rPr lang="en-GB" sz="2600">
                <a:solidFill>
                  <a:schemeClr val="tx2"/>
                </a:solidFill>
                <a:latin typeface="+mj-lt"/>
              </a:rPr>
              <a:t>Contact information</a:t>
            </a:r>
          </a:p>
        </p:txBody>
      </p:sp>
    </p:spTree>
    <p:extLst>
      <p:ext uri="{BB962C8B-B14F-4D97-AF65-F5344CB8AC3E}">
        <p14:creationId xmlns:p14="http://schemas.microsoft.com/office/powerpoint/2010/main" val="69824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B0CDE-BC56-4598-9DB7-BDC82AC290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A21261A-F095-7032-86E6-04F986F27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8A1485D-B0EF-56FF-FE7B-43DE42296E6F}"/>
              </a:ext>
            </a:extLst>
          </p:cNvPr>
          <p:cNvSpPr>
            <a:spLocks noGrp="1"/>
          </p:cNvSpPr>
          <p:nvPr>
            <p:ph type="dt" sz="half" idx="10"/>
          </p:nvPr>
        </p:nvSpPr>
        <p:spPr/>
        <p:txBody>
          <a:bodyPr/>
          <a:lstStyle/>
          <a:p>
            <a:fld id="{D3B52215-6FA1-4778-B5A3-CE8394487907}" type="datetimeFigureOut">
              <a:rPr lang="en-GB" smtClean="0"/>
              <a:t>02/10/2026</a:t>
            </a:fld>
            <a:endParaRPr lang="en-GB"/>
          </a:p>
        </p:txBody>
      </p:sp>
      <p:sp>
        <p:nvSpPr>
          <p:cNvPr id="5" name="Footer Placeholder 4">
            <a:extLst>
              <a:ext uri="{FF2B5EF4-FFF2-40B4-BE49-F238E27FC236}">
                <a16:creationId xmlns:a16="http://schemas.microsoft.com/office/drawing/2014/main" id="{AFC18AC1-DC6B-60E2-7A59-9D6D5B19B1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3440E06-7C94-F738-0B74-F5AFD1ED4DA2}"/>
              </a:ext>
            </a:extLst>
          </p:cNvPr>
          <p:cNvSpPr>
            <a:spLocks noGrp="1"/>
          </p:cNvSpPr>
          <p:nvPr>
            <p:ph type="sldNum" sz="quarter" idx="12"/>
          </p:nvPr>
        </p:nvSpPr>
        <p:spPr/>
        <p:txBody>
          <a:bodyPr/>
          <a:lstStyle/>
          <a:p>
            <a:fld id="{EDA0D92C-5FEE-4E55-ACDD-0CB8CCBCD37F}" type="slidenum">
              <a:rPr lang="en-GB" smtClean="0"/>
              <a:t>‹#›</a:t>
            </a:fld>
            <a:endParaRPr lang="en-GB"/>
          </a:p>
        </p:txBody>
      </p:sp>
    </p:spTree>
    <p:extLst>
      <p:ext uri="{BB962C8B-B14F-4D97-AF65-F5344CB8AC3E}">
        <p14:creationId xmlns:p14="http://schemas.microsoft.com/office/powerpoint/2010/main" val="329372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0955CB6-A75C-4D61-A594-548142E17A76}"/>
              </a:ext>
            </a:extLst>
          </p:cNvPr>
          <p:cNvGraphicFramePr>
            <a:graphicFrameLocks noChangeAspect="1"/>
          </p:cNvGraphicFramePr>
          <p:nvPr userDrawn="1">
            <p:custDataLst>
              <p:tags r:id="rId30"/>
            </p:custDataLst>
            <p:extLst>
              <p:ext uri="{D42A27DB-BD31-4B8C-83A1-F6EECF244321}">
                <p14:modId xmlns:p14="http://schemas.microsoft.com/office/powerpoint/2010/main" val="18040962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08" imgH="408" progId="TCLayout.ActiveDocument.1">
                  <p:embed/>
                </p:oleObj>
              </mc:Choice>
              <mc:Fallback>
                <p:oleObj name="think-cell Slide" r:id="rId31" imgW="408" imgH="408" progId="TCLayout.ActiveDocument.1">
                  <p:embed/>
                  <p:pic>
                    <p:nvPicPr>
                      <p:cNvPr id="5" name="Object 4" hidden="1">
                        <a:extLst>
                          <a:ext uri="{FF2B5EF4-FFF2-40B4-BE49-F238E27FC236}">
                            <a16:creationId xmlns:a16="http://schemas.microsoft.com/office/drawing/2014/main" id="{D0955CB6-A75C-4D61-A594-548142E17A76}"/>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A436819-3293-4A80-B2C0-66FF58EE5354}"/>
              </a:ext>
            </a:extLst>
          </p:cNvPr>
          <p:cNvSpPr>
            <a:spLocks noGrp="1"/>
          </p:cNvSpPr>
          <p:nvPr>
            <p:ph type="title"/>
          </p:nvPr>
        </p:nvSpPr>
        <p:spPr>
          <a:xfrm>
            <a:off x="426917" y="410086"/>
            <a:ext cx="11344031" cy="495136"/>
          </a:xfrm>
          <a:prstGeom prst="rect">
            <a:avLst/>
          </a:prstGeom>
        </p:spPr>
        <p:txBody>
          <a:bodyPr vert="horz" lIns="0" tIns="0" rIns="0" bIns="0" rtlCol="0" anchor="ctr">
            <a:spAutoFit/>
          </a:bodyPr>
          <a:lstStyle/>
          <a:p>
            <a:r>
              <a:rPr lang="en-US" noProof="0"/>
              <a:t>Click to edit Master title style</a:t>
            </a:r>
          </a:p>
        </p:txBody>
      </p:sp>
      <p:sp>
        <p:nvSpPr>
          <p:cNvPr id="3" name="Text Placeholder 2">
            <a:extLst>
              <a:ext uri="{FF2B5EF4-FFF2-40B4-BE49-F238E27FC236}">
                <a16:creationId xmlns:a16="http://schemas.microsoft.com/office/drawing/2014/main" id="{CC41A7EF-DEA6-4573-A63C-81B851AF95A3}"/>
              </a:ext>
            </a:extLst>
          </p:cNvPr>
          <p:cNvSpPr>
            <a:spLocks noGrp="1"/>
          </p:cNvSpPr>
          <p:nvPr>
            <p:ph type="body" idx="1"/>
          </p:nvPr>
        </p:nvSpPr>
        <p:spPr>
          <a:xfrm>
            <a:off x="426917" y="1591199"/>
            <a:ext cx="11344031" cy="4788000"/>
          </a:xfrm>
          <a:prstGeom prst="rect">
            <a:avLst/>
          </a:prstGeom>
        </p:spPr>
        <p:txBody>
          <a:bodyPr vert="horz" lIns="3600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cxnSp>
        <p:nvCxnSpPr>
          <p:cNvPr id="12" name="Straight Connector 11">
            <a:extLst>
              <a:ext uri="{FF2B5EF4-FFF2-40B4-BE49-F238E27FC236}">
                <a16:creationId xmlns:a16="http://schemas.microsoft.com/office/drawing/2014/main" id="{804C633C-B1AD-47FB-A6AE-914C758A3766}"/>
              </a:ext>
            </a:extLst>
          </p:cNvPr>
          <p:cNvCxnSpPr/>
          <p:nvPr userDrawn="1"/>
        </p:nvCxnSpPr>
        <p:spPr bwMode="auto">
          <a:xfrm>
            <a:off x="420078" y="6381328"/>
            <a:ext cx="10170000"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Slide Number Placeholder 3">
            <a:extLst>
              <a:ext uri="{FF2B5EF4-FFF2-40B4-BE49-F238E27FC236}">
                <a16:creationId xmlns:a16="http://schemas.microsoft.com/office/drawing/2014/main" id="{89F5BB9A-30AE-4032-B0C9-D7FBE1483537}"/>
              </a:ext>
            </a:extLst>
          </p:cNvPr>
          <p:cNvSpPr txBox="1">
            <a:spLocks/>
          </p:cNvSpPr>
          <p:nvPr userDrawn="1"/>
        </p:nvSpPr>
        <p:spPr bwMode="auto">
          <a:xfrm>
            <a:off x="11456726" y="6497510"/>
            <a:ext cx="310661" cy="21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r" rtl="0" fontAlgn="base">
              <a:spcBef>
                <a:spcPct val="0"/>
              </a:spcBef>
              <a:spcAft>
                <a:spcPct val="0"/>
              </a:spcAft>
              <a:defRPr sz="1200" b="1" i="0" kern="1200">
                <a:solidFill>
                  <a:srgbClr val="1A2E5E"/>
                </a:solidFill>
                <a:latin typeface="Calibri" pitchFamily="34" charset="0"/>
                <a:ea typeface="+mn-ea"/>
                <a:cs typeface="Calibri" pitchFamily="34" charset="0"/>
              </a:defRPr>
            </a:lvl1pPr>
            <a:lvl2pPr marL="457200" algn="ctr" rtl="0" fontAlgn="base">
              <a:spcBef>
                <a:spcPct val="0"/>
              </a:spcBef>
              <a:spcAft>
                <a:spcPct val="0"/>
              </a:spcAft>
              <a:defRPr sz="1500" i="1" kern="1200">
                <a:solidFill>
                  <a:schemeClr val="tx1"/>
                </a:solidFill>
                <a:latin typeface="Arial" charset="0"/>
                <a:ea typeface="+mn-ea"/>
                <a:cs typeface="+mn-cs"/>
              </a:defRPr>
            </a:lvl2pPr>
            <a:lvl3pPr marL="914400" algn="ctr" rtl="0" fontAlgn="base">
              <a:spcBef>
                <a:spcPct val="0"/>
              </a:spcBef>
              <a:spcAft>
                <a:spcPct val="0"/>
              </a:spcAft>
              <a:defRPr sz="1500" i="1" kern="1200">
                <a:solidFill>
                  <a:schemeClr val="tx1"/>
                </a:solidFill>
                <a:latin typeface="Arial" charset="0"/>
                <a:ea typeface="+mn-ea"/>
                <a:cs typeface="+mn-cs"/>
              </a:defRPr>
            </a:lvl3pPr>
            <a:lvl4pPr marL="1371600" algn="ctr" rtl="0" fontAlgn="base">
              <a:spcBef>
                <a:spcPct val="0"/>
              </a:spcBef>
              <a:spcAft>
                <a:spcPct val="0"/>
              </a:spcAft>
              <a:defRPr sz="1500" i="1" kern="1200">
                <a:solidFill>
                  <a:schemeClr val="tx1"/>
                </a:solidFill>
                <a:latin typeface="Arial" charset="0"/>
                <a:ea typeface="+mn-ea"/>
                <a:cs typeface="+mn-cs"/>
              </a:defRPr>
            </a:lvl4pPr>
            <a:lvl5pPr marL="1828800" algn="ctr" rtl="0" fontAlgn="base">
              <a:spcBef>
                <a:spcPct val="0"/>
              </a:spcBef>
              <a:spcAft>
                <a:spcPct val="0"/>
              </a:spcAft>
              <a:defRPr sz="1500" i="1" kern="1200">
                <a:solidFill>
                  <a:schemeClr val="tx1"/>
                </a:solidFill>
                <a:latin typeface="Arial" charset="0"/>
                <a:ea typeface="+mn-ea"/>
                <a:cs typeface="+mn-cs"/>
              </a:defRPr>
            </a:lvl5pPr>
            <a:lvl6pPr marL="2286000" algn="l" defTabSz="914400" rtl="0" eaLnBrk="1" latinLnBrk="0" hangingPunct="1">
              <a:defRPr sz="1500" i="1" kern="1200">
                <a:solidFill>
                  <a:schemeClr val="tx1"/>
                </a:solidFill>
                <a:latin typeface="Arial" charset="0"/>
                <a:ea typeface="+mn-ea"/>
                <a:cs typeface="+mn-cs"/>
              </a:defRPr>
            </a:lvl6pPr>
            <a:lvl7pPr marL="2743200" algn="l" defTabSz="914400" rtl="0" eaLnBrk="1" latinLnBrk="0" hangingPunct="1">
              <a:defRPr sz="1500" i="1" kern="1200">
                <a:solidFill>
                  <a:schemeClr val="tx1"/>
                </a:solidFill>
                <a:latin typeface="Arial" charset="0"/>
                <a:ea typeface="+mn-ea"/>
                <a:cs typeface="+mn-cs"/>
              </a:defRPr>
            </a:lvl7pPr>
            <a:lvl8pPr marL="3200400" algn="l" defTabSz="914400" rtl="0" eaLnBrk="1" latinLnBrk="0" hangingPunct="1">
              <a:defRPr sz="1500" i="1" kern="1200">
                <a:solidFill>
                  <a:schemeClr val="tx1"/>
                </a:solidFill>
                <a:latin typeface="Arial" charset="0"/>
                <a:ea typeface="+mn-ea"/>
                <a:cs typeface="+mn-cs"/>
              </a:defRPr>
            </a:lvl8pPr>
            <a:lvl9pPr marL="3657600" algn="l" defTabSz="914400" rtl="0" eaLnBrk="1" latinLnBrk="0" hangingPunct="1">
              <a:defRPr sz="1500" i="1" kern="1200">
                <a:solidFill>
                  <a:schemeClr val="tx1"/>
                </a:solidFill>
                <a:latin typeface="Arial" charset="0"/>
                <a:ea typeface="+mn-ea"/>
                <a:cs typeface="+mn-cs"/>
              </a:defRPr>
            </a:lvl9pPr>
          </a:lstStyle>
          <a:p>
            <a:pPr marL="0" indent="0" algn="r">
              <a:buNone/>
            </a:pPr>
            <a:fld id="{1DB3CFCC-E593-4833-9A89-BA51E30A354E}" type="slidenum">
              <a:rPr lang="en-US" altLang="nn-NO" sz="900" b="0" i="0" baseline="0" noProof="0" smtClean="0">
                <a:solidFill>
                  <a:schemeClr val="tx2"/>
                </a:solidFill>
                <a:latin typeface="Arial Nova" panose="020B0504020202020204" pitchFamily="34" charset="0"/>
                <a:cs typeface="Segoe UI Historic" panose="020B0502040204020203" pitchFamily="34" charset="0"/>
              </a:rPr>
              <a:pPr marL="0" indent="0" algn="r">
                <a:buNone/>
              </a:pPr>
              <a:t>‹#›</a:t>
            </a:fld>
            <a:endParaRPr lang="en-US" altLang="nn-NO" sz="900" b="0" i="0" baseline="0" noProof="0">
              <a:solidFill>
                <a:schemeClr val="tx2"/>
              </a:solidFill>
              <a:latin typeface="Arial Nova" panose="020B0504020202020204" pitchFamily="34" charset="0"/>
              <a:cs typeface="Segoe UI Historic" panose="020B0502040204020203" pitchFamily="34" charset="0"/>
            </a:endParaRPr>
          </a:p>
        </p:txBody>
      </p:sp>
      <p:pic>
        <p:nvPicPr>
          <p:cNvPr id="10" name="Picture 1">
            <a:extLst>
              <a:ext uri="{FF2B5EF4-FFF2-40B4-BE49-F238E27FC236}">
                <a16:creationId xmlns:a16="http://schemas.microsoft.com/office/drawing/2014/main" id="{F4F2D399-3170-46BB-BA9B-9317CAEA1CC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rcRect/>
          <a:stretch/>
        </p:blipFill>
        <p:spPr>
          <a:xfrm>
            <a:off x="10739585" y="6491789"/>
            <a:ext cx="576064" cy="227459"/>
          </a:xfrm>
          <a:prstGeom prst="rect">
            <a:avLst/>
          </a:prstGeom>
        </p:spPr>
      </p:pic>
      <p:cxnSp>
        <p:nvCxnSpPr>
          <p:cNvPr id="8" name="Straight Connector 7">
            <a:extLst>
              <a:ext uri="{FF2B5EF4-FFF2-40B4-BE49-F238E27FC236}">
                <a16:creationId xmlns:a16="http://schemas.microsoft.com/office/drawing/2014/main" id="{CC2AC135-6059-4E38-A678-1FA2B1481DC1}"/>
              </a:ext>
            </a:extLst>
          </p:cNvPr>
          <p:cNvCxnSpPr/>
          <p:nvPr userDrawn="1"/>
        </p:nvCxnSpPr>
        <p:spPr bwMode="auto">
          <a:xfrm>
            <a:off x="10742004" y="6381328"/>
            <a:ext cx="1027354"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813943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74295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144000" indent="-14400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Char char="•"/>
        <a:defRPr sz="1200" kern="1200">
          <a:solidFill>
            <a:schemeClr val="tx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nb-NO"/>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547EBF"/>
          </p15:clr>
        </p15:guide>
        <p15:guide id="2" pos="257">
          <p15:clr>
            <a:srgbClr val="547EBF"/>
          </p15:clr>
        </p15:guide>
        <p15:guide id="3" pos="3840">
          <p15:clr>
            <a:srgbClr val="547EBF"/>
          </p15:clr>
        </p15:guide>
        <p15:guide id="5" pos="2706">
          <p15:clr>
            <a:srgbClr val="547EBF"/>
          </p15:clr>
        </p15:guide>
        <p15:guide id="6" pos="3953">
          <p15:clr>
            <a:srgbClr val="547EBF"/>
          </p15:clr>
        </p15:guide>
        <p15:guide id="7" pos="7413">
          <p15:clr>
            <a:srgbClr val="547EBF"/>
          </p15:clr>
        </p15:guide>
        <p15:guide id="8" orient="horz" pos="845">
          <p15:clr>
            <a:srgbClr val="547EBF"/>
          </p15:clr>
        </p15:guide>
        <p15:guide id="10" orient="horz" pos="2591">
          <p15:clr>
            <a:srgbClr val="547EBF"/>
          </p15:clr>
        </p15:guide>
        <p15:guide id="11" pos="2502">
          <p15:clr>
            <a:srgbClr val="547EBF"/>
          </p15:clr>
        </p15:guide>
        <p15:guide id="12" pos="3727">
          <p15:clr>
            <a:srgbClr val="547EBF"/>
          </p15:clr>
        </p15:guide>
        <p15:guide id="13" pos="4974">
          <p15:clr>
            <a:srgbClr val="547EBF"/>
          </p15:clr>
        </p15:guide>
        <p15:guide id="14" pos="5178">
          <p15:clr>
            <a:srgbClr val="547EBF"/>
          </p15:clr>
        </p15:guide>
        <p15:guide id="15" pos="2094">
          <p15:clr>
            <a:srgbClr val="547EBF"/>
          </p15:clr>
        </p15:guide>
        <p15:guide id="16" pos="1890">
          <p15:clr>
            <a:srgbClr val="547EBF"/>
          </p15:clr>
        </p15:guide>
        <p15:guide id="17" pos="5586">
          <p15:clr>
            <a:srgbClr val="547EBF"/>
          </p15:clr>
        </p15:guide>
        <p15:guide id="18" pos="5790">
          <p15:clr>
            <a:srgbClr val="547EBF"/>
          </p15:clr>
        </p15:guide>
        <p15:guide id="19" orient="horz" pos="4020">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436819-3293-4A80-B2C0-66FF58EE5354}"/>
              </a:ext>
            </a:extLst>
          </p:cNvPr>
          <p:cNvSpPr>
            <a:spLocks noGrp="1"/>
          </p:cNvSpPr>
          <p:nvPr>
            <p:ph type="title"/>
          </p:nvPr>
        </p:nvSpPr>
        <p:spPr>
          <a:xfrm>
            <a:off x="426916" y="410086"/>
            <a:ext cx="11344031" cy="495136"/>
          </a:xfrm>
          <a:prstGeom prst="rect">
            <a:avLst/>
          </a:prstGeom>
        </p:spPr>
        <p:txBody>
          <a:bodyPr vert="horz" lIns="0" tIns="0" rIns="0" bIns="0" rtlCol="0" anchor="ctr">
            <a:sp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CC41A7EF-DEA6-4573-A63C-81B851AF95A3}"/>
              </a:ext>
            </a:extLst>
          </p:cNvPr>
          <p:cNvSpPr>
            <a:spLocks noGrp="1"/>
          </p:cNvSpPr>
          <p:nvPr>
            <p:ph type="body" idx="1"/>
          </p:nvPr>
        </p:nvSpPr>
        <p:spPr>
          <a:xfrm>
            <a:off x="426916" y="1592264"/>
            <a:ext cx="11344031" cy="4789064"/>
          </a:xfrm>
          <a:prstGeom prst="rect">
            <a:avLst/>
          </a:prstGeom>
        </p:spPr>
        <p:txBody>
          <a:bodyPr vert="horz" lIns="3600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8" name="Picture 1">
            <a:extLst>
              <a:ext uri="{FF2B5EF4-FFF2-40B4-BE49-F238E27FC236}">
                <a16:creationId xmlns:a16="http://schemas.microsoft.com/office/drawing/2014/main" id="{F38C8E2F-2E18-4246-85DE-BC2C30EAC1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rcRect/>
          <a:stretch/>
        </p:blipFill>
        <p:spPr>
          <a:xfrm>
            <a:off x="10502949" y="6491788"/>
            <a:ext cx="709002" cy="227459"/>
          </a:xfrm>
          <a:prstGeom prst="rect">
            <a:avLst/>
          </a:prstGeom>
        </p:spPr>
      </p:pic>
      <p:cxnSp>
        <p:nvCxnSpPr>
          <p:cNvPr id="9" name="Straight Connector 8">
            <a:extLst>
              <a:ext uri="{FF2B5EF4-FFF2-40B4-BE49-F238E27FC236}">
                <a16:creationId xmlns:a16="http://schemas.microsoft.com/office/drawing/2014/main" id="{E06CE2B1-A921-4800-A615-B1D50963C5FE}"/>
              </a:ext>
            </a:extLst>
          </p:cNvPr>
          <p:cNvCxnSpPr/>
          <p:nvPr/>
        </p:nvCxnSpPr>
        <p:spPr bwMode="auto">
          <a:xfrm>
            <a:off x="10502949" y="6381328"/>
            <a:ext cx="126443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804C633C-B1AD-47FB-A6AE-914C758A3766}"/>
              </a:ext>
            </a:extLst>
          </p:cNvPr>
          <p:cNvCxnSpPr/>
          <p:nvPr/>
        </p:nvCxnSpPr>
        <p:spPr bwMode="auto">
          <a:xfrm>
            <a:off x="420078" y="6381328"/>
            <a:ext cx="9903926" cy="0"/>
          </a:xfrm>
          <a:prstGeom prst="line">
            <a:avLst/>
          </a:prstGeom>
          <a:noFill/>
          <a:ln w="9525"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Slide Number Placeholder 3">
            <a:extLst>
              <a:ext uri="{FF2B5EF4-FFF2-40B4-BE49-F238E27FC236}">
                <a16:creationId xmlns:a16="http://schemas.microsoft.com/office/drawing/2014/main" id="{89F5BB9A-30AE-4032-B0C9-D7FBE1483537}"/>
              </a:ext>
            </a:extLst>
          </p:cNvPr>
          <p:cNvSpPr txBox="1">
            <a:spLocks/>
          </p:cNvSpPr>
          <p:nvPr/>
        </p:nvSpPr>
        <p:spPr bwMode="auto">
          <a:xfrm>
            <a:off x="11456725" y="6497508"/>
            <a:ext cx="310661" cy="21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algn="r" rtl="0" fontAlgn="base">
              <a:spcBef>
                <a:spcPct val="0"/>
              </a:spcBef>
              <a:spcAft>
                <a:spcPct val="0"/>
              </a:spcAft>
              <a:defRPr sz="1200" b="1" i="0" kern="1200">
                <a:solidFill>
                  <a:srgbClr val="1A2E5E"/>
                </a:solidFill>
                <a:latin typeface="Calibri" pitchFamily="34" charset="0"/>
                <a:ea typeface="+mn-ea"/>
                <a:cs typeface="Calibri" pitchFamily="34" charset="0"/>
              </a:defRPr>
            </a:lvl1pPr>
            <a:lvl2pPr marL="457200" algn="ctr" rtl="0" fontAlgn="base">
              <a:spcBef>
                <a:spcPct val="0"/>
              </a:spcBef>
              <a:spcAft>
                <a:spcPct val="0"/>
              </a:spcAft>
              <a:defRPr sz="1500" i="1" kern="1200">
                <a:solidFill>
                  <a:schemeClr val="tx1"/>
                </a:solidFill>
                <a:latin typeface="Arial" charset="0"/>
                <a:ea typeface="+mn-ea"/>
                <a:cs typeface="+mn-cs"/>
              </a:defRPr>
            </a:lvl2pPr>
            <a:lvl3pPr marL="914400" algn="ctr" rtl="0" fontAlgn="base">
              <a:spcBef>
                <a:spcPct val="0"/>
              </a:spcBef>
              <a:spcAft>
                <a:spcPct val="0"/>
              </a:spcAft>
              <a:defRPr sz="1500" i="1" kern="1200">
                <a:solidFill>
                  <a:schemeClr val="tx1"/>
                </a:solidFill>
                <a:latin typeface="Arial" charset="0"/>
                <a:ea typeface="+mn-ea"/>
                <a:cs typeface="+mn-cs"/>
              </a:defRPr>
            </a:lvl3pPr>
            <a:lvl4pPr marL="1371600" algn="ctr" rtl="0" fontAlgn="base">
              <a:spcBef>
                <a:spcPct val="0"/>
              </a:spcBef>
              <a:spcAft>
                <a:spcPct val="0"/>
              </a:spcAft>
              <a:defRPr sz="1500" i="1" kern="1200">
                <a:solidFill>
                  <a:schemeClr val="tx1"/>
                </a:solidFill>
                <a:latin typeface="Arial" charset="0"/>
                <a:ea typeface="+mn-ea"/>
                <a:cs typeface="+mn-cs"/>
              </a:defRPr>
            </a:lvl4pPr>
            <a:lvl5pPr marL="1828800" algn="ctr" rtl="0" fontAlgn="base">
              <a:spcBef>
                <a:spcPct val="0"/>
              </a:spcBef>
              <a:spcAft>
                <a:spcPct val="0"/>
              </a:spcAft>
              <a:defRPr sz="1500" i="1" kern="1200">
                <a:solidFill>
                  <a:schemeClr val="tx1"/>
                </a:solidFill>
                <a:latin typeface="Arial" charset="0"/>
                <a:ea typeface="+mn-ea"/>
                <a:cs typeface="+mn-cs"/>
              </a:defRPr>
            </a:lvl5pPr>
            <a:lvl6pPr marL="2286000" algn="l" defTabSz="914400" rtl="0" eaLnBrk="1" latinLnBrk="0" hangingPunct="1">
              <a:defRPr sz="1500" i="1" kern="1200">
                <a:solidFill>
                  <a:schemeClr val="tx1"/>
                </a:solidFill>
                <a:latin typeface="Arial" charset="0"/>
                <a:ea typeface="+mn-ea"/>
                <a:cs typeface="+mn-cs"/>
              </a:defRPr>
            </a:lvl6pPr>
            <a:lvl7pPr marL="2743200" algn="l" defTabSz="914400" rtl="0" eaLnBrk="1" latinLnBrk="0" hangingPunct="1">
              <a:defRPr sz="1500" i="1" kern="1200">
                <a:solidFill>
                  <a:schemeClr val="tx1"/>
                </a:solidFill>
                <a:latin typeface="Arial" charset="0"/>
                <a:ea typeface="+mn-ea"/>
                <a:cs typeface="+mn-cs"/>
              </a:defRPr>
            </a:lvl7pPr>
            <a:lvl8pPr marL="3200400" algn="l" defTabSz="914400" rtl="0" eaLnBrk="1" latinLnBrk="0" hangingPunct="1">
              <a:defRPr sz="1500" i="1" kern="1200">
                <a:solidFill>
                  <a:schemeClr val="tx1"/>
                </a:solidFill>
                <a:latin typeface="Arial" charset="0"/>
                <a:ea typeface="+mn-ea"/>
                <a:cs typeface="+mn-cs"/>
              </a:defRPr>
            </a:lvl8pPr>
            <a:lvl9pPr marL="3657600" algn="l" defTabSz="914400" rtl="0" eaLnBrk="1" latinLnBrk="0" hangingPunct="1">
              <a:defRPr sz="1500" i="1" kern="1200">
                <a:solidFill>
                  <a:schemeClr val="tx1"/>
                </a:solidFill>
                <a:latin typeface="Arial" charset="0"/>
                <a:ea typeface="+mn-ea"/>
                <a:cs typeface="+mn-cs"/>
              </a:defRPr>
            </a:lvl9pPr>
          </a:lstStyle>
          <a:p>
            <a:pPr marL="0" indent="0" algn="r">
              <a:buNone/>
            </a:pPr>
            <a:fld id="{1DB3CFCC-E593-4833-9A89-BA51E30A354E}" type="slidenum">
              <a:rPr lang="en-US" altLang="nn-NO" sz="900" b="0" i="0" baseline="0" noProof="0" smtClean="0">
                <a:solidFill>
                  <a:schemeClr val="tx2"/>
                </a:solidFill>
                <a:latin typeface="Arial Nova" panose="020B0504020202020204" pitchFamily="34" charset="0"/>
                <a:cs typeface="Segoe UI Historic" panose="020B0502040204020203" pitchFamily="34" charset="0"/>
              </a:rPr>
              <a:pPr marL="0" indent="0" algn="r">
                <a:buNone/>
              </a:pPr>
              <a:t>‹#›</a:t>
            </a:fld>
            <a:endParaRPr lang="en-US" altLang="nn-NO" sz="900" b="0" i="0" baseline="0" noProof="0">
              <a:solidFill>
                <a:schemeClr val="tx2"/>
              </a:solidFill>
              <a:latin typeface="Arial Nova" panose="020B0504020202020204" pitchFamily="34" charset="0"/>
              <a:cs typeface="Segoe UI Historic" panose="020B0502040204020203" pitchFamily="34" charset="0"/>
            </a:endParaRPr>
          </a:p>
        </p:txBody>
      </p:sp>
    </p:spTree>
    <p:extLst>
      <p:ext uri="{BB962C8B-B14F-4D97-AF65-F5344CB8AC3E}">
        <p14:creationId xmlns:p14="http://schemas.microsoft.com/office/powerpoint/2010/main" val="32553399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Lst>
  <p:txStyles>
    <p:titleStyle>
      <a:lvl1pPr algn="l" defTabSz="74295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144000" indent="-14400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Char char="•"/>
        <a:defRPr sz="1200" kern="1200">
          <a:solidFill>
            <a:schemeClr val="tx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nb-NO"/>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03">
          <p15:clr>
            <a:srgbClr val="A4A3A4"/>
          </p15:clr>
        </p15:guide>
        <p15:guide id="2" pos="217">
          <p15:clr>
            <a:srgbClr val="A4A3A4"/>
          </p15:clr>
        </p15:guide>
        <p15:guide id="5" pos="3029">
          <p15:clr>
            <a:srgbClr val="A4A3A4"/>
          </p15:clr>
        </p15:guide>
        <p15:guide id="6" pos="3211">
          <p15:clr>
            <a:srgbClr val="A4A3A4"/>
          </p15:clr>
        </p15:guide>
        <p15:guide id="7" pos="6023">
          <p15:clr>
            <a:srgbClr val="A4A3A4"/>
          </p15:clr>
        </p15:guide>
        <p15:guide id="16" orient="horz" pos="845">
          <p15:clr>
            <a:srgbClr val="A4A3A4"/>
          </p15:clr>
        </p15:guide>
        <p15:guide id="17" orient="horz" pos="2591">
          <p15:clr>
            <a:srgbClr val="A4A3A4"/>
          </p15:clr>
        </p15:guide>
        <p15:guide id="18" orient="horz" pos="402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tags" Target="../tags/tag5.xml"/><Relationship Id="rId7" Type="http://schemas.openxmlformats.org/officeDocument/2006/relationships/image" Target="../media/image16.sv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2.xml"/><Relationship Id="rId5" Type="http://schemas.openxmlformats.org/officeDocument/2006/relationships/tags" Target="../tags/tag7.xml"/><Relationship Id="rId10" Type="http://schemas.openxmlformats.org/officeDocument/2006/relationships/image" Target="../media/image19.svg"/><Relationship Id="rId4" Type="http://schemas.openxmlformats.org/officeDocument/2006/relationships/tags" Target="../tags/tag6.xml"/><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tags" Target="../tags/tag10.xml"/><Relationship Id="rId21" Type="http://schemas.openxmlformats.org/officeDocument/2006/relationships/image" Target="../media/image32.svg"/><Relationship Id="rId7" Type="http://schemas.openxmlformats.org/officeDocument/2006/relationships/tags" Target="../tags/tag14.xml"/><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tags" Target="../tags/tag9.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22.svg"/><Relationship Id="rId5" Type="http://schemas.openxmlformats.org/officeDocument/2006/relationships/tags" Target="../tags/tag12.xml"/><Relationship Id="rId15" Type="http://schemas.openxmlformats.org/officeDocument/2006/relationships/image" Target="../media/image26.png"/><Relationship Id="rId23" Type="http://schemas.openxmlformats.org/officeDocument/2006/relationships/image" Target="../media/image34.sv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tags" Target="../tags/tag11.xml"/><Relationship Id="rId9" Type="http://schemas.openxmlformats.org/officeDocument/2006/relationships/image" Target="../media/image20.svg"/><Relationship Id="rId14" Type="http://schemas.openxmlformats.org/officeDocument/2006/relationships/image" Target="../media/image25.png"/><Relationship Id="rId22" Type="http://schemas.openxmlformats.org/officeDocument/2006/relationships/image" Target="../media/image33.sv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image" Target="../media/image38.sv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37.sv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6.svg"/><Relationship Id="rId5" Type="http://schemas.openxmlformats.org/officeDocument/2006/relationships/tags" Target="../tags/tag19.xml"/><Relationship Id="rId15" Type="http://schemas.openxmlformats.org/officeDocument/2006/relationships/image" Target="../media/image40.svg"/><Relationship Id="rId10" Type="http://schemas.openxmlformats.org/officeDocument/2006/relationships/image" Target="../media/image35.svg"/><Relationship Id="rId4" Type="http://schemas.openxmlformats.org/officeDocument/2006/relationships/tags" Target="../tags/tag18.xml"/><Relationship Id="rId9" Type="http://schemas.openxmlformats.org/officeDocument/2006/relationships/image" Target="../media/image23.png"/><Relationship Id="rId14" Type="http://schemas.openxmlformats.org/officeDocument/2006/relationships/image" Target="../media/image39.svg"/></Relationships>
</file>

<file path=ppt/slides/_rels/slide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tags" Target="../tags/tag24.xml"/><Relationship Id="rId7" Type="http://schemas.openxmlformats.org/officeDocument/2006/relationships/image" Target="../media/image23.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41.svg"/><Relationship Id="rId5" Type="http://schemas.openxmlformats.org/officeDocument/2006/relationships/slideLayout" Target="../slideLayouts/slideLayout51.xml"/><Relationship Id="rId4" Type="http://schemas.openxmlformats.org/officeDocument/2006/relationships/tags" Target="../tags/tag25.xml"/><Relationship Id="rId9" Type="http://schemas.openxmlformats.org/officeDocument/2006/relationships/image" Target="../media/image43.sv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image" Target="../media/image46.sv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45.svg"/><Relationship Id="rId2" Type="http://schemas.openxmlformats.org/officeDocument/2006/relationships/tags" Target="../tags/tag27.xml"/><Relationship Id="rId16" Type="http://schemas.openxmlformats.org/officeDocument/2006/relationships/image" Target="../media/image49.sv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44.svg"/><Relationship Id="rId5" Type="http://schemas.openxmlformats.org/officeDocument/2006/relationships/tags" Target="../tags/tag30.xml"/><Relationship Id="rId15" Type="http://schemas.openxmlformats.org/officeDocument/2006/relationships/image" Target="../media/image48.svg"/><Relationship Id="rId10" Type="http://schemas.openxmlformats.org/officeDocument/2006/relationships/image" Target="../media/image23.png"/><Relationship Id="rId4" Type="http://schemas.openxmlformats.org/officeDocument/2006/relationships/tags" Target="../tags/tag29.xml"/><Relationship Id="rId9" Type="http://schemas.openxmlformats.org/officeDocument/2006/relationships/notesSlide" Target="../notesSlides/notesSlide1.xml"/><Relationship Id="rId14" Type="http://schemas.openxmlformats.org/officeDocument/2006/relationships/image" Target="../media/image4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51.xml"/><Relationship Id="rId1" Type="http://schemas.openxmlformats.org/officeDocument/2006/relationships/tags" Target="../tags/tag33.xml"/><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51.xml"/><Relationship Id="rId1" Type="http://schemas.openxmlformats.org/officeDocument/2006/relationships/tags" Target="../tags/tag34.xml"/><Relationship Id="rId4" Type="http://schemas.openxmlformats.org/officeDocument/2006/relationships/image" Target="../media/image51.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51.xml"/><Relationship Id="rId5" Type="http://schemas.openxmlformats.org/officeDocument/2006/relationships/image" Target="../media/image54.png"/><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3.png"/><Relationship Id="rId1" Type="http://schemas.openxmlformats.org/officeDocument/2006/relationships/slideLayout" Target="../slideLayouts/slideLayout51.xml"/><Relationship Id="rId5" Type="http://schemas.openxmlformats.org/officeDocument/2006/relationships/image" Target="../media/image57.png"/><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image" Target="../media/image58.png"/><Relationship Id="rId18" Type="http://schemas.openxmlformats.org/officeDocument/2006/relationships/image" Target="../media/image63.png"/><Relationship Id="rId26" Type="http://schemas.openxmlformats.org/officeDocument/2006/relationships/image" Target="../media/image71.svg"/><Relationship Id="rId3" Type="http://schemas.openxmlformats.org/officeDocument/2006/relationships/tags" Target="../tags/tag37.xml"/><Relationship Id="rId21" Type="http://schemas.openxmlformats.org/officeDocument/2006/relationships/image" Target="../media/image66.svg"/><Relationship Id="rId7" Type="http://schemas.openxmlformats.org/officeDocument/2006/relationships/tags" Target="../tags/tag41.xml"/><Relationship Id="rId12" Type="http://schemas.openxmlformats.org/officeDocument/2006/relationships/image" Target="../media/image23.png"/><Relationship Id="rId17" Type="http://schemas.openxmlformats.org/officeDocument/2006/relationships/image" Target="../media/image62.png"/><Relationship Id="rId25" Type="http://schemas.openxmlformats.org/officeDocument/2006/relationships/image" Target="../media/image70.svg"/><Relationship Id="rId2" Type="http://schemas.openxmlformats.org/officeDocument/2006/relationships/tags" Target="../tags/tag36.xml"/><Relationship Id="rId16" Type="http://schemas.openxmlformats.org/officeDocument/2006/relationships/image" Target="../media/image61.jpeg"/><Relationship Id="rId20" Type="http://schemas.openxmlformats.org/officeDocument/2006/relationships/image" Target="../media/image65.png"/><Relationship Id="rId29" Type="http://schemas.openxmlformats.org/officeDocument/2006/relationships/image" Target="../media/image74.svg"/><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slideLayout" Target="../slideLayouts/slideLayout51.xml"/><Relationship Id="rId24" Type="http://schemas.openxmlformats.org/officeDocument/2006/relationships/image" Target="../media/image69.svg"/><Relationship Id="rId5" Type="http://schemas.openxmlformats.org/officeDocument/2006/relationships/tags" Target="../tags/tag39.xml"/><Relationship Id="rId15" Type="http://schemas.openxmlformats.org/officeDocument/2006/relationships/image" Target="../media/image60.jpeg"/><Relationship Id="rId23" Type="http://schemas.openxmlformats.org/officeDocument/2006/relationships/image" Target="../media/image68.svg"/><Relationship Id="rId28" Type="http://schemas.openxmlformats.org/officeDocument/2006/relationships/image" Target="../media/image73.svg"/><Relationship Id="rId10" Type="http://schemas.openxmlformats.org/officeDocument/2006/relationships/tags" Target="../tags/tag44.xml"/><Relationship Id="rId19" Type="http://schemas.openxmlformats.org/officeDocument/2006/relationships/image" Target="../media/image64.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image" Target="../media/image59.jpeg"/><Relationship Id="rId22" Type="http://schemas.openxmlformats.org/officeDocument/2006/relationships/image" Target="../media/image67.svg"/><Relationship Id="rId27" Type="http://schemas.openxmlformats.org/officeDocument/2006/relationships/image" Target="../media/image72.svg"/></Relationships>
</file>

<file path=ppt/slides/_rels/slide15.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tags" Target="../tags/tag47.xml"/><Relationship Id="rId7" Type="http://schemas.openxmlformats.org/officeDocument/2006/relationships/image" Target="../media/image23.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51.xml"/><Relationship Id="rId11" Type="http://schemas.openxmlformats.org/officeDocument/2006/relationships/image" Target="../media/image78.svg"/><Relationship Id="rId5" Type="http://schemas.openxmlformats.org/officeDocument/2006/relationships/tags" Target="../tags/tag49.xml"/><Relationship Id="rId10" Type="http://schemas.openxmlformats.org/officeDocument/2006/relationships/image" Target="../media/image77.svg"/><Relationship Id="rId4" Type="http://schemas.openxmlformats.org/officeDocument/2006/relationships/tags" Target="../tags/tag48.xml"/><Relationship Id="rId9" Type="http://schemas.openxmlformats.org/officeDocument/2006/relationships/image" Target="../media/image76.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3A8E6E6C-B868-71BA-2B95-0185C81F8559}"/>
              </a:ext>
            </a:extLst>
          </p:cNvPr>
          <p:cNvSpPr>
            <a:spLocks noGrp="1"/>
          </p:cNvSpPr>
          <p:nvPr>
            <p:ph type="subTitle" idx="1"/>
          </p:nvPr>
        </p:nvSpPr>
        <p:spPr>
          <a:xfrm>
            <a:off x="1211103" y="5104408"/>
            <a:ext cx="8280000" cy="445258"/>
          </a:xfrm>
        </p:spPr>
        <p:txBody>
          <a:bodyPr/>
          <a:lstStyle/>
          <a:p>
            <a:r>
              <a:rPr lang="nb-NO" sz="3000">
                <a:latin typeface="+mj-lt"/>
                <a:cs typeface="Times New Roman" panose="02020603050405020304" pitchFamily="18" charset="0"/>
              </a:rPr>
              <a:t>SATS ASA – «From Presence to Profits»</a:t>
            </a:r>
          </a:p>
        </p:txBody>
      </p:sp>
      <p:sp>
        <p:nvSpPr>
          <p:cNvPr id="8" name="Content Placeholder 7">
            <a:extLst>
              <a:ext uri="{FF2B5EF4-FFF2-40B4-BE49-F238E27FC236}">
                <a16:creationId xmlns:a16="http://schemas.microsoft.com/office/drawing/2014/main" id="{3C4CAAAA-229C-0B25-75FE-2C95AC8B8984}"/>
              </a:ext>
            </a:extLst>
          </p:cNvPr>
          <p:cNvSpPr>
            <a:spLocks noGrp="1"/>
          </p:cNvSpPr>
          <p:nvPr>
            <p:ph sz="quarter" idx="12"/>
          </p:nvPr>
        </p:nvSpPr>
        <p:spPr>
          <a:xfrm>
            <a:off x="1221612" y="5661252"/>
            <a:ext cx="3987692" cy="445258"/>
          </a:xfrm>
        </p:spPr>
        <p:txBody>
          <a:bodyPr/>
          <a:lstStyle/>
          <a:p>
            <a:r>
              <a:rPr lang="nb-NO">
                <a:latin typeface="+mj-lt"/>
                <a:cs typeface="Times New Roman" panose="02020603050405020304" pitchFamily="18" charset="0"/>
              </a:rPr>
              <a:t>9ᵗʰ - 12ᵗʰ</a:t>
            </a:r>
          </a:p>
          <a:p>
            <a:r>
              <a:rPr lang="nb-NO">
                <a:latin typeface="+mj-lt"/>
                <a:cs typeface="Times New Roman" panose="02020603050405020304" pitchFamily="18" charset="0"/>
              </a:rPr>
              <a:t>February 2026</a:t>
            </a:r>
          </a:p>
        </p:txBody>
      </p:sp>
    </p:spTree>
    <p:extLst>
      <p:ext uri="{BB962C8B-B14F-4D97-AF65-F5344CB8AC3E}">
        <p14:creationId xmlns:p14="http://schemas.microsoft.com/office/powerpoint/2010/main" val="631643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63D8E-49A3-956F-9A1E-CC19E6DB6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9879A4-96E3-442D-00DE-7FDFEA7DF078}"/>
              </a:ext>
            </a:extLst>
          </p:cNvPr>
          <p:cNvSpPr>
            <a:spLocks noGrp="1"/>
          </p:cNvSpPr>
          <p:nvPr>
            <p:ph type="ctrTitle"/>
          </p:nvPr>
        </p:nvSpPr>
        <p:spPr>
          <a:xfrm>
            <a:off x="1221612" y="1923507"/>
            <a:ext cx="8280000" cy="1080000"/>
          </a:xfrm>
        </p:spPr>
        <p:txBody>
          <a:bodyPr/>
          <a:lstStyle/>
          <a:p>
            <a:r>
              <a:rPr lang="nb-NO"/>
              <a:t>Contents</a:t>
            </a:r>
          </a:p>
        </p:txBody>
      </p:sp>
      <p:sp>
        <p:nvSpPr>
          <p:cNvPr id="3" name="Subtitle 6">
            <a:extLst>
              <a:ext uri="{FF2B5EF4-FFF2-40B4-BE49-F238E27FC236}">
                <a16:creationId xmlns:a16="http://schemas.microsoft.com/office/drawing/2014/main" id="{25D28FE2-7DFE-15EF-56C5-69B64E1C9F23}"/>
              </a:ext>
            </a:extLst>
          </p:cNvPr>
          <p:cNvSpPr>
            <a:spLocks noGrp="1"/>
          </p:cNvSpPr>
          <p:nvPr>
            <p:ph type="subTitle" idx="1"/>
          </p:nvPr>
        </p:nvSpPr>
        <p:spPr>
          <a:xfrm>
            <a:off x="6096000" y="2944158"/>
            <a:ext cx="5143093" cy="305139"/>
          </a:xfrm>
        </p:spPr>
        <p:txBody>
          <a:bodyPr/>
          <a:lstStyle/>
          <a:p>
            <a:r>
              <a:rPr lang="en-US" sz="1400" i="1" noProof="1"/>
              <a:t>Positioned as a Market-leading Fitness Group Across the Nordics</a:t>
            </a:r>
          </a:p>
        </p:txBody>
      </p:sp>
      <p:sp>
        <p:nvSpPr>
          <p:cNvPr id="12" name="Grunt object 79e613a97a519ffc798c159615a28169-svg">
            <a:extLst>
              <a:ext uri="{FF2B5EF4-FFF2-40B4-BE49-F238E27FC236}">
                <a16:creationId xmlns:a16="http://schemas.microsoft.com/office/drawing/2014/main" id="{0EBB518B-2D15-CCCA-C810-2C6E2F277C81}"/>
              </a:ext>
            </a:extLst>
          </p:cNvPr>
          <p:cNvSpPr/>
          <p:nvPr>
            <p:custDataLst>
              <p:tags r:id="rId2"/>
            </p:custDataLst>
          </p:nvPr>
        </p:nvSpPr>
        <p:spPr>
          <a:xfrm>
            <a:off x="1171444" y="2713618"/>
            <a:ext cx="4301878" cy="766191"/>
          </a:xfrm>
          <a:prstGeom prst="rect">
            <a:avLst/>
          </a:prstGeom>
          <a:blipFill dpi="0" rotWithShape="1">
            <a:blip>
              <a:extLst>
                <a:ext uri="{96DAC541-7B7A-43D3-8B79-37D633B846F1}">
                  <asvg:svgBlip xmlns:asvg="http://schemas.microsoft.com/office/drawing/2016/SVG/main" r:embed="rId7"/>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6" name="Grunt object 24bba081b4727a261dab70e5c08bb3e5-svg">
            <a:extLst>
              <a:ext uri="{FF2B5EF4-FFF2-40B4-BE49-F238E27FC236}">
                <a16:creationId xmlns:a16="http://schemas.microsoft.com/office/drawing/2014/main" id="{5E7947B3-71E1-1640-DF00-79E2842992AB}"/>
              </a:ext>
            </a:extLst>
          </p:cNvPr>
          <p:cNvSpPr/>
          <p:nvPr>
            <p:custDataLst>
              <p:tags r:id="rId3"/>
            </p:custDataLst>
          </p:nvPr>
        </p:nvSpPr>
        <p:spPr>
          <a:xfrm>
            <a:off x="1171444" y="3479809"/>
            <a:ext cx="4301878" cy="698500"/>
          </a:xfrm>
          <a:prstGeom prst="rect">
            <a:avLst/>
          </a:prstGeom>
          <a:blipFill dpi="0" rotWithShape="1">
            <a:blip>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7" name="Grunt object fc3e81d4b1232ab10ce1b4fa55dbccb3-svg">
            <a:extLst>
              <a:ext uri="{FF2B5EF4-FFF2-40B4-BE49-F238E27FC236}">
                <a16:creationId xmlns:a16="http://schemas.microsoft.com/office/drawing/2014/main" id="{609F44DA-9034-BB46-CEA5-137F105F26AF}"/>
              </a:ext>
            </a:extLst>
          </p:cNvPr>
          <p:cNvSpPr/>
          <p:nvPr>
            <p:custDataLst>
              <p:tags r:id="rId4"/>
            </p:custDataLst>
          </p:nvPr>
        </p:nvSpPr>
        <p:spPr>
          <a:xfrm>
            <a:off x="1171444" y="4245972"/>
            <a:ext cx="4301878" cy="698500"/>
          </a:xfrm>
          <a:prstGeom prst="rect">
            <a:avLst/>
          </a:prstGeom>
          <a:blipFill dpi="0" rotWithShape="1">
            <a:blip>
              <a:extLs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8" name="Grunt object 9790ab07171c0d44d17e06b12db935ad-svg">
            <a:extLst>
              <a:ext uri="{FF2B5EF4-FFF2-40B4-BE49-F238E27FC236}">
                <a16:creationId xmlns:a16="http://schemas.microsoft.com/office/drawing/2014/main" id="{F87AC024-3E28-936A-64C7-B9064160B521}"/>
              </a:ext>
            </a:extLst>
          </p:cNvPr>
          <p:cNvSpPr/>
          <p:nvPr>
            <p:custDataLst>
              <p:tags r:id="rId5"/>
            </p:custDataLst>
          </p:nvPr>
        </p:nvSpPr>
        <p:spPr>
          <a:xfrm>
            <a:off x="1171444" y="5012134"/>
            <a:ext cx="4301878" cy="698500"/>
          </a:xfrm>
          <a:prstGeom prst="rect">
            <a:avLst/>
          </a:prstGeom>
          <a:blipFill dpi="0" rotWithShape="1">
            <a:blip>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20" name="Subtitle 6">
            <a:extLst>
              <a:ext uri="{FF2B5EF4-FFF2-40B4-BE49-F238E27FC236}">
                <a16:creationId xmlns:a16="http://schemas.microsoft.com/office/drawing/2014/main" id="{03095FE4-5762-2205-F970-13256EDE2513}"/>
              </a:ext>
            </a:extLst>
          </p:cNvPr>
          <p:cNvSpPr txBox="1">
            <a:spLocks/>
          </p:cNvSpPr>
          <p:nvPr/>
        </p:nvSpPr>
        <p:spPr>
          <a:xfrm>
            <a:off x="6096000" y="3726818"/>
            <a:ext cx="5167156" cy="305139"/>
          </a:xfrm>
          <a:prstGeom prst="rect">
            <a:avLst/>
          </a:prstGeom>
        </p:spPr>
        <p:txBody>
          <a:bodyPr vert="horz" lIns="0" tIns="0" rIns="0" bIns="0" rtlCol="0" anchor="t">
            <a:noAutofit/>
          </a:bodyPr>
          <a:lstStyle>
            <a:lvl1pPr marL="0" indent="0" algn="l" defTabSz="742950" rtl="0" eaLnBrk="1" latinLnBrk="0" hangingPunct="1">
              <a:lnSpc>
                <a:spcPct val="110000"/>
              </a:lnSpc>
              <a:spcBef>
                <a:spcPts val="0"/>
              </a:spcBef>
              <a:spcAft>
                <a:spcPts val="300"/>
              </a:spcAft>
              <a:buClr>
                <a:schemeClr val="tx2"/>
              </a:buClr>
              <a:buSzPct val="125000"/>
              <a:buFont typeface="Wingdings 3" pitchFamily="18" charset="2"/>
              <a:buNone/>
              <a:defRPr sz="2000" b="0" i="0" kern="1200">
                <a:solidFill>
                  <a:schemeClr val="tx1"/>
                </a:solidFill>
                <a:latin typeface="+mn-lt"/>
                <a:ea typeface="+mn-ea"/>
                <a:cs typeface="Segoe UI Historic" panose="020B0502040204020203" pitchFamily="34" charset="0"/>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US" sz="1400" i="1" noProof="1"/>
              <a:t>Long-term Health and Lifestyle Trends Underpin Fitness Demand</a:t>
            </a:r>
          </a:p>
        </p:txBody>
      </p:sp>
      <p:sp>
        <p:nvSpPr>
          <p:cNvPr id="21" name="Subtitle 6">
            <a:extLst>
              <a:ext uri="{FF2B5EF4-FFF2-40B4-BE49-F238E27FC236}">
                <a16:creationId xmlns:a16="http://schemas.microsoft.com/office/drawing/2014/main" id="{B41DEFA9-CAD5-6EA5-BCBB-A3A8B6B27783}"/>
              </a:ext>
            </a:extLst>
          </p:cNvPr>
          <p:cNvSpPr txBox="1">
            <a:spLocks/>
          </p:cNvSpPr>
          <p:nvPr/>
        </p:nvSpPr>
        <p:spPr>
          <a:xfrm>
            <a:off x="6096000" y="4509478"/>
            <a:ext cx="2628493" cy="305140"/>
          </a:xfrm>
          <a:prstGeom prst="rect">
            <a:avLst/>
          </a:prstGeom>
        </p:spPr>
        <p:txBody>
          <a:bodyPr vert="horz" lIns="0" tIns="0" rIns="0" bIns="0" rtlCol="0" anchor="t">
            <a:noAutofit/>
          </a:bodyPr>
          <a:lstStyle>
            <a:lvl1pPr marL="0" indent="0" algn="l" defTabSz="742950" rtl="0" eaLnBrk="1" latinLnBrk="0" hangingPunct="1">
              <a:lnSpc>
                <a:spcPct val="110000"/>
              </a:lnSpc>
              <a:spcBef>
                <a:spcPts val="0"/>
              </a:spcBef>
              <a:spcAft>
                <a:spcPts val="300"/>
              </a:spcAft>
              <a:buClr>
                <a:schemeClr val="tx2"/>
              </a:buClr>
              <a:buSzPct val="125000"/>
              <a:buFont typeface="Wingdings 3" pitchFamily="18" charset="2"/>
              <a:buNone/>
              <a:defRPr sz="2000" b="0" i="0" kern="1200">
                <a:solidFill>
                  <a:schemeClr val="tx1"/>
                </a:solidFill>
                <a:latin typeface="+mn-lt"/>
                <a:ea typeface="+mn-ea"/>
                <a:cs typeface="Segoe UI Historic" panose="020B0502040204020203" pitchFamily="34" charset="0"/>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US" sz="1400" i="1" noProof="1"/>
              <a:t>Historical Analysis and Forecasts</a:t>
            </a:r>
          </a:p>
        </p:txBody>
      </p:sp>
      <p:sp>
        <p:nvSpPr>
          <p:cNvPr id="22" name="Subtitle 6">
            <a:extLst>
              <a:ext uri="{FF2B5EF4-FFF2-40B4-BE49-F238E27FC236}">
                <a16:creationId xmlns:a16="http://schemas.microsoft.com/office/drawing/2014/main" id="{DA072CDC-16BD-47C4-3111-964443DE2A57}"/>
              </a:ext>
            </a:extLst>
          </p:cNvPr>
          <p:cNvSpPr txBox="1">
            <a:spLocks/>
          </p:cNvSpPr>
          <p:nvPr/>
        </p:nvSpPr>
        <p:spPr>
          <a:xfrm>
            <a:off x="6096000" y="5292139"/>
            <a:ext cx="2882907" cy="305139"/>
          </a:xfrm>
          <a:prstGeom prst="rect">
            <a:avLst/>
          </a:prstGeom>
        </p:spPr>
        <p:txBody>
          <a:bodyPr vert="horz" lIns="0" tIns="0" rIns="0" bIns="0" rtlCol="0" anchor="t">
            <a:noAutofit/>
          </a:bodyPr>
          <a:lstStyle>
            <a:lvl1pPr marL="0" indent="0" algn="l" defTabSz="742950" rtl="0" eaLnBrk="1" latinLnBrk="0" hangingPunct="1">
              <a:lnSpc>
                <a:spcPct val="110000"/>
              </a:lnSpc>
              <a:spcBef>
                <a:spcPts val="0"/>
              </a:spcBef>
              <a:spcAft>
                <a:spcPts val="300"/>
              </a:spcAft>
              <a:buClr>
                <a:schemeClr val="tx2"/>
              </a:buClr>
              <a:buSzPct val="125000"/>
              <a:buFont typeface="Wingdings 3" pitchFamily="18" charset="2"/>
              <a:buNone/>
              <a:defRPr sz="2000" b="0" i="0" kern="1200">
                <a:solidFill>
                  <a:schemeClr val="tx1"/>
                </a:solidFill>
                <a:latin typeface="+mn-lt"/>
                <a:ea typeface="+mn-ea"/>
                <a:cs typeface="Segoe UI Historic" panose="020B0502040204020203" pitchFamily="34" charset="0"/>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US" sz="1400" i="1" noProof="1"/>
              <a:t>Valuation and Concluding Thoughts</a:t>
            </a:r>
          </a:p>
        </p:txBody>
      </p:sp>
      <p:sp>
        <p:nvSpPr>
          <p:cNvPr id="27" name="Title 5">
            <a:extLst>
              <a:ext uri="{FF2B5EF4-FFF2-40B4-BE49-F238E27FC236}">
                <a16:creationId xmlns:a16="http://schemas.microsoft.com/office/drawing/2014/main" id="{7262B601-17D0-CB70-F556-ACF4FFE3DF07}"/>
              </a:ext>
            </a:extLst>
          </p:cNvPr>
          <p:cNvSpPr txBox="1">
            <a:spLocks/>
          </p:cNvSpPr>
          <p:nvPr/>
        </p:nvSpPr>
        <p:spPr>
          <a:xfrm>
            <a:off x="6039053" y="1923507"/>
            <a:ext cx="2628493" cy="570048"/>
          </a:xfrm>
          <a:prstGeom prst="rect">
            <a:avLst/>
          </a:prstGeom>
        </p:spPr>
        <p:txBody>
          <a:bodyPr vert="horz" lIns="0" tIns="0" rIns="0" bIns="0" rtlCol="0" anchor="t">
            <a:noAutofit/>
          </a:bodyPr>
          <a:lstStyle>
            <a:lvl1pPr algn="l" defTabSz="742950" rtl="0" eaLnBrk="1" latinLnBrk="0" hangingPunct="1">
              <a:lnSpc>
                <a:spcPts val="4000"/>
              </a:lnSpc>
              <a:spcBef>
                <a:spcPct val="0"/>
              </a:spcBef>
              <a:buNone/>
              <a:defRPr sz="3600" b="0" i="0" kern="1200" baseline="0">
                <a:solidFill>
                  <a:schemeClr val="tx1"/>
                </a:solidFill>
                <a:latin typeface="+mj-lt"/>
                <a:ea typeface="+mj-ea"/>
                <a:cs typeface="Segoe UI Historic" panose="020B0502040204020203" pitchFamily="34" charset="0"/>
              </a:defRPr>
            </a:lvl1pPr>
          </a:lstStyle>
          <a:p>
            <a:r>
              <a:rPr lang="nb-NO"/>
              <a:t>Presentation</a:t>
            </a:r>
          </a:p>
        </p:txBody>
      </p:sp>
      <p:cxnSp>
        <p:nvCxnSpPr>
          <p:cNvPr id="29" name="Straight Connector 28">
            <a:extLst>
              <a:ext uri="{FF2B5EF4-FFF2-40B4-BE49-F238E27FC236}">
                <a16:creationId xmlns:a16="http://schemas.microsoft.com/office/drawing/2014/main" id="{10926045-7B44-9D34-8919-6E4770895470}"/>
              </a:ext>
            </a:extLst>
          </p:cNvPr>
          <p:cNvCxnSpPr>
            <a:cxnSpLocks/>
          </p:cNvCxnSpPr>
          <p:nvPr/>
        </p:nvCxnSpPr>
        <p:spPr>
          <a:xfrm>
            <a:off x="6039053" y="2493555"/>
            <a:ext cx="5109111"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34" name="Straight Connector 33">
            <a:extLst>
              <a:ext uri="{FF2B5EF4-FFF2-40B4-BE49-F238E27FC236}">
                <a16:creationId xmlns:a16="http://schemas.microsoft.com/office/drawing/2014/main" id="{61165901-25BA-0D1B-ADC5-0B5D9F8F7F91}"/>
              </a:ext>
            </a:extLst>
          </p:cNvPr>
          <p:cNvCxnSpPr>
            <a:cxnSpLocks/>
          </p:cNvCxnSpPr>
          <p:nvPr/>
        </p:nvCxnSpPr>
        <p:spPr>
          <a:xfrm>
            <a:off x="1221612" y="2493555"/>
            <a:ext cx="4140000" cy="0"/>
          </a:xfrm>
          <a:prstGeom prst="line">
            <a:avLst/>
          </a:prstGeom>
        </p:spPr>
        <p:style>
          <a:lnRef idx="3">
            <a:schemeClr val="accent4"/>
          </a:lnRef>
          <a:fillRef idx="0">
            <a:schemeClr val="accent4"/>
          </a:fillRef>
          <a:effectRef idx="2">
            <a:schemeClr val="accent4"/>
          </a:effectRef>
          <a:fontRef idx="minor">
            <a:schemeClr val="tx1"/>
          </a:fontRef>
        </p:style>
      </p:cxnSp>
    </p:spTree>
    <p:custDataLst>
      <p:tags r:id="rId1"/>
    </p:custDataLst>
    <p:extLst>
      <p:ext uri="{BB962C8B-B14F-4D97-AF65-F5344CB8AC3E}">
        <p14:creationId xmlns:p14="http://schemas.microsoft.com/office/powerpoint/2010/main" val="1517138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DCE97B8-AA68-8009-6C0C-176500E2B610}"/>
              </a:ext>
            </a:extLst>
          </p:cNvPr>
          <p:cNvSpPr>
            <a:spLocks noGrp="1"/>
          </p:cNvSpPr>
          <p:nvPr>
            <p:ph type="body" sz="quarter" idx="11"/>
          </p:nvPr>
        </p:nvSpPr>
        <p:spPr/>
        <p:txBody>
          <a:bodyPr>
            <a:normAutofit/>
          </a:bodyPr>
          <a:lstStyle/>
          <a:p>
            <a:r>
              <a:rPr lang="en-US" noProof="1"/>
              <a:t>A business model where recurring memberships drive profitability through scale</a:t>
            </a:r>
            <a:endParaRPr lang="en-GB"/>
          </a:p>
        </p:txBody>
      </p:sp>
      <p:sp>
        <p:nvSpPr>
          <p:cNvPr id="14" name="Title 13">
            <a:extLst>
              <a:ext uri="{FF2B5EF4-FFF2-40B4-BE49-F238E27FC236}">
                <a16:creationId xmlns:a16="http://schemas.microsoft.com/office/drawing/2014/main" id="{D6A62673-4028-68BD-E8EA-914FB964B023}"/>
              </a:ext>
            </a:extLst>
          </p:cNvPr>
          <p:cNvSpPr>
            <a:spLocks noGrp="1"/>
          </p:cNvSpPr>
          <p:nvPr>
            <p:ph type="title"/>
          </p:nvPr>
        </p:nvSpPr>
        <p:spPr/>
        <p:txBody>
          <a:bodyPr/>
          <a:lstStyle/>
          <a:p>
            <a:r>
              <a:rPr lang="en-GB"/>
              <a:t>Company Overview</a:t>
            </a:r>
          </a:p>
        </p:txBody>
      </p:sp>
      <p:sp>
        <p:nvSpPr>
          <p:cNvPr id="17" name="Text Placeholder 16">
            <a:extLst>
              <a:ext uri="{FF2B5EF4-FFF2-40B4-BE49-F238E27FC236}">
                <a16:creationId xmlns:a16="http://schemas.microsoft.com/office/drawing/2014/main" id="{4B84ADCC-ADB6-9268-11D8-B7840AA8DCED}"/>
              </a:ext>
            </a:extLst>
          </p:cNvPr>
          <p:cNvSpPr>
            <a:spLocks noGrp="1"/>
          </p:cNvSpPr>
          <p:nvPr>
            <p:ph type="body" sz="quarter" idx="13"/>
          </p:nvPr>
        </p:nvSpPr>
        <p:spPr/>
        <p:txBody>
          <a:bodyPr/>
          <a:lstStyle/>
          <a:p>
            <a:r>
              <a:rPr lang="en-US" noProof="1"/>
              <a:t>#1 Positioned as a Market-leading Fitness Group Across the Nordics</a:t>
            </a:r>
          </a:p>
        </p:txBody>
      </p:sp>
      <p:sp>
        <p:nvSpPr>
          <p:cNvPr id="16" name="Text Placeholder 15">
            <a:extLst>
              <a:ext uri="{FF2B5EF4-FFF2-40B4-BE49-F238E27FC236}">
                <a16:creationId xmlns:a16="http://schemas.microsoft.com/office/drawing/2014/main" id="{176562D2-7589-96B8-5B9E-C6358737E4C5}"/>
              </a:ext>
            </a:extLst>
          </p:cNvPr>
          <p:cNvSpPr>
            <a:spLocks noGrp="1"/>
          </p:cNvSpPr>
          <p:nvPr>
            <p:ph type="body" sz="quarter" idx="12"/>
          </p:nvPr>
        </p:nvSpPr>
        <p:spPr/>
        <p:txBody>
          <a:bodyPr/>
          <a:lstStyle/>
          <a:p>
            <a:r>
              <a:rPr lang="en-GB"/>
              <a:t>Sources: Economic Mind, Company Financial Reports, Bloomberg, SLME Advisory Estimates</a:t>
            </a:r>
          </a:p>
          <a:p>
            <a:r>
              <a:rPr lang="en-GB"/>
              <a:t>Note: Market share based on Economic Mind’s bottom-up analysis of 154 companies operating physical fitness clubs in the Nordics (NO, SE, DK, FI).</a:t>
            </a:r>
          </a:p>
        </p:txBody>
      </p:sp>
      <p:sp>
        <p:nvSpPr>
          <p:cNvPr id="2" name="Content Placeholder 1">
            <a:extLst>
              <a:ext uri="{FF2B5EF4-FFF2-40B4-BE49-F238E27FC236}">
                <a16:creationId xmlns:a16="http://schemas.microsoft.com/office/drawing/2014/main" id="{FA175BAC-E321-1884-EF1D-6E5707346EB3}"/>
              </a:ext>
            </a:extLst>
          </p:cNvPr>
          <p:cNvSpPr>
            <a:spLocks noGrp="1"/>
          </p:cNvSpPr>
          <p:nvPr>
            <p:ph sz="quarter" idx="17"/>
          </p:nvPr>
        </p:nvSpPr>
        <p:spPr>
          <a:xfrm>
            <a:off x="428626" y="1273176"/>
            <a:ext cx="10979604" cy="5170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ctr"/>
          <a:lstStyle/>
          <a:p>
            <a:pPr lvl="0" defTabSz="914400">
              <a:lnSpc>
                <a:spcPct val="120000"/>
              </a:lnSpc>
              <a:spcBef>
                <a:spcPts val="200"/>
              </a:spcBef>
              <a:spcAft>
                <a:spcPts val="300"/>
              </a:spcAft>
              <a:buClr>
                <a:srgbClr val="003255"/>
              </a:buClr>
              <a:defRPr/>
            </a:pPr>
            <a:r>
              <a:rPr lang="en-GB" sz="1100" kern="0" dirty="0">
                <a:solidFill>
                  <a:srgbClr val="FFFFFF"/>
                </a:solidFill>
              </a:rPr>
              <a:t>SATS Group is the </a:t>
            </a:r>
            <a:r>
              <a:rPr lang="en-GB" sz="1100" b="1" kern="0" dirty="0">
                <a:solidFill>
                  <a:srgbClr val="FFFFFF"/>
                </a:solidFill>
              </a:rPr>
              <a:t>leading</a:t>
            </a:r>
            <a:r>
              <a:rPr lang="en-GB" sz="1100" kern="0" dirty="0">
                <a:solidFill>
                  <a:srgbClr val="FFFFFF"/>
                </a:solidFill>
              </a:rPr>
              <a:t> </a:t>
            </a:r>
            <a:r>
              <a:rPr lang="en-GB" sz="1100" b="1" kern="0" dirty="0">
                <a:solidFill>
                  <a:srgbClr val="FFFFFF"/>
                </a:solidFill>
              </a:rPr>
              <a:t>fitness operator </a:t>
            </a:r>
            <a:r>
              <a:rPr lang="en-GB" sz="1100" kern="0" dirty="0">
                <a:solidFill>
                  <a:srgbClr val="FFFFFF"/>
                </a:solidFill>
              </a:rPr>
              <a:t>in the </a:t>
            </a:r>
            <a:r>
              <a:rPr lang="en-GB" sz="1100" b="1" kern="0" dirty="0">
                <a:solidFill>
                  <a:srgbClr val="FFFFFF"/>
                </a:solidFill>
              </a:rPr>
              <a:t>Nordics</a:t>
            </a:r>
            <a:r>
              <a:rPr lang="en-GB" sz="1100" kern="0" dirty="0">
                <a:solidFill>
                  <a:srgbClr val="FFFFFF"/>
                </a:solidFill>
              </a:rPr>
              <a:t>, operating a large-scale, </a:t>
            </a:r>
            <a:r>
              <a:rPr lang="en-GB" sz="1100" b="1" kern="0" dirty="0">
                <a:solidFill>
                  <a:srgbClr val="FFFFFF"/>
                </a:solidFill>
              </a:rPr>
              <a:t>membership-based</a:t>
            </a:r>
            <a:r>
              <a:rPr lang="en-GB" sz="1100" kern="0" dirty="0">
                <a:solidFill>
                  <a:srgbClr val="FFFFFF"/>
                </a:solidFill>
              </a:rPr>
              <a:t> gym network with </a:t>
            </a:r>
            <a:r>
              <a:rPr lang="en-GB" sz="1100" b="1" kern="0" dirty="0">
                <a:solidFill>
                  <a:srgbClr val="FFFFFF"/>
                </a:solidFill>
              </a:rPr>
              <a:t>strong brand recognition</a:t>
            </a:r>
            <a:r>
              <a:rPr lang="en-GB" sz="1100" kern="0" dirty="0">
                <a:solidFill>
                  <a:srgbClr val="FFFFFF"/>
                </a:solidFill>
              </a:rPr>
              <a:t> across Norway, Sweden, Denmark and Finland. </a:t>
            </a:r>
            <a:r>
              <a:rPr lang="en-GB" sz="1100" b="1" kern="0" dirty="0">
                <a:solidFill>
                  <a:srgbClr val="FFFFFF"/>
                </a:solidFill>
              </a:rPr>
              <a:t>Recurring membership revenues</a:t>
            </a:r>
            <a:r>
              <a:rPr lang="en-GB" sz="1100" kern="0" dirty="0">
                <a:solidFill>
                  <a:srgbClr val="FFFFFF"/>
                </a:solidFill>
              </a:rPr>
              <a:t> and </a:t>
            </a:r>
            <a:r>
              <a:rPr lang="en-GB" sz="1100" b="1" kern="0" dirty="0">
                <a:solidFill>
                  <a:srgbClr val="FFFFFF"/>
                </a:solidFill>
              </a:rPr>
              <a:t>high operating leverage </a:t>
            </a:r>
            <a:r>
              <a:rPr lang="en-GB" sz="1100" kern="0" dirty="0">
                <a:solidFill>
                  <a:srgbClr val="FFFFFF"/>
                </a:solidFill>
              </a:rPr>
              <a:t>support</a:t>
            </a:r>
            <a:r>
              <a:rPr lang="en-GB" sz="1100" b="1" kern="0" dirty="0">
                <a:solidFill>
                  <a:srgbClr val="FFFFFF"/>
                </a:solidFill>
              </a:rPr>
              <a:t> earnings </a:t>
            </a:r>
            <a:r>
              <a:rPr lang="en-GB" sz="1100" kern="0" dirty="0">
                <a:solidFill>
                  <a:srgbClr val="FFFFFF"/>
                </a:solidFill>
              </a:rPr>
              <a:t>and</a:t>
            </a:r>
            <a:r>
              <a:rPr lang="en-GB" sz="1100" b="1" kern="0" dirty="0">
                <a:solidFill>
                  <a:srgbClr val="FFFFFF"/>
                </a:solidFill>
              </a:rPr>
              <a:t> cash flow upside </a:t>
            </a:r>
            <a:r>
              <a:rPr lang="en-GB" sz="1100" kern="0" dirty="0">
                <a:solidFill>
                  <a:srgbClr val="FFFFFF"/>
                </a:solidFill>
              </a:rPr>
              <a:t>as</a:t>
            </a:r>
            <a:r>
              <a:rPr lang="en-GB" sz="1100" b="1" kern="0" dirty="0">
                <a:solidFill>
                  <a:srgbClr val="FFFFFF"/>
                </a:solidFill>
              </a:rPr>
              <a:t> utilization increases.</a:t>
            </a:r>
            <a:endParaRPr kumimoji="0" lang="en-GB" sz="1100" i="0" u="none" strike="noStrike" kern="0" cap="none" spc="0" normalizeH="0" baseline="0" noProof="0" dirty="0">
              <a:ln>
                <a:noFill/>
              </a:ln>
              <a:solidFill>
                <a:srgbClr val="FFFFFF"/>
              </a:solidFill>
              <a:effectLst/>
              <a:uLnTx/>
              <a:uFillTx/>
              <a:latin typeface="Arial Nova"/>
              <a:ea typeface="+mn-ea"/>
              <a:cs typeface="+mn-cs"/>
            </a:endParaRPr>
          </a:p>
        </p:txBody>
      </p:sp>
      <p:sp>
        <p:nvSpPr>
          <p:cNvPr id="9" name="Rectangle 8">
            <a:extLst>
              <a:ext uri="{FF2B5EF4-FFF2-40B4-BE49-F238E27FC236}">
                <a16:creationId xmlns:a16="http://schemas.microsoft.com/office/drawing/2014/main" id="{4B6E2F4A-6B4F-BE29-3808-587D7531C2B3}"/>
              </a:ext>
            </a:extLst>
          </p:cNvPr>
          <p:cNvSpPr/>
          <p:nvPr/>
        </p:nvSpPr>
        <p:spPr>
          <a:xfrm>
            <a:off x="433643" y="2152396"/>
            <a:ext cx="3087590" cy="184702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 name="Grunt object 3044fb03e8ced71fc932b682135545cd-svg">
            <a:extLst>
              <a:ext uri="{FF2B5EF4-FFF2-40B4-BE49-F238E27FC236}">
                <a16:creationId xmlns:a16="http://schemas.microsoft.com/office/drawing/2014/main" id="{3A4C37CC-F12A-5868-97F3-E26B770A5A2C}"/>
              </a:ext>
            </a:extLst>
          </p:cNvPr>
          <p:cNvSpPr/>
          <p:nvPr>
            <p:custDataLst>
              <p:tags r:id="rId2"/>
            </p:custDataLst>
          </p:nvPr>
        </p:nvSpPr>
        <p:spPr>
          <a:xfrm>
            <a:off x="428496" y="2060853"/>
            <a:ext cx="7622134" cy="1932313"/>
          </a:xfrm>
          <a:prstGeom prst="rect">
            <a:avLst/>
          </a:prstGeom>
          <a:blipFill dpi="0" rotWithShape="1">
            <a:blip>
              <a:extLs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1" name="Rectangle 10">
            <a:extLst>
              <a:ext uri="{FF2B5EF4-FFF2-40B4-BE49-F238E27FC236}">
                <a16:creationId xmlns:a16="http://schemas.microsoft.com/office/drawing/2014/main" id="{7EED48CD-7DC1-E95F-68F5-096BAB958ECB}"/>
              </a:ext>
            </a:extLst>
          </p:cNvPr>
          <p:cNvSpPr/>
          <p:nvPr/>
        </p:nvSpPr>
        <p:spPr>
          <a:xfrm>
            <a:off x="3824541" y="2171194"/>
            <a:ext cx="4173740" cy="181643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Arial" panose="020B0604020202020204" pitchFamily="34" charset="0"/>
              <a:buChar char="•"/>
            </a:pPr>
            <a:endParaRPr lang="en-NO" sz="1100">
              <a:solidFill>
                <a:schemeClr val="tx1"/>
              </a:solidFill>
            </a:endParaRPr>
          </a:p>
          <a:p>
            <a:pPr marL="171450" indent="-171450">
              <a:lnSpc>
                <a:spcPct val="150000"/>
              </a:lnSpc>
              <a:buFont typeface="Arial" panose="020B0604020202020204" pitchFamily="34" charset="0"/>
              <a:buChar char="•"/>
            </a:pPr>
            <a:r>
              <a:rPr lang="en-GB" sz="1000" b="1">
                <a:solidFill>
                  <a:schemeClr val="tx1"/>
                </a:solidFill>
              </a:rPr>
              <a:t>Market leader</a:t>
            </a:r>
            <a:r>
              <a:rPr lang="en-GB" sz="1000">
                <a:solidFill>
                  <a:schemeClr val="tx1"/>
                </a:solidFill>
              </a:rPr>
              <a:t> with </a:t>
            </a:r>
            <a:r>
              <a:rPr lang="en-GB" sz="1000" b="1">
                <a:solidFill>
                  <a:schemeClr val="tx1"/>
                </a:solidFill>
              </a:rPr>
              <a:t>~30% share </a:t>
            </a:r>
            <a:r>
              <a:rPr lang="en-GB" sz="1000">
                <a:solidFill>
                  <a:schemeClr val="tx1"/>
                </a:solidFill>
              </a:rPr>
              <a:t>in the </a:t>
            </a:r>
            <a:r>
              <a:rPr lang="en-GB" sz="1000" b="1">
                <a:solidFill>
                  <a:schemeClr val="tx1"/>
                </a:solidFill>
              </a:rPr>
              <a:t>Nordic commercial fitness club market</a:t>
            </a:r>
            <a:r>
              <a:rPr lang="en-GB" sz="1000">
                <a:solidFill>
                  <a:schemeClr val="tx1"/>
                </a:solidFill>
              </a:rPr>
              <a:t>, more than </a:t>
            </a:r>
            <a:r>
              <a:rPr lang="en-GB" sz="1000" b="1">
                <a:solidFill>
                  <a:schemeClr val="tx1"/>
                </a:solidFill>
              </a:rPr>
              <a:t>2x</a:t>
            </a:r>
            <a:r>
              <a:rPr lang="en-GB" sz="1000">
                <a:solidFill>
                  <a:schemeClr val="tx1"/>
                </a:solidFill>
              </a:rPr>
              <a:t> the size of the </a:t>
            </a:r>
            <a:r>
              <a:rPr lang="en-GB" sz="1000" b="1">
                <a:solidFill>
                  <a:schemeClr val="tx1"/>
                </a:solidFill>
              </a:rPr>
              <a:t>second-largest player</a:t>
            </a:r>
          </a:p>
          <a:p>
            <a:pPr marL="171450" indent="-171450">
              <a:lnSpc>
                <a:spcPct val="150000"/>
              </a:lnSpc>
              <a:buFont typeface="Arial" panose="020B0604020202020204" pitchFamily="34" charset="0"/>
              <a:buChar char="•"/>
            </a:pPr>
            <a:r>
              <a:rPr lang="en-GB" sz="1000" b="1">
                <a:solidFill>
                  <a:schemeClr val="tx1"/>
                </a:solidFill>
              </a:rPr>
              <a:t>~2,700 members per club</a:t>
            </a:r>
            <a:r>
              <a:rPr lang="en-GB" sz="1000">
                <a:solidFill>
                  <a:schemeClr val="tx1"/>
                </a:solidFill>
              </a:rPr>
              <a:t> and </a:t>
            </a:r>
            <a:r>
              <a:rPr lang="en-GB" sz="1000" b="1">
                <a:solidFill>
                  <a:schemeClr val="tx1"/>
                </a:solidFill>
              </a:rPr>
              <a:t>NOK 15–20m revenue per mature club</a:t>
            </a:r>
            <a:r>
              <a:rPr lang="en-GB" sz="1000">
                <a:solidFill>
                  <a:schemeClr val="tx1"/>
                </a:solidFill>
              </a:rPr>
              <a:t> support </a:t>
            </a:r>
            <a:r>
              <a:rPr lang="en-GB" sz="1000" b="1">
                <a:solidFill>
                  <a:schemeClr val="tx1"/>
                </a:solidFill>
              </a:rPr>
              <a:t>stable cash flows </a:t>
            </a:r>
            <a:r>
              <a:rPr lang="en-GB" sz="1000">
                <a:solidFill>
                  <a:schemeClr val="tx1"/>
                </a:solidFill>
              </a:rPr>
              <a:t>and </a:t>
            </a:r>
            <a:r>
              <a:rPr lang="en-GB" sz="1000" b="1">
                <a:solidFill>
                  <a:schemeClr val="tx1"/>
                </a:solidFill>
              </a:rPr>
              <a:t>high earnings visibility</a:t>
            </a:r>
          </a:p>
          <a:p>
            <a:pPr marL="171450" indent="-171450">
              <a:lnSpc>
                <a:spcPct val="150000"/>
              </a:lnSpc>
              <a:buFont typeface="Arial" panose="020B0604020202020204" pitchFamily="34" charset="0"/>
              <a:buChar char="•"/>
            </a:pPr>
            <a:r>
              <a:rPr lang="en-GB" sz="1000" b="1">
                <a:solidFill>
                  <a:schemeClr val="tx1"/>
                </a:solidFill>
              </a:rPr>
              <a:t>High operating leverage </a:t>
            </a:r>
            <a:r>
              <a:rPr lang="en-GB" sz="1000">
                <a:solidFill>
                  <a:schemeClr val="tx1"/>
                </a:solidFill>
              </a:rPr>
              <a:t>drives a clear </a:t>
            </a:r>
            <a:r>
              <a:rPr lang="en-GB" sz="1000" b="1">
                <a:solidFill>
                  <a:schemeClr val="tx1"/>
                </a:solidFill>
              </a:rPr>
              <a:t>earnings inflection</a:t>
            </a:r>
            <a:r>
              <a:rPr lang="en-GB" sz="1000">
                <a:solidFill>
                  <a:schemeClr val="tx1"/>
                </a:solidFill>
              </a:rPr>
              <a:t>, with </a:t>
            </a:r>
            <a:r>
              <a:rPr lang="en-GB" sz="1000" b="1">
                <a:solidFill>
                  <a:schemeClr val="tx1"/>
                </a:solidFill>
              </a:rPr>
              <a:t>EBIT margins expanding</a:t>
            </a:r>
            <a:r>
              <a:rPr lang="en-GB" sz="1000">
                <a:solidFill>
                  <a:schemeClr val="tx1"/>
                </a:solidFill>
              </a:rPr>
              <a:t> from </a:t>
            </a:r>
            <a:r>
              <a:rPr lang="en-GB" sz="1000" b="1">
                <a:solidFill>
                  <a:schemeClr val="tx1"/>
                </a:solidFill>
              </a:rPr>
              <a:t>~0% in 2022</a:t>
            </a:r>
            <a:r>
              <a:rPr lang="en-GB" sz="1000">
                <a:solidFill>
                  <a:schemeClr val="tx1"/>
                </a:solidFill>
              </a:rPr>
              <a:t> to </a:t>
            </a:r>
            <a:r>
              <a:rPr lang="en-GB" sz="1000" b="1">
                <a:solidFill>
                  <a:schemeClr val="tx1"/>
                </a:solidFill>
              </a:rPr>
              <a:t>~16% in 2025 </a:t>
            </a:r>
            <a:r>
              <a:rPr lang="en-GB" sz="1000">
                <a:solidFill>
                  <a:schemeClr val="tx1"/>
                </a:solidFill>
              </a:rPr>
              <a:t>as utilization normalizes</a:t>
            </a:r>
            <a:endParaRPr lang="en-NO" sz="1000">
              <a:solidFill>
                <a:schemeClr val="tx1"/>
              </a:solidFill>
            </a:endParaRPr>
          </a:p>
          <a:p>
            <a:pPr marL="171450" indent="-171450">
              <a:buFont typeface="Arial" panose="020B0604020202020204" pitchFamily="34" charset="0"/>
              <a:buChar char="•"/>
            </a:pPr>
            <a:endParaRPr lang="en-NO" sz="1100">
              <a:solidFill>
                <a:schemeClr val="tx1"/>
              </a:solidFill>
            </a:endParaRPr>
          </a:p>
        </p:txBody>
      </p:sp>
      <p:sp>
        <p:nvSpPr>
          <p:cNvPr id="12" name="Rectangle 11">
            <a:extLst>
              <a:ext uri="{FF2B5EF4-FFF2-40B4-BE49-F238E27FC236}">
                <a16:creationId xmlns:a16="http://schemas.microsoft.com/office/drawing/2014/main" id="{0EEC3CB8-4E1E-82AE-DEBA-1750B6C99FCF}"/>
              </a:ext>
            </a:extLst>
          </p:cNvPr>
          <p:cNvSpPr/>
          <p:nvPr/>
        </p:nvSpPr>
        <p:spPr>
          <a:xfrm>
            <a:off x="8320640" y="2160813"/>
            <a:ext cx="3087590" cy="1826813"/>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3" name="Text Placeholder 14">
            <a:extLst>
              <a:ext uri="{FF2B5EF4-FFF2-40B4-BE49-F238E27FC236}">
                <a16:creationId xmlns:a16="http://schemas.microsoft.com/office/drawing/2014/main" id="{67B08EE8-3751-479F-F282-5A5F65C5BA10}"/>
              </a:ext>
            </a:extLst>
          </p:cNvPr>
          <p:cNvSpPr txBox="1">
            <a:spLocks/>
          </p:cNvSpPr>
          <p:nvPr/>
        </p:nvSpPr>
        <p:spPr>
          <a:xfrm>
            <a:off x="428496" y="1853031"/>
            <a:ext cx="3087590" cy="192252"/>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Company Snapshot</a:t>
            </a:r>
          </a:p>
        </p:txBody>
      </p:sp>
      <p:cxnSp>
        <p:nvCxnSpPr>
          <p:cNvPr id="21" name="Straight Connector 20">
            <a:extLst>
              <a:ext uri="{FF2B5EF4-FFF2-40B4-BE49-F238E27FC236}">
                <a16:creationId xmlns:a16="http://schemas.microsoft.com/office/drawing/2014/main" id="{96341F92-A867-5FA3-D156-399040198890}"/>
              </a:ext>
            </a:extLst>
          </p:cNvPr>
          <p:cNvCxnSpPr>
            <a:cxnSpLocks/>
          </p:cNvCxnSpPr>
          <p:nvPr/>
        </p:nvCxnSpPr>
        <p:spPr>
          <a:xfrm>
            <a:off x="428496" y="2077279"/>
            <a:ext cx="289659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FCB2A3CB-905D-44C0-F840-0058BE0A733B}"/>
              </a:ext>
            </a:extLst>
          </p:cNvPr>
          <p:cNvCxnSpPr>
            <a:cxnSpLocks/>
          </p:cNvCxnSpPr>
          <p:nvPr/>
        </p:nvCxnSpPr>
        <p:spPr>
          <a:xfrm>
            <a:off x="3834066" y="2060853"/>
            <a:ext cx="3965955" cy="16426"/>
          </a:xfrm>
          <a:prstGeom prst="line">
            <a:avLst/>
          </a:prstGeom>
        </p:spPr>
        <p:style>
          <a:lnRef idx="3">
            <a:schemeClr val="accent1"/>
          </a:lnRef>
          <a:fillRef idx="0">
            <a:schemeClr val="accent1"/>
          </a:fillRef>
          <a:effectRef idx="2">
            <a:schemeClr val="accent1"/>
          </a:effectRef>
          <a:fontRef idx="minor">
            <a:schemeClr val="tx1"/>
          </a:fontRef>
        </p:style>
      </p:cxnSp>
      <p:sp>
        <p:nvSpPr>
          <p:cNvPr id="25" name="Text Placeholder 14">
            <a:extLst>
              <a:ext uri="{FF2B5EF4-FFF2-40B4-BE49-F238E27FC236}">
                <a16:creationId xmlns:a16="http://schemas.microsoft.com/office/drawing/2014/main" id="{80F2D8EE-F3CB-53D0-8FB1-9CB49CDFED5F}"/>
              </a:ext>
            </a:extLst>
          </p:cNvPr>
          <p:cNvSpPr txBox="1">
            <a:spLocks/>
          </p:cNvSpPr>
          <p:nvPr/>
        </p:nvSpPr>
        <p:spPr>
          <a:xfrm>
            <a:off x="3845083" y="1853031"/>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Leading position underpinned by recurring revenues</a:t>
            </a:r>
          </a:p>
        </p:txBody>
      </p:sp>
      <p:cxnSp>
        <p:nvCxnSpPr>
          <p:cNvPr id="28" name="Straight Connector 27">
            <a:extLst>
              <a:ext uri="{FF2B5EF4-FFF2-40B4-BE49-F238E27FC236}">
                <a16:creationId xmlns:a16="http://schemas.microsoft.com/office/drawing/2014/main" id="{118485EB-2691-6A6F-0ADD-2F04A83BB097}"/>
              </a:ext>
            </a:extLst>
          </p:cNvPr>
          <p:cNvCxnSpPr>
            <a:cxnSpLocks/>
          </p:cNvCxnSpPr>
          <p:nvPr/>
        </p:nvCxnSpPr>
        <p:spPr>
          <a:xfrm>
            <a:off x="8320640" y="2060853"/>
            <a:ext cx="2898628" cy="16426"/>
          </a:xfrm>
          <a:prstGeom prst="line">
            <a:avLst/>
          </a:prstGeom>
        </p:spPr>
        <p:style>
          <a:lnRef idx="3">
            <a:schemeClr val="accent1"/>
          </a:lnRef>
          <a:fillRef idx="0">
            <a:schemeClr val="accent1"/>
          </a:fillRef>
          <a:effectRef idx="2">
            <a:schemeClr val="accent1"/>
          </a:effectRef>
          <a:fontRef idx="minor">
            <a:schemeClr val="tx1"/>
          </a:fontRef>
        </p:style>
      </p:cxnSp>
      <p:sp>
        <p:nvSpPr>
          <p:cNvPr id="30" name="Text Placeholder 14">
            <a:extLst>
              <a:ext uri="{FF2B5EF4-FFF2-40B4-BE49-F238E27FC236}">
                <a16:creationId xmlns:a16="http://schemas.microsoft.com/office/drawing/2014/main" id="{DA358CD1-DFCC-0759-E8DC-E8630A2F372E}"/>
              </a:ext>
            </a:extLst>
          </p:cNvPr>
          <p:cNvSpPr txBox="1">
            <a:spLocks/>
          </p:cNvSpPr>
          <p:nvPr/>
        </p:nvSpPr>
        <p:spPr>
          <a:xfrm>
            <a:off x="8320640" y="1857888"/>
            <a:ext cx="3087590" cy="255312"/>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Experienced executive team</a:t>
            </a:r>
          </a:p>
        </p:txBody>
      </p:sp>
      <p:sp>
        <p:nvSpPr>
          <p:cNvPr id="34" name="Rectangle 33">
            <a:extLst>
              <a:ext uri="{FF2B5EF4-FFF2-40B4-BE49-F238E27FC236}">
                <a16:creationId xmlns:a16="http://schemas.microsoft.com/office/drawing/2014/main" id="{FADBA4B1-BCAB-1596-6208-C22C74289A9C}"/>
              </a:ext>
            </a:extLst>
          </p:cNvPr>
          <p:cNvSpPr/>
          <p:nvPr/>
        </p:nvSpPr>
        <p:spPr>
          <a:xfrm>
            <a:off x="3824541" y="4337324"/>
            <a:ext cx="4173740" cy="199169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1" name="Grunt object 6013847dc3ed13ef841ace6094f5510b-svg">
            <a:extLst>
              <a:ext uri="{FF2B5EF4-FFF2-40B4-BE49-F238E27FC236}">
                <a16:creationId xmlns:a16="http://schemas.microsoft.com/office/drawing/2014/main" id="{D7FA1557-A841-2A4C-36DF-E959D92BD5A2}"/>
              </a:ext>
            </a:extLst>
          </p:cNvPr>
          <p:cNvSpPr/>
          <p:nvPr>
            <p:custDataLst>
              <p:tags r:id="rId3"/>
            </p:custDataLst>
          </p:nvPr>
        </p:nvSpPr>
        <p:spPr>
          <a:xfrm>
            <a:off x="4045687" y="4584461"/>
            <a:ext cx="3754334" cy="1717494"/>
          </a:xfrm>
          <a:prstGeom prst="rect">
            <a:avLst/>
          </a:prstGeom>
          <a:blipFill dpi="0" rotWithShape="1">
            <a:blip>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5" name="Grunt object 611db8fae864e1168c81426dccd4abdd-svg">
            <a:extLst>
              <a:ext uri="{FF2B5EF4-FFF2-40B4-BE49-F238E27FC236}">
                <a16:creationId xmlns:a16="http://schemas.microsoft.com/office/drawing/2014/main" id="{969AF5B6-888A-B30A-690C-7EB0385898F0}"/>
              </a:ext>
            </a:extLst>
          </p:cNvPr>
          <p:cNvSpPr/>
          <p:nvPr>
            <p:custDataLst>
              <p:tags r:id="rId4"/>
            </p:custDataLst>
          </p:nvPr>
        </p:nvSpPr>
        <p:spPr>
          <a:xfrm>
            <a:off x="5828931" y="4337325"/>
            <a:ext cx="2310598" cy="228904"/>
          </a:xfrm>
          <a:prstGeom prst="rect">
            <a:avLst/>
          </a:prstGeom>
          <a:blipFill dpi="0" rotWithShape="1">
            <a:blip>
              <a:extLst>
                <a:ext uri="{96DAC541-7B7A-43D3-8B79-37D633B846F1}">
                  <asvg:svgBlip xmlns:asvg="http://schemas.microsoft.com/office/drawing/2016/SVG/main" r:embed="rId1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8" name="Rectangle 37">
            <a:extLst>
              <a:ext uri="{FF2B5EF4-FFF2-40B4-BE49-F238E27FC236}">
                <a16:creationId xmlns:a16="http://schemas.microsoft.com/office/drawing/2014/main" id="{F6BBB163-2E7C-7933-803B-134A247B8DEE}"/>
              </a:ext>
            </a:extLst>
          </p:cNvPr>
          <p:cNvSpPr/>
          <p:nvPr/>
        </p:nvSpPr>
        <p:spPr>
          <a:xfrm>
            <a:off x="428496" y="4337324"/>
            <a:ext cx="3087590" cy="199169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39" name="Straight Connector 38">
            <a:extLst>
              <a:ext uri="{FF2B5EF4-FFF2-40B4-BE49-F238E27FC236}">
                <a16:creationId xmlns:a16="http://schemas.microsoft.com/office/drawing/2014/main" id="{DAAFCA06-19EE-8747-2901-82525A138DE7}"/>
              </a:ext>
            </a:extLst>
          </p:cNvPr>
          <p:cNvCxnSpPr>
            <a:cxnSpLocks/>
          </p:cNvCxnSpPr>
          <p:nvPr/>
        </p:nvCxnSpPr>
        <p:spPr>
          <a:xfrm>
            <a:off x="428496" y="4269138"/>
            <a:ext cx="289659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1" name="Straight Connector 40">
            <a:extLst>
              <a:ext uri="{FF2B5EF4-FFF2-40B4-BE49-F238E27FC236}">
                <a16:creationId xmlns:a16="http://schemas.microsoft.com/office/drawing/2014/main" id="{FB576634-60C6-21ED-C07C-13818B1E884A}"/>
              </a:ext>
            </a:extLst>
          </p:cNvPr>
          <p:cNvCxnSpPr>
            <a:cxnSpLocks/>
          </p:cNvCxnSpPr>
          <p:nvPr/>
        </p:nvCxnSpPr>
        <p:spPr>
          <a:xfrm>
            <a:off x="3824334" y="4269138"/>
            <a:ext cx="3975687"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43" name="Straight Connector 42">
            <a:extLst>
              <a:ext uri="{FF2B5EF4-FFF2-40B4-BE49-F238E27FC236}">
                <a16:creationId xmlns:a16="http://schemas.microsoft.com/office/drawing/2014/main" id="{0BE1F7C1-C6CC-18D5-D647-192E4113140E}"/>
              </a:ext>
            </a:extLst>
          </p:cNvPr>
          <p:cNvCxnSpPr>
            <a:cxnSpLocks/>
          </p:cNvCxnSpPr>
          <p:nvPr/>
        </p:nvCxnSpPr>
        <p:spPr>
          <a:xfrm>
            <a:off x="8320640" y="4269138"/>
            <a:ext cx="2898628" cy="0"/>
          </a:xfrm>
          <a:prstGeom prst="line">
            <a:avLst/>
          </a:prstGeom>
        </p:spPr>
        <p:style>
          <a:lnRef idx="3">
            <a:schemeClr val="accent1"/>
          </a:lnRef>
          <a:fillRef idx="0">
            <a:schemeClr val="accent1"/>
          </a:fillRef>
          <a:effectRef idx="2">
            <a:schemeClr val="accent1"/>
          </a:effectRef>
          <a:fontRef idx="minor">
            <a:schemeClr val="tx1"/>
          </a:fontRef>
        </p:style>
      </p:cxnSp>
      <p:sp>
        <p:nvSpPr>
          <p:cNvPr id="45" name="Text Placeholder 14">
            <a:extLst>
              <a:ext uri="{FF2B5EF4-FFF2-40B4-BE49-F238E27FC236}">
                <a16:creationId xmlns:a16="http://schemas.microsoft.com/office/drawing/2014/main" id="{B7303341-9B1B-4244-ED6D-D93C4B715F6E}"/>
              </a:ext>
            </a:extLst>
          </p:cNvPr>
          <p:cNvSpPr txBox="1">
            <a:spLocks/>
          </p:cNvSpPr>
          <p:nvPr/>
        </p:nvSpPr>
        <p:spPr>
          <a:xfrm>
            <a:off x="428496" y="4046007"/>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Diversified presence across four Nordic markets</a:t>
            </a:r>
          </a:p>
        </p:txBody>
      </p:sp>
      <p:pic>
        <p:nvPicPr>
          <p:cNvPr id="1026" name="Picture 2" descr="SATS Group – Elkraft">
            <a:extLst>
              <a:ext uri="{FF2B5EF4-FFF2-40B4-BE49-F238E27FC236}">
                <a16:creationId xmlns:a16="http://schemas.microsoft.com/office/drawing/2014/main" id="{1EE7EE2B-AE58-0E51-2C11-C963D256B04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767" y="4425976"/>
            <a:ext cx="1071710" cy="7066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LIXIA | Norvestor">
            <a:extLst>
              <a:ext uri="{FF2B5EF4-FFF2-40B4-BE49-F238E27FC236}">
                <a16:creationId xmlns:a16="http://schemas.microsoft.com/office/drawing/2014/main" id="{66868CD4-3D69-1242-F30A-239D0F3C324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632" y="4735589"/>
            <a:ext cx="2130307" cy="899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lder">
            <a:extLst>
              <a:ext uri="{FF2B5EF4-FFF2-40B4-BE49-F238E27FC236}">
                <a16:creationId xmlns:a16="http://schemas.microsoft.com/office/drawing/2014/main" id="{20E6C8F3-558B-6224-1C06-69D39092E96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7550" y="5327801"/>
            <a:ext cx="860144" cy="736298"/>
          </a:xfrm>
          <a:prstGeom prst="rect">
            <a:avLst/>
          </a:prstGeom>
          <a:noFill/>
          <a:extLst>
            <a:ext uri="{909E8E84-426E-40DD-AFC4-6F175D3DCCD1}">
              <a14:hiddenFill xmlns:a14="http://schemas.microsoft.com/office/drawing/2010/main">
                <a:solidFill>
                  <a:srgbClr val="FFFFFF"/>
                </a:solidFill>
              </a14:hiddenFill>
            </a:ext>
          </a:extLst>
        </p:spPr>
      </p:pic>
      <p:sp>
        <p:nvSpPr>
          <p:cNvPr id="46" name="Text Placeholder 14">
            <a:extLst>
              <a:ext uri="{FF2B5EF4-FFF2-40B4-BE49-F238E27FC236}">
                <a16:creationId xmlns:a16="http://schemas.microsoft.com/office/drawing/2014/main" id="{0459F3E7-0601-EC17-2FBC-811F2FA34D50}"/>
              </a:ext>
            </a:extLst>
          </p:cNvPr>
          <p:cNvSpPr txBox="1">
            <a:spLocks/>
          </p:cNvSpPr>
          <p:nvPr/>
        </p:nvSpPr>
        <p:spPr>
          <a:xfrm>
            <a:off x="3824334" y="4055810"/>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Scaling revenues translating into higher EBIT margins</a:t>
            </a:r>
          </a:p>
        </p:txBody>
      </p:sp>
      <p:sp>
        <p:nvSpPr>
          <p:cNvPr id="47" name="Text Placeholder 14">
            <a:extLst>
              <a:ext uri="{FF2B5EF4-FFF2-40B4-BE49-F238E27FC236}">
                <a16:creationId xmlns:a16="http://schemas.microsoft.com/office/drawing/2014/main" id="{B90FBD28-E493-9EB5-CFB7-57E8BFE429D1}"/>
              </a:ext>
            </a:extLst>
          </p:cNvPr>
          <p:cNvSpPr txBox="1">
            <a:spLocks/>
          </p:cNvSpPr>
          <p:nvPr/>
        </p:nvSpPr>
        <p:spPr>
          <a:xfrm>
            <a:off x="8320640" y="4052858"/>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Improving profitability and returns</a:t>
            </a:r>
          </a:p>
        </p:txBody>
      </p:sp>
      <p:pic>
        <p:nvPicPr>
          <p:cNvPr id="50" name="Picture 49">
            <a:extLst>
              <a:ext uri="{FF2B5EF4-FFF2-40B4-BE49-F238E27FC236}">
                <a16:creationId xmlns:a16="http://schemas.microsoft.com/office/drawing/2014/main" id="{2C403ED5-9E7B-A2ED-BFED-44958A31B4E9}"/>
              </a:ext>
            </a:extLst>
          </p:cNvPr>
          <p:cNvPicPr>
            <a:picLocks noChangeAspect="1"/>
          </p:cNvPicPr>
          <p:nvPr/>
        </p:nvPicPr>
        <p:blipFill>
          <a:blip r:embed="rId15"/>
          <a:srcRect l="23" r="23"/>
          <a:stretch>
            <a:fillRect/>
          </a:stretch>
        </p:blipFill>
        <p:spPr>
          <a:xfrm>
            <a:off x="8489374" y="2175547"/>
            <a:ext cx="605320" cy="661274"/>
          </a:xfrm>
          <a:prstGeom prst="ellipse">
            <a:avLst/>
          </a:prstGeom>
          <a:effectLst/>
        </p:spPr>
      </p:pic>
      <p:pic>
        <p:nvPicPr>
          <p:cNvPr id="54" name="Picture 53">
            <a:extLst>
              <a:ext uri="{FF2B5EF4-FFF2-40B4-BE49-F238E27FC236}">
                <a16:creationId xmlns:a16="http://schemas.microsoft.com/office/drawing/2014/main" id="{EC4C4E90-3FD2-CF4C-1016-E06BDA5656DB}"/>
              </a:ext>
            </a:extLst>
          </p:cNvPr>
          <p:cNvPicPr>
            <a:picLocks noChangeAspect="1"/>
          </p:cNvPicPr>
          <p:nvPr/>
        </p:nvPicPr>
        <p:blipFill>
          <a:blip r:embed="rId16"/>
          <a:stretch>
            <a:fillRect/>
          </a:stretch>
        </p:blipFill>
        <p:spPr>
          <a:xfrm>
            <a:off x="9542420" y="2177657"/>
            <a:ext cx="615342" cy="667908"/>
          </a:xfrm>
          <a:prstGeom prst="ellipse">
            <a:avLst/>
          </a:prstGeom>
        </p:spPr>
      </p:pic>
      <p:pic>
        <p:nvPicPr>
          <p:cNvPr id="55" name="Picture 54">
            <a:extLst>
              <a:ext uri="{FF2B5EF4-FFF2-40B4-BE49-F238E27FC236}">
                <a16:creationId xmlns:a16="http://schemas.microsoft.com/office/drawing/2014/main" id="{112BBE6B-6001-6628-F434-1C4559357ABB}"/>
              </a:ext>
            </a:extLst>
          </p:cNvPr>
          <p:cNvPicPr>
            <a:picLocks noChangeAspect="1"/>
          </p:cNvPicPr>
          <p:nvPr/>
        </p:nvPicPr>
        <p:blipFill>
          <a:blip r:embed="rId17"/>
          <a:stretch>
            <a:fillRect/>
          </a:stretch>
        </p:blipFill>
        <p:spPr>
          <a:xfrm>
            <a:off x="10605488" y="2177657"/>
            <a:ext cx="613780" cy="667908"/>
          </a:xfrm>
          <a:prstGeom prst="ellipse">
            <a:avLst/>
          </a:prstGeom>
        </p:spPr>
      </p:pic>
      <p:sp>
        <p:nvSpPr>
          <p:cNvPr id="56" name="Text Placeholder 14">
            <a:extLst>
              <a:ext uri="{FF2B5EF4-FFF2-40B4-BE49-F238E27FC236}">
                <a16:creationId xmlns:a16="http://schemas.microsoft.com/office/drawing/2014/main" id="{238B9E44-47C5-7B28-3E16-246112644639}"/>
              </a:ext>
            </a:extLst>
          </p:cNvPr>
          <p:cNvSpPr txBox="1">
            <a:spLocks/>
          </p:cNvSpPr>
          <p:nvPr/>
        </p:nvSpPr>
        <p:spPr>
          <a:xfrm>
            <a:off x="8483986" y="2848784"/>
            <a:ext cx="657404" cy="1359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Sondre Gravir</a:t>
            </a:r>
          </a:p>
        </p:txBody>
      </p:sp>
      <p:sp>
        <p:nvSpPr>
          <p:cNvPr id="57" name="Text Placeholder 14">
            <a:extLst>
              <a:ext uri="{FF2B5EF4-FFF2-40B4-BE49-F238E27FC236}">
                <a16:creationId xmlns:a16="http://schemas.microsoft.com/office/drawing/2014/main" id="{A43DFD0D-05C5-968A-22BF-49661DDDDE98}"/>
              </a:ext>
            </a:extLst>
          </p:cNvPr>
          <p:cNvSpPr txBox="1">
            <a:spLocks/>
          </p:cNvSpPr>
          <p:nvPr/>
        </p:nvSpPr>
        <p:spPr>
          <a:xfrm>
            <a:off x="8680912" y="2955448"/>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CEO</a:t>
            </a:r>
          </a:p>
        </p:txBody>
      </p:sp>
      <p:pic>
        <p:nvPicPr>
          <p:cNvPr id="62" name="Picture 61">
            <a:extLst>
              <a:ext uri="{FF2B5EF4-FFF2-40B4-BE49-F238E27FC236}">
                <a16:creationId xmlns:a16="http://schemas.microsoft.com/office/drawing/2014/main" id="{E980928A-2502-E4D4-13E0-B98049AB134D}"/>
              </a:ext>
            </a:extLst>
          </p:cNvPr>
          <p:cNvPicPr>
            <a:picLocks noChangeAspect="1"/>
          </p:cNvPicPr>
          <p:nvPr/>
        </p:nvPicPr>
        <p:blipFill>
          <a:blip r:embed="rId18"/>
          <a:stretch>
            <a:fillRect/>
          </a:stretch>
        </p:blipFill>
        <p:spPr>
          <a:xfrm>
            <a:off x="8484731" y="3070049"/>
            <a:ext cx="614606" cy="640343"/>
          </a:xfrm>
          <a:prstGeom prst="ellipse">
            <a:avLst/>
          </a:prstGeom>
        </p:spPr>
      </p:pic>
      <p:sp>
        <p:nvSpPr>
          <p:cNvPr id="1024" name="Text Placeholder 14">
            <a:extLst>
              <a:ext uri="{FF2B5EF4-FFF2-40B4-BE49-F238E27FC236}">
                <a16:creationId xmlns:a16="http://schemas.microsoft.com/office/drawing/2014/main" id="{8237CD5B-7F54-A260-9A3D-17531498A784}"/>
              </a:ext>
            </a:extLst>
          </p:cNvPr>
          <p:cNvSpPr txBox="1">
            <a:spLocks/>
          </p:cNvSpPr>
          <p:nvPr/>
        </p:nvSpPr>
        <p:spPr>
          <a:xfrm>
            <a:off x="8439971" y="3729410"/>
            <a:ext cx="76810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Torudd Gøystdal</a:t>
            </a:r>
          </a:p>
        </p:txBody>
      </p:sp>
      <p:sp>
        <p:nvSpPr>
          <p:cNvPr id="1025" name="Text Placeholder 14">
            <a:extLst>
              <a:ext uri="{FF2B5EF4-FFF2-40B4-BE49-F238E27FC236}">
                <a16:creationId xmlns:a16="http://schemas.microsoft.com/office/drawing/2014/main" id="{9F4B9C2A-17EB-76E2-3B51-5ACA94079681}"/>
              </a:ext>
            </a:extLst>
          </p:cNvPr>
          <p:cNvSpPr txBox="1">
            <a:spLocks/>
          </p:cNvSpPr>
          <p:nvPr/>
        </p:nvSpPr>
        <p:spPr>
          <a:xfrm>
            <a:off x="8680912" y="3838342"/>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COO</a:t>
            </a:r>
          </a:p>
        </p:txBody>
      </p:sp>
      <p:sp>
        <p:nvSpPr>
          <p:cNvPr id="1027" name="Text Placeholder 14">
            <a:extLst>
              <a:ext uri="{FF2B5EF4-FFF2-40B4-BE49-F238E27FC236}">
                <a16:creationId xmlns:a16="http://schemas.microsoft.com/office/drawing/2014/main" id="{8035F831-A104-BF3B-AB62-B3903951AFA9}"/>
              </a:ext>
            </a:extLst>
          </p:cNvPr>
          <p:cNvSpPr txBox="1">
            <a:spLocks/>
          </p:cNvSpPr>
          <p:nvPr/>
        </p:nvSpPr>
        <p:spPr>
          <a:xfrm>
            <a:off x="9594978" y="2848784"/>
            <a:ext cx="539621" cy="1359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Cecilie Elde</a:t>
            </a:r>
          </a:p>
        </p:txBody>
      </p:sp>
      <p:sp>
        <p:nvSpPr>
          <p:cNvPr id="1029" name="Text Placeholder 14">
            <a:extLst>
              <a:ext uri="{FF2B5EF4-FFF2-40B4-BE49-F238E27FC236}">
                <a16:creationId xmlns:a16="http://schemas.microsoft.com/office/drawing/2014/main" id="{9648A01C-AA2E-0A5C-2D67-E9F006153FEF}"/>
              </a:ext>
            </a:extLst>
          </p:cNvPr>
          <p:cNvSpPr txBox="1">
            <a:spLocks/>
          </p:cNvSpPr>
          <p:nvPr/>
        </p:nvSpPr>
        <p:spPr>
          <a:xfrm>
            <a:off x="9750418" y="2959231"/>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CFO</a:t>
            </a:r>
          </a:p>
        </p:txBody>
      </p:sp>
      <p:sp>
        <p:nvSpPr>
          <p:cNvPr id="1031" name="Text Placeholder 14">
            <a:extLst>
              <a:ext uri="{FF2B5EF4-FFF2-40B4-BE49-F238E27FC236}">
                <a16:creationId xmlns:a16="http://schemas.microsoft.com/office/drawing/2014/main" id="{B57ED7FC-33D2-3E7D-7E6F-913E7DE7BD8C}"/>
              </a:ext>
            </a:extLst>
          </p:cNvPr>
          <p:cNvSpPr txBox="1">
            <a:spLocks/>
          </p:cNvSpPr>
          <p:nvPr/>
        </p:nvSpPr>
        <p:spPr>
          <a:xfrm>
            <a:off x="10605488" y="2853083"/>
            <a:ext cx="613780" cy="112368"/>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Gaute Sandal</a:t>
            </a:r>
          </a:p>
        </p:txBody>
      </p:sp>
      <p:sp>
        <p:nvSpPr>
          <p:cNvPr id="1033" name="Text Placeholder 14">
            <a:extLst>
              <a:ext uri="{FF2B5EF4-FFF2-40B4-BE49-F238E27FC236}">
                <a16:creationId xmlns:a16="http://schemas.microsoft.com/office/drawing/2014/main" id="{3174EC93-F00C-71D4-0F6E-BB73C87FA8FB}"/>
              </a:ext>
            </a:extLst>
          </p:cNvPr>
          <p:cNvSpPr txBox="1">
            <a:spLocks/>
          </p:cNvSpPr>
          <p:nvPr/>
        </p:nvSpPr>
        <p:spPr>
          <a:xfrm>
            <a:off x="10785680" y="2959984"/>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CDO</a:t>
            </a:r>
          </a:p>
        </p:txBody>
      </p:sp>
      <p:pic>
        <p:nvPicPr>
          <p:cNvPr id="1034" name="Picture 1033">
            <a:extLst>
              <a:ext uri="{FF2B5EF4-FFF2-40B4-BE49-F238E27FC236}">
                <a16:creationId xmlns:a16="http://schemas.microsoft.com/office/drawing/2014/main" id="{B861771C-D0F4-C1CE-3AAB-13C66AFFBBBF}"/>
              </a:ext>
            </a:extLst>
          </p:cNvPr>
          <p:cNvPicPr>
            <a:picLocks noChangeAspect="1"/>
          </p:cNvPicPr>
          <p:nvPr/>
        </p:nvPicPr>
        <p:blipFill>
          <a:blip r:embed="rId19"/>
          <a:stretch>
            <a:fillRect/>
          </a:stretch>
        </p:blipFill>
        <p:spPr>
          <a:xfrm>
            <a:off x="9521716" y="3073579"/>
            <a:ext cx="653316" cy="668535"/>
          </a:xfrm>
          <a:prstGeom prst="ellipse">
            <a:avLst/>
          </a:prstGeom>
        </p:spPr>
      </p:pic>
      <p:sp>
        <p:nvSpPr>
          <p:cNvPr id="1035" name="Text Placeholder 14">
            <a:extLst>
              <a:ext uri="{FF2B5EF4-FFF2-40B4-BE49-F238E27FC236}">
                <a16:creationId xmlns:a16="http://schemas.microsoft.com/office/drawing/2014/main" id="{B01BBDA0-47A6-1651-4D3A-1A49C7ED3CB8}"/>
              </a:ext>
            </a:extLst>
          </p:cNvPr>
          <p:cNvSpPr txBox="1">
            <a:spLocks/>
          </p:cNvSpPr>
          <p:nvPr/>
        </p:nvSpPr>
        <p:spPr>
          <a:xfrm>
            <a:off x="9413065" y="3729524"/>
            <a:ext cx="1119627" cy="12765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Ellen Marie Vanberg</a:t>
            </a:r>
          </a:p>
        </p:txBody>
      </p:sp>
      <p:sp>
        <p:nvSpPr>
          <p:cNvPr id="1036" name="Text Placeholder 14">
            <a:extLst>
              <a:ext uri="{FF2B5EF4-FFF2-40B4-BE49-F238E27FC236}">
                <a16:creationId xmlns:a16="http://schemas.microsoft.com/office/drawing/2014/main" id="{A5827516-51DB-E41B-6AF1-CCEAF755F842}"/>
              </a:ext>
            </a:extLst>
          </p:cNvPr>
          <p:cNvSpPr txBox="1">
            <a:spLocks/>
          </p:cNvSpPr>
          <p:nvPr/>
        </p:nvSpPr>
        <p:spPr>
          <a:xfrm>
            <a:off x="9721322" y="3846966"/>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CPO</a:t>
            </a:r>
          </a:p>
        </p:txBody>
      </p:sp>
      <p:pic>
        <p:nvPicPr>
          <p:cNvPr id="1037" name="Picture 1036">
            <a:extLst>
              <a:ext uri="{FF2B5EF4-FFF2-40B4-BE49-F238E27FC236}">
                <a16:creationId xmlns:a16="http://schemas.microsoft.com/office/drawing/2014/main" id="{945C03FE-3A1D-2559-8957-1671972CF17E}"/>
              </a:ext>
            </a:extLst>
          </p:cNvPr>
          <p:cNvPicPr>
            <a:picLocks noChangeAspect="1"/>
          </p:cNvPicPr>
          <p:nvPr/>
        </p:nvPicPr>
        <p:blipFill>
          <a:blip r:embed="rId20"/>
          <a:stretch>
            <a:fillRect/>
          </a:stretch>
        </p:blipFill>
        <p:spPr>
          <a:xfrm>
            <a:off x="10560551" y="3073579"/>
            <a:ext cx="658717" cy="677350"/>
          </a:xfrm>
          <a:prstGeom prst="ellipse">
            <a:avLst/>
          </a:prstGeom>
        </p:spPr>
      </p:pic>
      <p:sp>
        <p:nvSpPr>
          <p:cNvPr id="1041" name="Text Placeholder 14">
            <a:extLst>
              <a:ext uri="{FF2B5EF4-FFF2-40B4-BE49-F238E27FC236}">
                <a16:creationId xmlns:a16="http://schemas.microsoft.com/office/drawing/2014/main" id="{55BA30E6-AFE8-A1A3-1438-99367FD8C707}"/>
              </a:ext>
            </a:extLst>
          </p:cNvPr>
          <p:cNvSpPr txBox="1">
            <a:spLocks/>
          </p:cNvSpPr>
          <p:nvPr/>
        </p:nvSpPr>
        <p:spPr>
          <a:xfrm>
            <a:off x="10785679" y="3844010"/>
            <a:ext cx="286225" cy="13351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CMO</a:t>
            </a:r>
          </a:p>
        </p:txBody>
      </p:sp>
      <p:sp>
        <p:nvSpPr>
          <p:cNvPr id="3" name="Text Placeholder 14">
            <a:extLst>
              <a:ext uri="{FF2B5EF4-FFF2-40B4-BE49-F238E27FC236}">
                <a16:creationId xmlns:a16="http://schemas.microsoft.com/office/drawing/2014/main" id="{780CE8E3-1136-6F71-D7BF-C2560587BF23}"/>
              </a:ext>
            </a:extLst>
          </p:cNvPr>
          <p:cNvSpPr txBox="1">
            <a:spLocks/>
          </p:cNvSpPr>
          <p:nvPr/>
        </p:nvSpPr>
        <p:spPr>
          <a:xfrm>
            <a:off x="10461036" y="3731243"/>
            <a:ext cx="857746" cy="12765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a:t>Mia Lund Hanusek</a:t>
            </a:r>
          </a:p>
        </p:txBody>
      </p:sp>
      <p:sp>
        <p:nvSpPr>
          <p:cNvPr id="5" name="Grunt object 73f2bedd56b4010172527cd2592d20cc-svg">
            <a:extLst>
              <a:ext uri="{FF2B5EF4-FFF2-40B4-BE49-F238E27FC236}">
                <a16:creationId xmlns:a16="http://schemas.microsoft.com/office/drawing/2014/main" id="{C54ECC9D-F983-C876-07B4-380E00E0E064}"/>
              </a:ext>
            </a:extLst>
          </p:cNvPr>
          <p:cNvSpPr/>
          <p:nvPr>
            <p:custDataLst>
              <p:tags r:id="rId5"/>
            </p:custDataLst>
          </p:nvPr>
        </p:nvSpPr>
        <p:spPr>
          <a:xfrm>
            <a:off x="1744376" y="4377224"/>
            <a:ext cx="1668125" cy="1734404"/>
          </a:xfrm>
          <a:prstGeom prst="rect">
            <a:avLst/>
          </a:prstGeom>
          <a:blipFill dpi="0" rotWithShape="1">
            <a:blip>
              <a:extLst>
                <a:ext uri="{96DAC541-7B7A-43D3-8B79-37D633B846F1}">
                  <asvg:svgBlip xmlns:asvg="http://schemas.microsoft.com/office/drawing/2016/SVG/main" r:embed="rId2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8" name="Text Placeholder 14">
            <a:extLst>
              <a:ext uri="{FF2B5EF4-FFF2-40B4-BE49-F238E27FC236}">
                <a16:creationId xmlns:a16="http://schemas.microsoft.com/office/drawing/2014/main" id="{FFB472D7-5CA2-846B-7D7F-5042E4467E68}"/>
              </a:ext>
            </a:extLst>
          </p:cNvPr>
          <p:cNvSpPr txBox="1">
            <a:spLocks/>
          </p:cNvSpPr>
          <p:nvPr/>
        </p:nvSpPr>
        <p:spPr>
          <a:xfrm>
            <a:off x="2342354" y="5173531"/>
            <a:ext cx="533828" cy="162109"/>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5.5 NOKb</a:t>
            </a:r>
          </a:p>
        </p:txBody>
      </p:sp>
      <p:sp>
        <p:nvSpPr>
          <p:cNvPr id="22" name="Rectangle 21">
            <a:extLst>
              <a:ext uri="{FF2B5EF4-FFF2-40B4-BE49-F238E27FC236}">
                <a16:creationId xmlns:a16="http://schemas.microsoft.com/office/drawing/2014/main" id="{6220C057-57B5-F726-F0B5-95A4B0CE3EEF}"/>
              </a:ext>
            </a:extLst>
          </p:cNvPr>
          <p:cNvSpPr/>
          <p:nvPr/>
        </p:nvSpPr>
        <p:spPr>
          <a:xfrm>
            <a:off x="3412501" y="1962346"/>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1</a:t>
            </a:r>
          </a:p>
        </p:txBody>
      </p:sp>
      <p:sp>
        <p:nvSpPr>
          <p:cNvPr id="24" name="Rectangle 23">
            <a:extLst>
              <a:ext uri="{FF2B5EF4-FFF2-40B4-BE49-F238E27FC236}">
                <a16:creationId xmlns:a16="http://schemas.microsoft.com/office/drawing/2014/main" id="{9E378B50-0B8E-3185-5971-B95DD8EB944E}"/>
              </a:ext>
            </a:extLst>
          </p:cNvPr>
          <p:cNvSpPr/>
          <p:nvPr/>
        </p:nvSpPr>
        <p:spPr>
          <a:xfrm>
            <a:off x="7883224" y="1962346"/>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2</a:t>
            </a:r>
          </a:p>
        </p:txBody>
      </p:sp>
      <p:sp>
        <p:nvSpPr>
          <p:cNvPr id="26" name="Rectangle 25">
            <a:extLst>
              <a:ext uri="{FF2B5EF4-FFF2-40B4-BE49-F238E27FC236}">
                <a16:creationId xmlns:a16="http://schemas.microsoft.com/office/drawing/2014/main" id="{12BC7737-19D1-74AF-0D90-E1ECC971D0AB}"/>
              </a:ext>
            </a:extLst>
          </p:cNvPr>
          <p:cNvSpPr/>
          <p:nvPr/>
        </p:nvSpPr>
        <p:spPr>
          <a:xfrm>
            <a:off x="11306072" y="1964291"/>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3</a:t>
            </a:r>
          </a:p>
        </p:txBody>
      </p:sp>
      <p:sp>
        <p:nvSpPr>
          <p:cNvPr id="27" name="Rectangle 26">
            <a:extLst>
              <a:ext uri="{FF2B5EF4-FFF2-40B4-BE49-F238E27FC236}">
                <a16:creationId xmlns:a16="http://schemas.microsoft.com/office/drawing/2014/main" id="{F905904D-85E4-97AE-08C2-5518445A52DA}"/>
              </a:ext>
            </a:extLst>
          </p:cNvPr>
          <p:cNvSpPr/>
          <p:nvPr/>
        </p:nvSpPr>
        <p:spPr>
          <a:xfrm>
            <a:off x="3412501" y="4157057"/>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4</a:t>
            </a:r>
          </a:p>
        </p:txBody>
      </p:sp>
      <p:sp>
        <p:nvSpPr>
          <p:cNvPr id="33" name="Rectangle 32">
            <a:extLst>
              <a:ext uri="{FF2B5EF4-FFF2-40B4-BE49-F238E27FC236}">
                <a16:creationId xmlns:a16="http://schemas.microsoft.com/office/drawing/2014/main" id="{9650B357-ADAA-F817-89FB-02B6470BBF85}"/>
              </a:ext>
            </a:extLst>
          </p:cNvPr>
          <p:cNvSpPr/>
          <p:nvPr/>
        </p:nvSpPr>
        <p:spPr>
          <a:xfrm>
            <a:off x="7883224" y="4151645"/>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5</a:t>
            </a:r>
          </a:p>
        </p:txBody>
      </p:sp>
      <p:sp>
        <p:nvSpPr>
          <p:cNvPr id="8" name="Grunt object 72cd3074717749cc891484cee9a957c5-svg">
            <a:extLst>
              <a:ext uri="{FF2B5EF4-FFF2-40B4-BE49-F238E27FC236}">
                <a16:creationId xmlns:a16="http://schemas.microsoft.com/office/drawing/2014/main" id="{26DE1755-9642-B9B4-D6A0-0218BE146253}"/>
              </a:ext>
            </a:extLst>
          </p:cNvPr>
          <p:cNvSpPr/>
          <p:nvPr>
            <p:custDataLst>
              <p:tags r:id="rId6"/>
            </p:custDataLst>
          </p:nvPr>
        </p:nvSpPr>
        <p:spPr>
          <a:xfrm>
            <a:off x="642973" y="6078248"/>
            <a:ext cx="2769528" cy="301573"/>
          </a:xfrm>
          <a:prstGeom prst="rect">
            <a:avLst/>
          </a:prstGeom>
          <a:blipFill dpi="0" rotWithShape="1">
            <a:blip>
              <a:extLst>
                <a:ext uri="{96DAC541-7B7A-43D3-8B79-37D633B846F1}">
                  <asvg:svgBlip xmlns:asvg="http://schemas.microsoft.com/office/drawing/2016/SVG/main" r:embed="rId22"/>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20" name="Rectangle 19">
            <a:extLst>
              <a:ext uri="{FF2B5EF4-FFF2-40B4-BE49-F238E27FC236}">
                <a16:creationId xmlns:a16="http://schemas.microsoft.com/office/drawing/2014/main" id="{2FB1BC72-0D2B-42E0-1E12-CC97977E6AAF}"/>
              </a:ext>
            </a:extLst>
          </p:cNvPr>
          <p:cNvSpPr/>
          <p:nvPr/>
        </p:nvSpPr>
        <p:spPr>
          <a:xfrm>
            <a:off x="8320640" y="4337166"/>
            <a:ext cx="3059853" cy="199185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7" name="Rectangle 36">
            <a:extLst>
              <a:ext uri="{FF2B5EF4-FFF2-40B4-BE49-F238E27FC236}">
                <a16:creationId xmlns:a16="http://schemas.microsoft.com/office/drawing/2014/main" id="{06724A58-BDA1-DDA5-88E2-53584AFC5D08}"/>
              </a:ext>
            </a:extLst>
          </p:cNvPr>
          <p:cNvSpPr/>
          <p:nvPr/>
        </p:nvSpPr>
        <p:spPr>
          <a:xfrm>
            <a:off x="11306072" y="4149853"/>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6</a:t>
            </a:r>
          </a:p>
        </p:txBody>
      </p:sp>
      <p:sp>
        <p:nvSpPr>
          <p:cNvPr id="29" name="Rectangle 28">
            <a:extLst>
              <a:ext uri="{FF2B5EF4-FFF2-40B4-BE49-F238E27FC236}">
                <a16:creationId xmlns:a16="http://schemas.microsoft.com/office/drawing/2014/main" id="{5C9869F1-0DDC-A40A-287F-1546C7179173}"/>
              </a:ext>
            </a:extLst>
          </p:cNvPr>
          <p:cNvSpPr/>
          <p:nvPr/>
        </p:nvSpPr>
        <p:spPr>
          <a:xfrm>
            <a:off x="8320443" y="4334386"/>
            <a:ext cx="3059852" cy="2314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eaLnBrk="1" fontAlgn="auto" latinLnBrk="0" hangingPunct="1">
              <a:lnSpc>
                <a:spcPct val="120000"/>
              </a:lnSpc>
              <a:spcBef>
                <a:spcPts val="200"/>
              </a:spcBef>
              <a:spcAft>
                <a:spcPts val="300"/>
              </a:spcAft>
              <a:buClr>
                <a:srgbClr val="003255"/>
              </a:buClr>
              <a:buSzPct val="125000"/>
              <a:tabLst/>
              <a:defRPr/>
            </a:pPr>
            <a:endParaRPr kumimoji="0" lang="en-GB" sz="1200" i="0" u="none" strike="noStrike" kern="0" cap="none" spc="0" normalizeH="0" baseline="0" noProof="0">
              <a:ln>
                <a:noFill/>
              </a:ln>
              <a:solidFill>
                <a:srgbClr val="FFFFFF"/>
              </a:solidFill>
              <a:effectLst/>
              <a:uLnTx/>
              <a:uFillTx/>
              <a:latin typeface="Arial Nova"/>
              <a:ea typeface="+mn-ea"/>
              <a:cs typeface="+mn-cs"/>
            </a:endParaRPr>
          </a:p>
        </p:txBody>
      </p:sp>
      <p:sp>
        <p:nvSpPr>
          <p:cNvPr id="4" name="Grunt object d4a76dd968a966a4255511028b0d38da-svg">
            <a:extLst>
              <a:ext uri="{FF2B5EF4-FFF2-40B4-BE49-F238E27FC236}">
                <a16:creationId xmlns:a16="http://schemas.microsoft.com/office/drawing/2014/main" id="{41D03D35-B58B-615C-8684-F8F9C69D0EA7}"/>
              </a:ext>
            </a:extLst>
          </p:cNvPr>
          <p:cNvSpPr/>
          <p:nvPr>
            <p:custDataLst>
              <p:tags r:id="rId7"/>
            </p:custDataLst>
          </p:nvPr>
        </p:nvSpPr>
        <p:spPr>
          <a:xfrm>
            <a:off x="8744772" y="4304468"/>
            <a:ext cx="2661131" cy="2037253"/>
          </a:xfrm>
          <a:prstGeom prst="rect">
            <a:avLst/>
          </a:prstGeom>
          <a:blipFill dpi="0" rotWithShape="1">
            <a:blip>
              <a:extLst>
                <a:ext uri="{96DAC541-7B7A-43D3-8B79-37D633B846F1}">
                  <asvg:svgBlip xmlns:asvg="http://schemas.microsoft.com/office/drawing/2016/SVG/main" r:embed="rId23"/>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2" name="TextBox 31">
            <a:extLst>
              <a:ext uri="{FF2B5EF4-FFF2-40B4-BE49-F238E27FC236}">
                <a16:creationId xmlns:a16="http://schemas.microsoft.com/office/drawing/2014/main" id="{6929F97A-095E-6791-1B2A-FA889DFBC7A6}"/>
              </a:ext>
            </a:extLst>
          </p:cNvPr>
          <p:cNvSpPr txBox="1"/>
          <p:nvPr/>
        </p:nvSpPr>
        <p:spPr>
          <a:xfrm>
            <a:off x="8267511" y="4352795"/>
            <a:ext cx="685224" cy="215444"/>
          </a:xfrm>
          <a:prstGeom prst="rect">
            <a:avLst/>
          </a:prstGeom>
          <a:noFill/>
        </p:spPr>
        <p:txBody>
          <a:bodyPr wrap="square" rtlCol="0">
            <a:spAutoFit/>
          </a:bodyPr>
          <a:lstStyle/>
          <a:p>
            <a:pPr marL="144000" indent="-144000" algn="l"/>
            <a:r>
              <a:rPr lang="en-NO" sz="800" b="1">
                <a:solidFill>
                  <a:schemeClr val="bg1"/>
                </a:solidFill>
              </a:rPr>
              <a:t>Ratios</a:t>
            </a:r>
            <a:endParaRPr lang="en-NO" sz="800" b="1">
              <a:solidFill>
                <a:schemeClr val="bg1"/>
              </a:solidFill>
              <a:latin typeface="+mn-lt"/>
            </a:endParaRPr>
          </a:p>
        </p:txBody>
      </p:sp>
      <p:sp>
        <p:nvSpPr>
          <p:cNvPr id="44" name="TextBox 43">
            <a:extLst>
              <a:ext uri="{FF2B5EF4-FFF2-40B4-BE49-F238E27FC236}">
                <a16:creationId xmlns:a16="http://schemas.microsoft.com/office/drawing/2014/main" id="{C7BE1684-A1F2-5962-6F76-C282B252E26D}"/>
              </a:ext>
            </a:extLst>
          </p:cNvPr>
          <p:cNvSpPr txBox="1"/>
          <p:nvPr/>
        </p:nvSpPr>
        <p:spPr>
          <a:xfrm>
            <a:off x="8266199" y="4724722"/>
            <a:ext cx="864654" cy="200055"/>
          </a:xfrm>
          <a:prstGeom prst="rect">
            <a:avLst/>
          </a:prstGeom>
          <a:noFill/>
        </p:spPr>
        <p:txBody>
          <a:bodyPr wrap="square" rtlCol="0">
            <a:spAutoFit/>
          </a:bodyPr>
          <a:lstStyle/>
          <a:p>
            <a:pPr marL="144000" indent="-144000" algn="l"/>
            <a:r>
              <a:rPr lang="en-NO" sz="700" b="1"/>
              <a:t>EBITDA %</a:t>
            </a:r>
            <a:endParaRPr lang="en-NO" sz="700" b="1">
              <a:latin typeface="+mn-lt"/>
            </a:endParaRPr>
          </a:p>
        </p:txBody>
      </p:sp>
      <p:sp>
        <p:nvSpPr>
          <p:cNvPr id="48" name="TextBox 47">
            <a:extLst>
              <a:ext uri="{FF2B5EF4-FFF2-40B4-BE49-F238E27FC236}">
                <a16:creationId xmlns:a16="http://schemas.microsoft.com/office/drawing/2014/main" id="{E3BE402F-4F72-0012-82A7-0D5626D04EA5}"/>
              </a:ext>
            </a:extLst>
          </p:cNvPr>
          <p:cNvSpPr txBox="1"/>
          <p:nvPr/>
        </p:nvSpPr>
        <p:spPr>
          <a:xfrm>
            <a:off x="8260311" y="5062299"/>
            <a:ext cx="749973" cy="200055"/>
          </a:xfrm>
          <a:prstGeom prst="rect">
            <a:avLst/>
          </a:prstGeom>
          <a:noFill/>
        </p:spPr>
        <p:txBody>
          <a:bodyPr wrap="square" rtlCol="0">
            <a:spAutoFit/>
          </a:bodyPr>
          <a:lstStyle/>
          <a:p>
            <a:pPr marL="144000" indent="-144000" algn="l"/>
            <a:r>
              <a:rPr lang="en-NO" sz="700" b="1"/>
              <a:t>EBIT %</a:t>
            </a:r>
            <a:endParaRPr lang="en-NO" sz="700" b="1">
              <a:latin typeface="+mn-lt"/>
            </a:endParaRPr>
          </a:p>
        </p:txBody>
      </p:sp>
      <p:sp>
        <p:nvSpPr>
          <p:cNvPr id="49" name="TextBox 48">
            <a:extLst>
              <a:ext uri="{FF2B5EF4-FFF2-40B4-BE49-F238E27FC236}">
                <a16:creationId xmlns:a16="http://schemas.microsoft.com/office/drawing/2014/main" id="{9681C2C6-26B8-D94B-FDB4-4E504A2EF2C8}"/>
              </a:ext>
            </a:extLst>
          </p:cNvPr>
          <p:cNvSpPr txBox="1"/>
          <p:nvPr/>
        </p:nvSpPr>
        <p:spPr>
          <a:xfrm>
            <a:off x="8260311" y="5403666"/>
            <a:ext cx="749973" cy="200055"/>
          </a:xfrm>
          <a:prstGeom prst="rect">
            <a:avLst/>
          </a:prstGeom>
          <a:noFill/>
        </p:spPr>
        <p:txBody>
          <a:bodyPr wrap="square" rtlCol="0">
            <a:spAutoFit/>
          </a:bodyPr>
          <a:lstStyle/>
          <a:p>
            <a:pPr marL="144000" indent="-144000" algn="l"/>
            <a:r>
              <a:rPr lang="en-NO" sz="700" b="1"/>
              <a:t>ROE</a:t>
            </a:r>
            <a:endParaRPr lang="en-NO" sz="700" b="1">
              <a:latin typeface="+mn-lt"/>
            </a:endParaRPr>
          </a:p>
        </p:txBody>
      </p:sp>
      <p:sp>
        <p:nvSpPr>
          <p:cNvPr id="51" name="TextBox 50">
            <a:extLst>
              <a:ext uri="{FF2B5EF4-FFF2-40B4-BE49-F238E27FC236}">
                <a16:creationId xmlns:a16="http://schemas.microsoft.com/office/drawing/2014/main" id="{AC10DD42-B409-5E70-9E70-21BA6384CF8A}"/>
              </a:ext>
            </a:extLst>
          </p:cNvPr>
          <p:cNvSpPr txBox="1"/>
          <p:nvPr/>
        </p:nvSpPr>
        <p:spPr>
          <a:xfrm>
            <a:off x="8262286" y="5755600"/>
            <a:ext cx="749973" cy="200055"/>
          </a:xfrm>
          <a:prstGeom prst="rect">
            <a:avLst/>
          </a:prstGeom>
          <a:noFill/>
        </p:spPr>
        <p:txBody>
          <a:bodyPr wrap="square" rtlCol="0">
            <a:spAutoFit/>
          </a:bodyPr>
          <a:lstStyle/>
          <a:p>
            <a:pPr marL="144000" indent="-144000" algn="l"/>
            <a:r>
              <a:rPr lang="en-NO" sz="700" b="1">
                <a:latin typeface="+mn-lt"/>
              </a:rPr>
              <a:t>ROIC</a:t>
            </a:r>
          </a:p>
        </p:txBody>
      </p:sp>
      <p:sp>
        <p:nvSpPr>
          <p:cNvPr id="53" name="TextBox 52">
            <a:extLst>
              <a:ext uri="{FF2B5EF4-FFF2-40B4-BE49-F238E27FC236}">
                <a16:creationId xmlns:a16="http://schemas.microsoft.com/office/drawing/2014/main" id="{8AC1C07E-512E-E37F-8719-C9D780994EBD}"/>
              </a:ext>
            </a:extLst>
          </p:cNvPr>
          <p:cNvSpPr txBox="1"/>
          <p:nvPr/>
        </p:nvSpPr>
        <p:spPr>
          <a:xfrm>
            <a:off x="8256923" y="6080336"/>
            <a:ext cx="749973" cy="200055"/>
          </a:xfrm>
          <a:prstGeom prst="rect">
            <a:avLst/>
          </a:prstGeom>
          <a:noFill/>
        </p:spPr>
        <p:txBody>
          <a:bodyPr wrap="square" rtlCol="0">
            <a:spAutoFit/>
          </a:bodyPr>
          <a:lstStyle/>
          <a:p>
            <a:pPr marL="144000" indent="-144000" algn="l"/>
            <a:r>
              <a:rPr lang="en-NO" sz="700" b="1"/>
              <a:t>UFCF Yield</a:t>
            </a:r>
            <a:endParaRPr lang="en-NO" sz="700" b="1">
              <a:latin typeface="+mn-lt"/>
            </a:endParaRPr>
          </a:p>
        </p:txBody>
      </p:sp>
      <p:sp>
        <p:nvSpPr>
          <p:cNvPr id="59" name="Text Placeholder 14">
            <a:extLst>
              <a:ext uri="{FF2B5EF4-FFF2-40B4-BE49-F238E27FC236}">
                <a16:creationId xmlns:a16="http://schemas.microsoft.com/office/drawing/2014/main" id="{E69EC896-495D-F3F8-880D-B78815F438FB}"/>
              </a:ext>
            </a:extLst>
          </p:cNvPr>
          <p:cNvSpPr txBox="1">
            <a:spLocks/>
          </p:cNvSpPr>
          <p:nvPr/>
        </p:nvSpPr>
        <p:spPr>
          <a:xfrm>
            <a:off x="3906507" y="4395287"/>
            <a:ext cx="566389" cy="207845"/>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NOKm </a:t>
            </a:r>
          </a:p>
        </p:txBody>
      </p:sp>
      <p:cxnSp>
        <p:nvCxnSpPr>
          <p:cNvPr id="36" name="Straight Connector 35">
            <a:extLst>
              <a:ext uri="{FF2B5EF4-FFF2-40B4-BE49-F238E27FC236}">
                <a16:creationId xmlns:a16="http://schemas.microsoft.com/office/drawing/2014/main" id="{0676096D-2444-1DDE-ECD5-111A10C9DE8A}"/>
              </a:ext>
            </a:extLst>
          </p:cNvPr>
          <p:cNvCxnSpPr>
            <a:cxnSpLocks/>
          </p:cNvCxnSpPr>
          <p:nvPr/>
        </p:nvCxnSpPr>
        <p:spPr>
          <a:xfrm>
            <a:off x="10284059" y="4603133"/>
            <a:ext cx="0" cy="1699613"/>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2" name="Picture 2" descr="SATS Group – Elkraft">
            <a:extLst>
              <a:ext uri="{FF2B5EF4-FFF2-40B4-BE49-F238E27FC236}">
                <a16:creationId xmlns:a16="http://schemas.microsoft.com/office/drawing/2014/main" id="{48AFF94D-0BD6-BCE1-BA13-4FD65B7CED7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72639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DCE97B8-AA68-8009-6C0C-176500E2B610}"/>
              </a:ext>
            </a:extLst>
          </p:cNvPr>
          <p:cNvSpPr>
            <a:spLocks noGrp="1"/>
          </p:cNvSpPr>
          <p:nvPr>
            <p:ph type="body" sz="quarter" idx="11"/>
          </p:nvPr>
        </p:nvSpPr>
        <p:spPr>
          <a:xfrm>
            <a:off x="428496" y="922973"/>
            <a:ext cx="8839682" cy="204121"/>
          </a:xfrm>
        </p:spPr>
        <p:txBody>
          <a:bodyPr>
            <a:normAutofit fontScale="92500"/>
          </a:bodyPr>
          <a:lstStyle/>
          <a:p>
            <a:r>
              <a:rPr lang="en-GB"/>
              <a:t>Supportive macro environment and structural demand underpin Nordic fitness growth</a:t>
            </a:r>
          </a:p>
        </p:txBody>
      </p:sp>
      <p:sp>
        <p:nvSpPr>
          <p:cNvPr id="14" name="Title 13">
            <a:extLst>
              <a:ext uri="{FF2B5EF4-FFF2-40B4-BE49-F238E27FC236}">
                <a16:creationId xmlns:a16="http://schemas.microsoft.com/office/drawing/2014/main" id="{D6A62673-4028-68BD-E8EA-914FB964B023}"/>
              </a:ext>
            </a:extLst>
          </p:cNvPr>
          <p:cNvSpPr>
            <a:spLocks noGrp="1"/>
          </p:cNvSpPr>
          <p:nvPr>
            <p:ph type="title"/>
          </p:nvPr>
        </p:nvSpPr>
        <p:spPr/>
        <p:txBody>
          <a:bodyPr/>
          <a:lstStyle/>
          <a:p>
            <a:r>
              <a:rPr lang="en-GB"/>
              <a:t>Market Overview </a:t>
            </a:r>
          </a:p>
        </p:txBody>
      </p:sp>
      <p:sp>
        <p:nvSpPr>
          <p:cNvPr id="17" name="Text Placeholder 16">
            <a:extLst>
              <a:ext uri="{FF2B5EF4-FFF2-40B4-BE49-F238E27FC236}">
                <a16:creationId xmlns:a16="http://schemas.microsoft.com/office/drawing/2014/main" id="{4B84ADCC-ADB6-9268-11D8-B7840AA8DCED}"/>
              </a:ext>
            </a:extLst>
          </p:cNvPr>
          <p:cNvSpPr>
            <a:spLocks noGrp="1"/>
          </p:cNvSpPr>
          <p:nvPr>
            <p:ph type="body" sz="quarter" idx="13"/>
          </p:nvPr>
        </p:nvSpPr>
        <p:spPr>
          <a:xfrm>
            <a:off x="433120" y="179210"/>
            <a:ext cx="5449846" cy="204121"/>
          </a:xfrm>
        </p:spPr>
        <p:txBody>
          <a:bodyPr/>
          <a:lstStyle/>
          <a:p>
            <a:r>
              <a:rPr lang="en-US" noProof="1"/>
              <a:t>#2 Long-term Health and Lifestyle Trends Underpin Fitness Demand</a:t>
            </a:r>
          </a:p>
        </p:txBody>
      </p:sp>
      <p:sp>
        <p:nvSpPr>
          <p:cNvPr id="16" name="Text Placeholder 15">
            <a:extLst>
              <a:ext uri="{FF2B5EF4-FFF2-40B4-BE49-F238E27FC236}">
                <a16:creationId xmlns:a16="http://schemas.microsoft.com/office/drawing/2014/main" id="{176562D2-7589-96B8-5B9E-C6358737E4C5}"/>
              </a:ext>
            </a:extLst>
          </p:cNvPr>
          <p:cNvSpPr>
            <a:spLocks noGrp="1"/>
          </p:cNvSpPr>
          <p:nvPr>
            <p:ph type="body" sz="quarter" idx="12"/>
          </p:nvPr>
        </p:nvSpPr>
        <p:spPr/>
        <p:txBody>
          <a:bodyPr/>
          <a:lstStyle/>
          <a:p>
            <a:r>
              <a:rPr lang="en-GB"/>
              <a:t>Sources: Economic Mind, Company Financial Reports, SSB, Norges Bank, Treningsindustrien, SLME Advisory Estimates</a:t>
            </a:r>
          </a:p>
          <a:p>
            <a:r>
              <a:rPr lang="en-GB"/>
              <a:t>Note: (1) 2024A based on official data from SSB. 2025E reflects Norges Bank estimates. 2026–2028F based on Norges Bank projections and extended using a normalized macro assumption. (4) “Other” includes EVO Fitness, MOVA, Feel24 and additional smaller operators.</a:t>
            </a:r>
          </a:p>
        </p:txBody>
      </p:sp>
      <p:pic>
        <p:nvPicPr>
          <p:cNvPr id="2" name="Picture 2" descr="SATS Group – Elkraft">
            <a:extLst>
              <a:ext uri="{FF2B5EF4-FFF2-40B4-BE49-F238E27FC236}">
                <a16:creationId xmlns:a16="http://schemas.microsoft.com/office/drawing/2014/main" id="{70111973-1995-A81F-2BD2-3D9FF28723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A46C06C-17FA-3699-CB80-B437D5EF857C}"/>
              </a:ext>
            </a:extLst>
          </p:cNvPr>
          <p:cNvSpPr/>
          <p:nvPr/>
        </p:nvSpPr>
        <p:spPr>
          <a:xfrm>
            <a:off x="428496" y="4196994"/>
            <a:ext cx="3407234" cy="21312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5" name="Rectangle 4">
            <a:extLst>
              <a:ext uri="{FF2B5EF4-FFF2-40B4-BE49-F238E27FC236}">
                <a16:creationId xmlns:a16="http://schemas.microsoft.com/office/drawing/2014/main" id="{43F9D689-959D-31B2-B89E-027016072B47}"/>
              </a:ext>
            </a:extLst>
          </p:cNvPr>
          <p:cNvSpPr/>
          <p:nvPr/>
        </p:nvSpPr>
        <p:spPr>
          <a:xfrm>
            <a:off x="428496" y="1527106"/>
            <a:ext cx="3407234" cy="21312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7" name="Rectangle 6">
            <a:extLst>
              <a:ext uri="{FF2B5EF4-FFF2-40B4-BE49-F238E27FC236}">
                <a16:creationId xmlns:a16="http://schemas.microsoft.com/office/drawing/2014/main" id="{A81AA6B8-BFEC-BB4B-E8D3-B323ECD30FF7}"/>
              </a:ext>
            </a:extLst>
          </p:cNvPr>
          <p:cNvSpPr/>
          <p:nvPr/>
        </p:nvSpPr>
        <p:spPr>
          <a:xfrm>
            <a:off x="4274122" y="1527106"/>
            <a:ext cx="3407234" cy="21312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8" name="Rectangle 7">
            <a:extLst>
              <a:ext uri="{FF2B5EF4-FFF2-40B4-BE49-F238E27FC236}">
                <a16:creationId xmlns:a16="http://schemas.microsoft.com/office/drawing/2014/main" id="{BCF3A081-2567-7E77-DF5C-BC1581B21CF1}"/>
              </a:ext>
            </a:extLst>
          </p:cNvPr>
          <p:cNvSpPr/>
          <p:nvPr/>
        </p:nvSpPr>
        <p:spPr>
          <a:xfrm>
            <a:off x="4274122" y="4196994"/>
            <a:ext cx="3407234" cy="21312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9" name="Straight Connector 8">
            <a:extLst>
              <a:ext uri="{FF2B5EF4-FFF2-40B4-BE49-F238E27FC236}">
                <a16:creationId xmlns:a16="http://schemas.microsoft.com/office/drawing/2014/main" id="{2A21C298-AED4-6F7E-1659-BCDB9A33FFD0}"/>
              </a:ext>
            </a:extLst>
          </p:cNvPr>
          <p:cNvCxnSpPr>
            <a:cxnSpLocks/>
          </p:cNvCxnSpPr>
          <p:nvPr/>
        </p:nvCxnSpPr>
        <p:spPr>
          <a:xfrm>
            <a:off x="428496" y="1424136"/>
            <a:ext cx="315785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Straight Connector 10">
            <a:extLst>
              <a:ext uri="{FF2B5EF4-FFF2-40B4-BE49-F238E27FC236}">
                <a16:creationId xmlns:a16="http://schemas.microsoft.com/office/drawing/2014/main" id="{006FBB29-CC91-1A4F-8E60-6D0926ACA4AC}"/>
              </a:ext>
            </a:extLst>
          </p:cNvPr>
          <p:cNvCxnSpPr>
            <a:cxnSpLocks/>
          </p:cNvCxnSpPr>
          <p:nvPr/>
        </p:nvCxnSpPr>
        <p:spPr>
          <a:xfrm>
            <a:off x="4274122" y="1424136"/>
            <a:ext cx="314795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440CA566-3766-307E-A672-A2D594560B60}"/>
              </a:ext>
            </a:extLst>
          </p:cNvPr>
          <p:cNvCxnSpPr>
            <a:cxnSpLocks/>
          </p:cNvCxnSpPr>
          <p:nvPr/>
        </p:nvCxnSpPr>
        <p:spPr>
          <a:xfrm>
            <a:off x="428496" y="4082229"/>
            <a:ext cx="315785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3" name="Straight Connector 12">
            <a:extLst>
              <a:ext uri="{FF2B5EF4-FFF2-40B4-BE49-F238E27FC236}">
                <a16:creationId xmlns:a16="http://schemas.microsoft.com/office/drawing/2014/main" id="{2BC57642-A86C-D905-B81C-00C562E5B902}"/>
              </a:ext>
            </a:extLst>
          </p:cNvPr>
          <p:cNvCxnSpPr>
            <a:cxnSpLocks/>
          </p:cNvCxnSpPr>
          <p:nvPr/>
        </p:nvCxnSpPr>
        <p:spPr>
          <a:xfrm>
            <a:off x="4274122" y="4082229"/>
            <a:ext cx="3147956" cy="0"/>
          </a:xfrm>
          <a:prstGeom prst="line">
            <a:avLst/>
          </a:prstGeom>
        </p:spPr>
        <p:style>
          <a:lnRef idx="3">
            <a:schemeClr val="accent1"/>
          </a:lnRef>
          <a:fillRef idx="0">
            <a:schemeClr val="accent1"/>
          </a:fillRef>
          <a:effectRef idx="2">
            <a:schemeClr val="accent1"/>
          </a:effectRef>
          <a:fontRef idx="minor">
            <a:schemeClr val="tx1"/>
          </a:fontRef>
        </p:style>
      </p:cxnSp>
      <p:sp>
        <p:nvSpPr>
          <p:cNvPr id="18" name="Rectangle 17">
            <a:extLst>
              <a:ext uri="{FF2B5EF4-FFF2-40B4-BE49-F238E27FC236}">
                <a16:creationId xmlns:a16="http://schemas.microsoft.com/office/drawing/2014/main" id="{2A32A9DB-BF16-F5AC-7638-1A6426FB0E99}"/>
              </a:ext>
            </a:extLst>
          </p:cNvPr>
          <p:cNvSpPr/>
          <p:nvPr/>
        </p:nvSpPr>
        <p:spPr>
          <a:xfrm>
            <a:off x="3731983" y="1292149"/>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1</a:t>
            </a:r>
          </a:p>
        </p:txBody>
      </p:sp>
      <p:sp>
        <p:nvSpPr>
          <p:cNvPr id="20" name="Rectangle 19">
            <a:extLst>
              <a:ext uri="{FF2B5EF4-FFF2-40B4-BE49-F238E27FC236}">
                <a16:creationId xmlns:a16="http://schemas.microsoft.com/office/drawing/2014/main" id="{315E83DD-8362-B181-ED57-42AF7578B99C}"/>
              </a:ext>
            </a:extLst>
          </p:cNvPr>
          <p:cNvSpPr/>
          <p:nvPr/>
        </p:nvSpPr>
        <p:spPr>
          <a:xfrm>
            <a:off x="7586667" y="1292114"/>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2</a:t>
            </a:r>
          </a:p>
        </p:txBody>
      </p:sp>
      <p:sp>
        <p:nvSpPr>
          <p:cNvPr id="22" name="Rectangle 21">
            <a:extLst>
              <a:ext uri="{FF2B5EF4-FFF2-40B4-BE49-F238E27FC236}">
                <a16:creationId xmlns:a16="http://schemas.microsoft.com/office/drawing/2014/main" id="{98DACB9A-2F59-2E6E-1790-D8AB5044AD6A}"/>
              </a:ext>
            </a:extLst>
          </p:cNvPr>
          <p:cNvSpPr/>
          <p:nvPr/>
        </p:nvSpPr>
        <p:spPr>
          <a:xfrm>
            <a:off x="3737977" y="3961883"/>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3</a:t>
            </a:r>
          </a:p>
        </p:txBody>
      </p:sp>
      <p:sp>
        <p:nvSpPr>
          <p:cNvPr id="24" name="Rectangle 23">
            <a:extLst>
              <a:ext uri="{FF2B5EF4-FFF2-40B4-BE49-F238E27FC236}">
                <a16:creationId xmlns:a16="http://schemas.microsoft.com/office/drawing/2014/main" id="{CC45EF70-FC8F-8A62-7626-67CB9E921F04}"/>
              </a:ext>
            </a:extLst>
          </p:cNvPr>
          <p:cNvSpPr/>
          <p:nvPr/>
        </p:nvSpPr>
        <p:spPr>
          <a:xfrm>
            <a:off x="7583807" y="3962011"/>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4</a:t>
            </a:r>
          </a:p>
        </p:txBody>
      </p:sp>
      <p:sp>
        <p:nvSpPr>
          <p:cNvPr id="29" name="Grunt object 596dde0a1add3963fd25b8b867c97911-svg">
            <a:extLst>
              <a:ext uri="{FF2B5EF4-FFF2-40B4-BE49-F238E27FC236}">
                <a16:creationId xmlns:a16="http://schemas.microsoft.com/office/drawing/2014/main" id="{AF241213-56FF-5CEF-6EB2-0E3FECF9F876}"/>
              </a:ext>
            </a:extLst>
          </p:cNvPr>
          <p:cNvSpPr/>
          <p:nvPr>
            <p:custDataLst>
              <p:tags r:id="rId2"/>
            </p:custDataLst>
          </p:nvPr>
        </p:nvSpPr>
        <p:spPr>
          <a:xfrm>
            <a:off x="4159438" y="4280854"/>
            <a:ext cx="2781741" cy="1950833"/>
          </a:xfrm>
          <a:prstGeom prst="rect">
            <a:avLst/>
          </a:prstGeom>
          <a:blipFill dpi="0" rotWithShape="1">
            <a:blip>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3" name="Rectangle 32">
            <a:extLst>
              <a:ext uri="{FF2B5EF4-FFF2-40B4-BE49-F238E27FC236}">
                <a16:creationId xmlns:a16="http://schemas.microsoft.com/office/drawing/2014/main" id="{41808419-CFA7-B3CA-684E-D67BA2D1BCC9}"/>
              </a:ext>
            </a:extLst>
          </p:cNvPr>
          <p:cNvSpPr/>
          <p:nvPr/>
        </p:nvSpPr>
        <p:spPr>
          <a:xfrm>
            <a:off x="8119748" y="1527107"/>
            <a:ext cx="3407234" cy="92177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b="1">
                <a:solidFill>
                  <a:schemeClr val="tx1"/>
                </a:solidFill>
              </a:rPr>
              <a:t>Scale advantage </a:t>
            </a:r>
            <a:r>
              <a:rPr lang="en-GB" sz="1000">
                <a:solidFill>
                  <a:schemeClr val="tx1"/>
                </a:solidFill>
              </a:rPr>
              <a:t>in a consolidating Nordic market</a:t>
            </a:r>
          </a:p>
          <a:p>
            <a:pPr algn="ct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Strong positioning </a:t>
            </a:r>
            <a:r>
              <a:rPr lang="en-GB" sz="1000">
                <a:solidFill>
                  <a:schemeClr val="tx1"/>
                </a:solidFill>
              </a:rPr>
              <a:t>in a structurally </a:t>
            </a:r>
            <a:r>
              <a:rPr lang="en-GB" sz="1000" b="1">
                <a:solidFill>
                  <a:schemeClr val="tx1"/>
                </a:solidFill>
              </a:rPr>
              <a:t>health-driven market</a:t>
            </a:r>
            <a:endParaRPr lang="en-NO" sz="1000" b="1">
              <a:solidFill>
                <a:schemeClr val="tx1"/>
              </a:solidFill>
            </a:endParaRPr>
          </a:p>
        </p:txBody>
      </p:sp>
      <p:sp>
        <p:nvSpPr>
          <p:cNvPr id="34" name="Rectangle 33">
            <a:extLst>
              <a:ext uri="{FF2B5EF4-FFF2-40B4-BE49-F238E27FC236}">
                <a16:creationId xmlns:a16="http://schemas.microsoft.com/office/drawing/2014/main" id="{626CA7F7-F3C1-9BB9-FF87-BCF5BF0DBC27}"/>
              </a:ext>
            </a:extLst>
          </p:cNvPr>
          <p:cNvSpPr/>
          <p:nvPr/>
        </p:nvSpPr>
        <p:spPr>
          <a:xfrm>
            <a:off x="8119748" y="1232386"/>
            <a:ext cx="3407234" cy="29472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000" b="1">
                <a:solidFill>
                  <a:schemeClr val="accent1"/>
                </a:solidFill>
              </a:rPr>
              <a:t>Strengths</a:t>
            </a:r>
          </a:p>
        </p:txBody>
      </p:sp>
      <p:sp>
        <p:nvSpPr>
          <p:cNvPr id="36" name="Rectangle 35">
            <a:extLst>
              <a:ext uri="{FF2B5EF4-FFF2-40B4-BE49-F238E27FC236}">
                <a16:creationId xmlns:a16="http://schemas.microsoft.com/office/drawing/2014/main" id="{495FF9C3-22D5-1558-4E81-67124BA9EF45}"/>
              </a:ext>
            </a:extLst>
          </p:cNvPr>
          <p:cNvSpPr/>
          <p:nvPr/>
        </p:nvSpPr>
        <p:spPr>
          <a:xfrm>
            <a:off x="8119748" y="2521238"/>
            <a:ext cx="3407234" cy="29472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000" b="1">
                <a:solidFill>
                  <a:schemeClr val="accent1"/>
                </a:solidFill>
              </a:rPr>
              <a:t>Weaknesses</a:t>
            </a:r>
          </a:p>
        </p:txBody>
      </p:sp>
      <p:sp>
        <p:nvSpPr>
          <p:cNvPr id="38" name="Rectangle 37">
            <a:extLst>
              <a:ext uri="{FF2B5EF4-FFF2-40B4-BE49-F238E27FC236}">
                <a16:creationId xmlns:a16="http://schemas.microsoft.com/office/drawing/2014/main" id="{394E105C-EA43-9C45-125F-CFF4882108DF}"/>
              </a:ext>
            </a:extLst>
          </p:cNvPr>
          <p:cNvSpPr/>
          <p:nvPr/>
        </p:nvSpPr>
        <p:spPr>
          <a:xfrm>
            <a:off x="8119748" y="3808942"/>
            <a:ext cx="3407234" cy="29472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000" b="1">
                <a:solidFill>
                  <a:schemeClr val="accent1"/>
                </a:solidFill>
              </a:rPr>
              <a:t>Opportunities</a:t>
            </a:r>
          </a:p>
        </p:txBody>
      </p:sp>
      <p:sp>
        <p:nvSpPr>
          <p:cNvPr id="40" name="Rectangle 39">
            <a:extLst>
              <a:ext uri="{FF2B5EF4-FFF2-40B4-BE49-F238E27FC236}">
                <a16:creationId xmlns:a16="http://schemas.microsoft.com/office/drawing/2014/main" id="{624CD3FD-CEFC-7C15-15B5-43D37CE226C0}"/>
              </a:ext>
            </a:extLst>
          </p:cNvPr>
          <p:cNvSpPr/>
          <p:nvPr/>
        </p:nvSpPr>
        <p:spPr>
          <a:xfrm>
            <a:off x="8119748" y="2811977"/>
            <a:ext cx="3407234" cy="92177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NO" sz="1000" b="1">
                <a:solidFill>
                  <a:schemeClr val="tx1"/>
                </a:solidFill>
              </a:rPr>
              <a:t>High fixed-cost</a:t>
            </a:r>
            <a:r>
              <a:rPr lang="en-NO" sz="1000">
                <a:solidFill>
                  <a:schemeClr val="tx1"/>
                </a:solidFill>
              </a:rPr>
              <a:t> structure increases earnings volatility</a:t>
            </a:r>
          </a:p>
          <a:p>
            <a:pPr algn="ctr"/>
            <a:endParaRPr lang="en-NO" sz="1000">
              <a:solidFill>
                <a:schemeClr val="tx1"/>
              </a:solidFill>
            </a:endParaRPr>
          </a:p>
          <a:p>
            <a:pPr marL="171450" indent="-171450" algn="ctr">
              <a:buFont typeface="Arial" panose="020B0604020202020204" pitchFamily="34" charset="0"/>
              <a:buChar char="•"/>
            </a:pPr>
            <a:r>
              <a:rPr lang="en-NO" sz="1000" b="1">
                <a:solidFill>
                  <a:schemeClr val="tx1"/>
                </a:solidFill>
              </a:rPr>
              <a:t>Capital-intensive</a:t>
            </a:r>
            <a:r>
              <a:rPr lang="en-NO" sz="1000">
                <a:solidFill>
                  <a:schemeClr val="tx1"/>
                </a:solidFill>
              </a:rPr>
              <a:t> expansion model</a:t>
            </a:r>
            <a:r>
              <a:rPr lang="en-GB" sz="1000">
                <a:solidFill>
                  <a:schemeClr val="tx1"/>
                </a:solidFill>
              </a:rPr>
              <a:t> requiring</a:t>
            </a:r>
            <a:r>
              <a:rPr lang="en-GB" sz="1000" b="1">
                <a:solidFill>
                  <a:schemeClr val="tx1"/>
                </a:solidFill>
              </a:rPr>
              <a:t> upfront capex</a:t>
            </a:r>
            <a:endParaRPr lang="en-NO" sz="1000" b="1">
              <a:solidFill>
                <a:schemeClr val="tx1"/>
              </a:solidFill>
            </a:endParaRPr>
          </a:p>
        </p:txBody>
      </p:sp>
      <p:sp>
        <p:nvSpPr>
          <p:cNvPr id="41" name="Rectangle 40">
            <a:extLst>
              <a:ext uri="{FF2B5EF4-FFF2-40B4-BE49-F238E27FC236}">
                <a16:creationId xmlns:a16="http://schemas.microsoft.com/office/drawing/2014/main" id="{9AC74DA8-5ED8-6F31-1A48-BD893DD05A05}"/>
              </a:ext>
            </a:extLst>
          </p:cNvPr>
          <p:cNvSpPr/>
          <p:nvPr/>
        </p:nvSpPr>
        <p:spPr>
          <a:xfrm>
            <a:off x="8119748" y="4082229"/>
            <a:ext cx="3407234" cy="92177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b="1">
                <a:solidFill>
                  <a:schemeClr val="tx1"/>
                </a:solidFill>
              </a:rPr>
              <a:t>Underpenetrated</a:t>
            </a:r>
            <a:r>
              <a:rPr lang="en-GB" sz="1000">
                <a:solidFill>
                  <a:schemeClr val="tx1"/>
                </a:solidFill>
              </a:rPr>
              <a:t> Norwegian market (~20% adult participation) supports </a:t>
            </a:r>
            <a:r>
              <a:rPr lang="en-GB" sz="1000" b="1">
                <a:solidFill>
                  <a:schemeClr val="tx1"/>
                </a:solidFill>
              </a:rPr>
              <a:t>long-term</a:t>
            </a:r>
            <a:r>
              <a:rPr lang="en-GB" sz="1000">
                <a:solidFill>
                  <a:schemeClr val="tx1"/>
                </a:solidFill>
              </a:rPr>
              <a:t> membership upside</a:t>
            </a:r>
          </a:p>
          <a:p>
            <a:pPr algn="ct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Corporate wellness</a:t>
            </a:r>
            <a:r>
              <a:rPr lang="en-GB" sz="1000">
                <a:solidFill>
                  <a:schemeClr val="tx1"/>
                </a:solidFill>
              </a:rPr>
              <a:t> gap supports </a:t>
            </a:r>
            <a:r>
              <a:rPr lang="en-GB" sz="1000" b="1">
                <a:solidFill>
                  <a:schemeClr val="tx1"/>
                </a:solidFill>
              </a:rPr>
              <a:t>B2B growth</a:t>
            </a:r>
            <a:endParaRPr lang="en-NO" sz="1000" b="1">
              <a:solidFill>
                <a:schemeClr val="tx1"/>
              </a:solidFill>
            </a:endParaRPr>
          </a:p>
        </p:txBody>
      </p:sp>
      <p:sp>
        <p:nvSpPr>
          <p:cNvPr id="42" name="Rectangle 41">
            <a:extLst>
              <a:ext uri="{FF2B5EF4-FFF2-40B4-BE49-F238E27FC236}">
                <a16:creationId xmlns:a16="http://schemas.microsoft.com/office/drawing/2014/main" id="{D6EB5896-B8BC-8BBC-F5E7-669B82C38989}"/>
              </a:ext>
            </a:extLst>
          </p:cNvPr>
          <p:cNvSpPr/>
          <p:nvPr/>
        </p:nvSpPr>
        <p:spPr>
          <a:xfrm>
            <a:off x="8119748" y="5092589"/>
            <a:ext cx="3407234" cy="29472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000" b="1">
                <a:solidFill>
                  <a:schemeClr val="accent1"/>
                </a:solidFill>
              </a:rPr>
              <a:t>Threats</a:t>
            </a:r>
          </a:p>
        </p:txBody>
      </p:sp>
      <p:sp>
        <p:nvSpPr>
          <p:cNvPr id="43" name="Rectangle 42">
            <a:extLst>
              <a:ext uri="{FF2B5EF4-FFF2-40B4-BE49-F238E27FC236}">
                <a16:creationId xmlns:a16="http://schemas.microsoft.com/office/drawing/2014/main" id="{98BC0D4F-F545-0CE1-5086-8040E73E4D93}"/>
              </a:ext>
            </a:extLst>
          </p:cNvPr>
          <p:cNvSpPr/>
          <p:nvPr/>
        </p:nvSpPr>
        <p:spPr>
          <a:xfrm>
            <a:off x="8119748" y="5387309"/>
            <a:ext cx="3407234" cy="92177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b="1">
                <a:solidFill>
                  <a:schemeClr val="tx1"/>
                </a:solidFill>
              </a:rPr>
              <a:t>Rapid expansion</a:t>
            </a:r>
            <a:r>
              <a:rPr lang="en-GB" sz="1000">
                <a:solidFill>
                  <a:schemeClr val="tx1"/>
                </a:solidFill>
              </a:rPr>
              <a:t> of </a:t>
            </a:r>
            <a:r>
              <a:rPr lang="en-GB" sz="1000" b="1">
                <a:solidFill>
                  <a:schemeClr val="tx1"/>
                </a:solidFill>
              </a:rPr>
              <a:t>low-cost operators </a:t>
            </a:r>
            <a:r>
              <a:rPr lang="en-GB" sz="1000">
                <a:solidFill>
                  <a:schemeClr val="tx1"/>
                </a:solidFill>
              </a:rPr>
              <a:t>increasing </a:t>
            </a:r>
            <a:r>
              <a:rPr lang="en-GB" sz="1000" b="1">
                <a:solidFill>
                  <a:schemeClr val="tx1"/>
                </a:solidFill>
              </a:rPr>
              <a:t>pricing pressure</a:t>
            </a:r>
          </a:p>
          <a:p>
            <a:pPr algn="ct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Consumer discretionary </a:t>
            </a:r>
            <a:r>
              <a:rPr lang="en-GB" sz="1000">
                <a:solidFill>
                  <a:schemeClr val="tx1"/>
                </a:solidFill>
              </a:rPr>
              <a:t>sensitivity in</a:t>
            </a:r>
            <a:r>
              <a:rPr lang="en-GB" sz="1000" b="1">
                <a:solidFill>
                  <a:schemeClr val="tx1"/>
                </a:solidFill>
              </a:rPr>
              <a:t> weaker </a:t>
            </a:r>
            <a:r>
              <a:rPr lang="en-GB" sz="1000">
                <a:solidFill>
                  <a:schemeClr val="tx1"/>
                </a:solidFill>
              </a:rPr>
              <a:t>macro environments</a:t>
            </a:r>
          </a:p>
        </p:txBody>
      </p:sp>
      <p:sp>
        <p:nvSpPr>
          <p:cNvPr id="44" name="TextBox 43">
            <a:extLst>
              <a:ext uri="{FF2B5EF4-FFF2-40B4-BE49-F238E27FC236}">
                <a16:creationId xmlns:a16="http://schemas.microsoft.com/office/drawing/2014/main" id="{55CE9B2C-1F67-7636-815F-2C0B30F373E9}"/>
              </a:ext>
            </a:extLst>
          </p:cNvPr>
          <p:cNvSpPr txBox="1"/>
          <p:nvPr/>
        </p:nvSpPr>
        <p:spPr>
          <a:xfrm>
            <a:off x="6213983" y="4806400"/>
            <a:ext cx="1402977" cy="954107"/>
          </a:xfrm>
          <a:prstGeom prst="rect">
            <a:avLst/>
          </a:prstGeom>
          <a:noFill/>
        </p:spPr>
        <p:txBody>
          <a:bodyPr wrap="square" rtlCol="0">
            <a:spAutoFit/>
          </a:bodyPr>
          <a:lstStyle/>
          <a:p>
            <a:pPr marL="171450" indent="-171450">
              <a:buFont typeface="Arial" panose="020B0604020202020204" pitchFamily="34" charset="0"/>
              <a:buChar char="•"/>
            </a:pPr>
            <a:r>
              <a:rPr lang="en-GB" sz="800"/>
              <a:t>~32% Nordic market share, well ahead of peers</a:t>
            </a:r>
          </a:p>
          <a:p>
            <a:endParaRPr lang="en-GB" sz="800"/>
          </a:p>
          <a:p>
            <a:pPr marL="171450" indent="-171450">
              <a:buFont typeface="Arial" panose="020B0604020202020204" pitchFamily="34" charset="0"/>
              <a:buChar char="•"/>
            </a:pPr>
            <a:r>
              <a:rPr lang="en-GB" sz="800"/>
              <a:t>Clear scale gap to the next-largest player (~12%)</a:t>
            </a:r>
            <a:endParaRPr lang="en-NO" sz="800"/>
          </a:p>
        </p:txBody>
      </p:sp>
      <p:sp>
        <p:nvSpPr>
          <p:cNvPr id="46" name="Grunt object a8a4deb6bbe90d975aa6d2baa44a79ef-svg">
            <a:extLst>
              <a:ext uri="{FF2B5EF4-FFF2-40B4-BE49-F238E27FC236}">
                <a16:creationId xmlns:a16="http://schemas.microsoft.com/office/drawing/2014/main" id="{9F000539-F2DF-796F-3E8E-C91F4E637735}"/>
              </a:ext>
            </a:extLst>
          </p:cNvPr>
          <p:cNvSpPr/>
          <p:nvPr>
            <p:custDataLst>
              <p:tags r:id="rId3"/>
            </p:custDataLst>
          </p:nvPr>
        </p:nvSpPr>
        <p:spPr>
          <a:xfrm>
            <a:off x="506888" y="4581598"/>
            <a:ext cx="3249793" cy="1738088"/>
          </a:xfrm>
          <a:prstGeom prst="rect">
            <a:avLst/>
          </a:prstGeom>
          <a:blipFill dpi="0" rotWithShape="1">
            <a:blip>
              <a:extLst>
                <a:ext uri="{96DAC541-7B7A-43D3-8B79-37D633B846F1}">
                  <asvg:svgBlip xmlns:asvg="http://schemas.microsoft.com/office/drawing/2016/SVG/main" r:embed="rId1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47" name="Text Placeholder 14">
            <a:extLst>
              <a:ext uri="{FF2B5EF4-FFF2-40B4-BE49-F238E27FC236}">
                <a16:creationId xmlns:a16="http://schemas.microsoft.com/office/drawing/2014/main" id="{1A1342ED-43D6-7579-F09B-1748CC159F11}"/>
              </a:ext>
            </a:extLst>
          </p:cNvPr>
          <p:cNvSpPr txBox="1">
            <a:spLocks/>
          </p:cNvSpPr>
          <p:nvPr/>
        </p:nvSpPr>
        <p:spPr>
          <a:xfrm>
            <a:off x="492329" y="4607511"/>
            <a:ext cx="381127" cy="97355"/>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NOKbn</a:t>
            </a:r>
          </a:p>
        </p:txBody>
      </p:sp>
      <p:cxnSp>
        <p:nvCxnSpPr>
          <p:cNvPr id="49" name="Straight Connector 48">
            <a:extLst>
              <a:ext uri="{FF2B5EF4-FFF2-40B4-BE49-F238E27FC236}">
                <a16:creationId xmlns:a16="http://schemas.microsoft.com/office/drawing/2014/main" id="{D5EE187C-C2A6-83DC-AE5B-04A8F7CA4E95}"/>
              </a:ext>
            </a:extLst>
          </p:cNvPr>
          <p:cNvCxnSpPr>
            <a:cxnSpLocks/>
          </p:cNvCxnSpPr>
          <p:nvPr/>
        </p:nvCxnSpPr>
        <p:spPr>
          <a:xfrm>
            <a:off x="506888" y="4540508"/>
            <a:ext cx="3170418" cy="0"/>
          </a:xfrm>
          <a:prstGeom prst="line">
            <a:avLst/>
          </a:prstGeom>
        </p:spPr>
        <p:style>
          <a:lnRef idx="2">
            <a:schemeClr val="accent4"/>
          </a:lnRef>
          <a:fillRef idx="0">
            <a:schemeClr val="accent4"/>
          </a:fillRef>
          <a:effectRef idx="1">
            <a:schemeClr val="accent4"/>
          </a:effectRef>
          <a:fontRef idx="minor">
            <a:schemeClr val="tx1"/>
          </a:fontRef>
        </p:style>
      </p:cxnSp>
      <p:sp>
        <p:nvSpPr>
          <p:cNvPr id="52" name="TextBox 51">
            <a:extLst>
              <a:ext uri="{FF2B5EF4-FFF2-40B4-BE49-F238E27FC236}">
                <a16:creationId xmlns:a16="http://schemas.microsoft.com/office/drawing/2014/main" id="{0CA83F2F-4473-78F1-CE98-9AF6064159B2}"/>
              </a:ext>
            </a:extLst>
          </p:cNvPr>
          <p:cNvSpPr txBox="1"/>
          <p:nvPr/>
        </p:nvSpPr>
        <p:spPr>
          <a:xfrm>
            <a:off x="249910" y="4197958"/>
            <a:ext cx="3725704" cy="338554"/>
          </a:xfrm>
          <a:prstGeom prst="rect">
            <a:avLst/>
          </a:prstGeom>
          <a:noFill/>
        </p:spPr>
        <p:txBody>
          <a:bodyPr wrap="square" rtlCol="0">
            <a:spAutoFit/>
          </a:bodyPr>
          <a:lstStyle/>
          <a:p>
            <a:pPr marL="144000" indent="-144000"/>
            <a:r>
              <a:rPr lang="en-GB" sz="800"/>
              <a:t>     The Nordic fitness market delivered a 10.6% CAGR over 2014-2024 and is projected to grow at a similar pace through 2028, reaching ~NOK 21bn</a:t>
            </a:r>
            <a:endParaRPr lang="en-NO" sz="800">
              <a:latin typeface="+mn-lt"/>
            </a:endParaRPr>
          </a:p>
        </p:txBody>
      </p:sp>
      <p:sp>
        <p:nvSpPr>
          <p:cNvPr id="55" name="Grunt object e464f1a75003df98ec60b1e505b4163e-svg">
            <a:extLst>
              <a:ext uri="{FF2B5EF4-FFF2-40B4-BE49-F238E27FC236}">
                <a16:creationId xmlns:a16="http://schemas.microsoft.com/office/drawing/2014/main" id="{A5F0536B-1E11-AE75-28E6-C0F5202372AB}"/>
              </a:ext>
            </a:extLst>
          </p:cNvPr>
          <p:cNvSpPr/>
          <p:nvPr>
            <p:custDataLst>
              <p:tags r:id="rId4"/>
            </p:custDataLst>
          </p:nvPr>
        </p:nvSpPr>
        <p:spPr>
          <a:xfrm>
            <a:off x="4270947" y="2033664"/>
            <a:ext cx="3413584" cy="1573668"/>
          </a:xfrm>
          <a:prstGeom prst="rect">
            <a:avLst/>
          </a:prstGeom>
          <a:blipFill dpi="0" rotWithShape="1">
            <a:blip>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56" name="Grunt object 16de6651ed66dba9102c57ee2ca9ca29-svg">
            <a:extLst>
              <a:ext uri="{FF2B5EF4-FFF2-40B4-BE49-F238E27FC236}">
                <a16:creationId xmlns:a16="http://schemas.microsoft.com/office/drawing/2014/main" id="{E4AEFEF6-BBD5-D1D5-7BBC-C14C98846688}"/>
              </a:ext>
            </a:extLst>
          </p:cNvPr>
          <p:cNvSpPr/>
          <p:nvPr>
            <p:custDataLst>
              <p:tags r:id="rId5"/>
            </p:custDataLst>
          </p:nvPr>
        </p:nvSpPr>
        <p:spPr>
          <a:xfrm>
            <a:off x="4302422" y="1779847"/>
            <a:ext cx="1990747" cy="147049"/>
          </a:xfrm>
          <a:prstGeom prst="rect">
            <a:avLst/>
          </a:prstGeom>
          <a:blipFill dpi="0" rotWithShape="1">
            <a:blip>
              <a:extLst>
                <a:ext uri="{96DAC541-7B7A-43D3-8B79-37D633B846F1}">
                  <asvg:svgBlip xmlns:asvg="http://schemas.microsoft.com/office/drawing/2016/SVG/main" r:embed="rId13"/>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57" name="Straight Connector 56">
            <a:extLst>
              <a:ext uri="{FF2B5EF4-FFF2-40B4-BE49-F238E27FC236}">
                <a16:creationId xmlns:a16="http://schemas.microsoft.com/office/drawing/2014/main" id="{BBDEDD77-75A5-2516-FBC0-D48D62C214EB}"/>
              </a:ext>
            </a:extLst>
          </p:cNvPr>
          <p:cNvCxnSpPr>
            <a:cxnSpLocks/>
          </p:cNvCxnSpPr>
          <p:nvPr/>
        </p:nvCxnSpPr>
        <p:spPr>
          <a:xfrm>
            <a:off x="4341825" y="1730575"/>
            <a:ext cx="3170418" cy="0"/>
          </a:xfrm>
          <a:prstGeom prst="line">
            <a:avLst/>
          </a:prstGeom>
        </p:spPr>
        <p:style>
          <a:lnRef idx="2">
            <a:schemeClr val="accent4"/>
          </a:lnRef>
          <a:fillRef idx="0">
            <a:schemeClr val="accent4"/>
          </a:fillRef>
          <a:effectRef idx="1">
            <a:schemeClr val="accent4"/>
          </a:effectRef>
          <a:fontRef idx="minor">
            <a:schemeClr val="tx1"/>
          </a:fontRef>
        </p:style>
      </p:cxnSp>
      <p:sp>
        <p:nvSpPr>
          <p:cNvPr id="58" name="TextBox 57">
            <a:extLst>
              <a:ext uri="{FF2B5EF4-FFF2-40B4-BE49-F238E27FC236}">
                <a16:creationId xmlns:a16="http://schemas.microsoft.com/office/drawing/2014/main" id="{AF6A1C9D-39B0-808D-4EDC-94644E0F7344}"/>
              </a:ext>
            </a:extLst>
          </p:cNvPr>
          <p:cNvSpPr txBox="1"/>
          <p:nvPr/>
        </p:nvSpPr>
        <p:spPr>
          <a:xfrm>
            <a:off x="4272153" y="1530559"/>
            <a:ext cx="3170418" cy="215444"/>
          </a:xfrm>
          <a:prstGeom prst="rect">
            <a:avLst/>
          </a:prstGeom>
          <a:noFill/>
        </p:spPr>
        <p:txBody>
          <a:bodyPr wrap="square" rtlCol="0">
            <a:spAutoFit/>
          </a:bodyPr>
          <a:lstStyle/>
          <a:p>
            <a:pPr marL="144000" indent="-144000"/>
            <a:r>
              <a:rPr lang="en-NO" sz="800">
                <a:solidFill>
                  <a:schemeClr val="accent1"/>
                </a:solidFill>
                <a:latin typeface="+mn-lt"/>
              </a:rPr>
              <a:t>YoY Growth – SATS vs Nordic Market</a:t>
            </a:r>
          </a:p>
        </p:txBody>
      </p:sp>
      <p:sp>
        <p:nvSpPr>
          <p:cNvPr id="59" name="Grunt object 500089ad075a3dc5b20ce8c875b54e38-svg">
            <a:extLst>
              <a:ext uri="{FF2B5EF4-FFF2-40B4-BE49-F238E27FC236}">
                <a16:creationId xmlns:a16="http://schemas.microsoft.com/office/drawing/2014/main" id="{F492356D-A22E-D2ED-D25E-475F7144FF45}"/>
              </a:ext>
            </a:extLst>
          </p:cNvPr>
          <p:cNvSpPr/>
          <p:nvPr>
            <p:custDataLst>
              <p:tags r:id="rId6"/>
            </p:custDataLst>
          </p:nvPr>
        </p:nvSpPr>
        <p:spPr>
          <a:xfrm>
            <a:off x="492519" y="1857131"/>
            <a:ext cx="3077954" cy="1733526"/>
          </a:xfrm>
          <a:prstGeom prst="rect">
            <a:avLst/>
          </a:prstGeom>
          <a:blipFill dpi="0" rotWithShape="1">
            <a:blip>
              <a:extLst>
                <a:ext uri="{96DAC541-7B7A-43D3-8B79-37D633B846F1}">
                  <asvg:svgBlip xmlns:asvg="http://schemas.microsoft.com/office/drawing/2016/SVG/main" r:embed="rId14"/>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2" name="Grunt object ceff5891adfa457a52c7906979f6a66a-svg">
            <a:extLst>
              <a:ext uri="{FF2B5EF4-FFF2-40B4-BE49-F238E27FC236}">
                <a16:creationId xmlns:a16="http://schemas.microsoft.com/office/drawing/2014/main" id="{A3348B04-294A-6A79-2351-FEF5D8761CDF}"/>
              </a:ext>
            </a:extLst>
          </p:cNvPr>
          <p:cNvSpPr/>
          <p:nvPr>
            <p:custDataLst>
              <p:tags r:id="rId7"/>
            </p:custDataLst>
          </p:nvPr>
        </p:nvSpPr>
        <p:spPr>
          <a:xfrm>
            <a:off x="981572" y="1527106"/>
            <a:ext cx="2854158" cy="618720"/>
          </a:xfrm>
          <a:prstGeom prst="rect">
            <a:avLst/>
          </a:prstGeom>
          <a:blipFill dpi="0" rotWithShape="1">
            <a:blip>
              <a:extLst>
                <a:ext uri="{96DAC541-7B7A-43D3-8B79-37D633B846F1}">
                  <asvg:svgBlip xmlns:asvg="http://schemas.microsoft.com/office/drawing/2016/SVG/main" r:embed="rId15"/>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3" name="Text Placeholder 14">
            <a:extLst>
              <a:ext uri="{FF2B5EF4-FFF2-40B4-BE49-F238E27FC236}">
                <a16:creationId xmlns:a16="http://schemas.microsoft.com/office/drawing/2014/main" id="{067A9216-2500-3B57-60FC-4A9CCD12BB9C}"/>
              </a:ext>
            </a:extLst>
          </p:cNvPr>
          <p:cNvSpPr txBox="1">
            <a:spLocks/>
          </p:cNvSpPr>
          <p:nvPr/>
        </p:nvSpPr>
        <p:spPr>
          <a:xfrm>
            <a:off x="428496" y="3881324"/>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Sustained double-digit market expansion</a:t>
            </a:r>
          </a:p>
        </p:txBody>
      </p:sp>
      <p:sp>
        <p:nvSpPr>
          <p:cNvPr id="64" name="Text Placeholder 14">
            <a:extLst>
              <a:ext uri="{FF2B5EF4-FFF2-40B4-BE49-F238E27FC236}">
                <a16:creationId xmlns:a16="http://schemas.microsoft.com/office/drawing/2014/main" id="{7E2DE4EB-8956-34D1-34AD-DD618991EF7F}"/>
              </a:ext>
            </a:extLst>
          </p:cNvPr>
          <p:cNvSpPr txBox="1">
            <a:spLocks/>
          </p:cNvSpPr>
          <p:nvPr/>
        </p:nvSpPr>
        <p:spPr>
          <a:xfrm>
            <a:off x="442290" y="1223892"/>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Stabilizing Norwegian economy supports consumption</a:t>
            </a:r>
          </a:p>
        </p:txBody>
      </p:sp>
      <p:sp>
        <p:nvSpPr>
          <p:cNvPr id="65" name="Text Placeholder 14">
            <a:extLst>
              <a:ext uri="{FF2B5EF4-FFF2-40B4-BE49-F238E27FC236}">
                <a16:creationId xmlns:a16="http://schemas.microsoft.com/office/drawing/2014/main" id="{695077E5-ACF8-D796-1497-20B7413756BB}"/>
              </a:ext>
            </a:extLst>
          </p:cNvPr>
          <p:cNvSpPr txBox="1">
            <a:spLocks/>
          </p:cNvSpPr>
          <p:nvPr/>
        </p:nvSpPr>
        <p:spPr>
          <a:xfrm>
            <a:off x="4286254" y="3879330"/>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Competitive dynamics reinforce scale advantages</a:t>
            </a:r>
          </a:p>
        </p:txBody>
      </p:sp>
      <p:sp>
        <p:nvSpPr>
          <p:cNvPr id="66" name="Text Placeholder 14">
            <a:extLst>
              <a:ext uri="{FF2B5EF4-FFF2-40B4-BE49-F238E27FC236}">
                <a16:creationId xmlns:a16="http://schemas.microsoft.com/office/drawing/2014/main" id="{E474D0EB-1DD1-04DD-1376-D4311547132C}"/>
              </a:ext>
            </a:extLst>
          </p:cNvPr>
          <p:cNvSpPr txBox="1">
            <a:spLocks/>
          </p:cNvSpPr>
          <p:nvPr/>
        </p:nvSpPr>
        <p:spPr>
          <a:xfrm>
            <a:off x="4281019" y="1224317"/>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Cyclical shifts with periods of relative outperformance</a:t>
            </a:r>
          </a:p>
        </p:txBody>
      </p:sp>
    </p:spTree>
    <p:custDataLst>
      <p:tags r:id="rId1"/>
    </p:custDataLst>
    <p:extLst>
      <p:ext uri="{BB962C8B-B14F-4D97-AF65-F5344CB8AC3E}">
        <p14:creationId xmlns:p14="http://schemas.microsoft.com/office/powerpoint/2010/main" val="395898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DCE97B8-AA68-8009-6C0C-176500E2B610}"/>
              </a:ext>
            </a:extLst>
          </p:cNvPr>
          <p:cNvSpPr>
            <a:spLocks noGrp="1"/>
          </p:cNvSpPr>
          <p:nvPr>
            <p:ph type="body" sz="quarter" idx="11"/>
          </p:nvPr>
        </p:nvSpPr>
        <p:spPr>
          <a:xfrm>
            <a:off x="428496" y="908049"/>
            <a:ext cx="8225628" cy="240265"/>
          </a:xfrm>
        </p:spPr>
        <p:txBody>
          <a:bodyPr>
            <a:normAutofit fontScale="92500"/>
          </a:bodyPr>
          <a:lstStyle/>
          <a:p>
            <a:r>
              <a:rPr lang="en-GB"/>
              <a:t>Accelerating top-line growth with expanding margins and strong cash flow generation driving improving returns</a:t>
            </a:r>
          </a:p>
        </p:txBody>
      </p:sp>
      <p:sp>
        <p:nvSpPr>
          <p:cNvPr id="14" name="Title 13">
            <a:extLst>
              <a:ext uri="{FF2B5EF4-FFF2-40B4-BE49-F238E27FC236}">
                <a16:creationId xmlns:a16="http://schemas.microsoft.com/office/drawing/2014/main" id="{D6A62673-4028-68BD-E8EA-914FB964B023}"/>
              </a:ext>
            </a:extLst>
          </p:cNvPr>
          <p:cNvSpPr>
            <a:spLocks noGrp="1"/>
          </p:cNvSpPr>
          <p:nvPr>
            <p:ph type="title"/>
          </p:nvPr>
        </p:nvSpPr>
        <p:spPr/>
        <p:txBody>
          <a:bodyPr/>
          <a:lstStyle/>
          <a:p>
            <a:r>
              <a:rPr lang="en-GB"/>
              <a:t>Financials and Estimates </a:t>
            </a:r>
          </a:p>
        </p:txBody>
      </p:sp>
      <p:sp>
        <p:nvSpPr>
          <p:cNvPr id="17" name="Text Placeholder 16">
            <a:extLst>
              <a:ext uri="{FF2B5EF4-FFF2-40B4-BE49-F238E27FC236}">
                <a16:creationId xmlns:a16="http://schemas.microsoft.com/office/drawing/2014/main" id="{4B84ADCC-ADB6-9268-11D8-B7840AA8DCED}"/>
              </a:ext>
            </a:extLst>
          </p:cNvPr>
          <p:cNvSpPr>
            <a:spLocks noGrp="1"/>
          </p:cNvSpPr>
          <p:nvPr>
            <p:ph type="body" sz="quarter" idx="13"/>
          </p:nvPr>
        </p:nvSpPr>
        <p:spPr>
          <a:xfrm>
            <a:off x="428496" y="179854"/>
            <a:ext cx="5449846" cy="204121"/>
          </a:xfrm>
        </p:spPr>
        <p:txBody>
          <a:bodyPr/>
          <a:lstStyle/>
          <a:p>
            <a:r>
              <a:rPr lang="en-US" noProof="1"/>
              <a:t>#3 Historical Analysis and Forecasts</a:t>
            </a:r>
          </a:p>
        </p:txBody>
      </p:sp>
      <p:sp>
        <p:nvSpPr>
          <p:cNvPr id="16" name="Text Placeholder 15">
            <a:extLst>
              <a:ext uri="{FF2B5EF4-FFF2-40B4-BE49-F238E27FC236}">
                <a16:creationId xmlns:a16="http://schemas.microsoft.com/office/drawing/2014/main" id="{176562D2-7589-96B8-5B9E-C6358737E4C5}"/>
              </a:ext>
            </a:extLst>
          </p:cNvPr>
          <p:cNvSpPr>
            <a:spLocks noGrp="1"/>
          </p:cNvSpPr>
          <p:nvPr>
            <p:ph type="body" sz="quarter" idx="12"/>
          </p:nvPr>
        </p:nvSpPr>
        <p:spPr/>
        <p:txBody>
          <a:bodyPr/>
          <a:lstStyle/>
          <a:p>
            <a:r>
              <a:rPr lang="en-GB"/>
              <a:t>Sources: Company Financial Reports, Bloomberg, SLME Advisory Estimates</a:t>
            </a:r>
          </a:p>
          <a:p>
            <a:r>
              <a:rPr lang="en-GB"/>
              <a:t>Note:</a:t>
            </a:r>
          </a:p>
        </p:txBody>
      </p:sp>
      <p:sp>
        <p:nvSpPr>
          <p:cNvPr id="18" name="Content Placeholder 17">
            <a:extLst>
              <a:ext uri="{FF2B5EF4-FFF2-40B4-BE49-F238E27FC236}">
                <a16:creationId xmlns:a16="http://schemas.microsoft.com/office/drawing/2014/main" id="{915871C2-F823-34B4-74CB-E386363ED5A2}"/>
              </a:ext>
            </a:extLst>
          </p:cNvPr>
          <p:cNvSpPr>
            <a:spLocks noGrp="1"/>
          </p:cNvSpPr>
          <p:nvPr>
            <p:ph sz="quarter" idx="15"/>
          </p:nvPr>
        </p:nvSpPr>
        <p:spPr>
          <a:xfrm>
            <a:off x="9616369" y="1310373"/>
            <a:ext cx="2378404" cy="4738063"/>
          </a:xfrm>
        </p:spPr>
        <p:txBody>
          <a:bodyPr/>
          <a:lstStyle/>
          <a:p>
            <a:pPr marL="0" indent="0">
              <a:buNone/>
            </a:pPr>
            <a:r>
              <a:rPr lang="en-GB" b="1">
                <a:solidFill>
                  <a:schemeClr val="tx2"/>
                </a:solidFill>
              </a:rPr>
              <a:t>Financial Commentary</a:t>
            </a:r>
          </a:p>
          <a:p>
            <a:r>
              <a:rPr lang="en-GB" sz="1000" b="1">
                <a:solidFill>
                  <a:schemeClr val="tx2"/>
                </a:solidFill>
              </a:rPr>
              <a:t>Revenue growth re-accelerating</a:t>
            </a:r>
            <a:r>
              <a:rPr lang="en-GB" sz="1000">
                <a:solidFill>
                  <a:schemeClr val="tx2"/>
                </a:solidFill>
              </a:rPr>
              <a:t> to </a:t>
            </a:r>
            <a:r>
              <a:rPr lang="en-GB" sz="1000" b="1">
                <a:solidFill>
                  <a:schemeClr val="tx2"/>
                </a:solidFill>
              </a:rPr>
              <a:t>8.7%</a:t>
            </a:r>
            <a:r>
              <a:rPr lang="en-GB" sz="1000">
                <a:solidFill>
                  <a:schemeClr val="tx2"/>
                </a:solidFill>
              </a:rPr>
              <a:t> in ’25 (from </a:t>
            </a:r>
            <a:r>
              <a:rPr lang="en-GB" sz="1000" b="1">
                <a:solidFill>
                  <a:schemeClr val="tx2"/>
                </a:solidFill>
              </a:rPr>
              <a:t>7.0%</a:t>
            </a:r>
            <a:r>
              <a:rPr lang="en-GB" sz="1000">
                <a:solidFill>
                  <a:schemeClr val="tx2"/>
                </a:solidFill>
              </a:rPr>
              <a:t> in ’24) driven by continued membership momentum (</a:t>
            </a:r>
            <a:r>
              <a:rPr lang="en-GB" sz="1000" b="1">
                <a:solidFill>
                  <a:schemeClr val="tx2"/>
                </a:solidFill>
              </a:rPr>
              <a:t>~21k </a:t>
            </a:r>
            <a:r>
              <a:rPr lang="en-GB" sz="1000">
                <a:solidFill>
                  <a:schemeClr val="tx2"/>
                </a:solidFill>
              </a:rPr>
              <a:t>net adds in NO &amp; SE).</a:t>
            </a:r>
          </a:p>
          <a:p>
            <a:r>
              <a:rPr lang="en-GB" sz="1000">
                <a:solidFill>
                  <a:schemeClr val="tx2"/>
                </a:solidFill>
              </a:rPr>
              <a:t>We forecast a stable </a:t>
            </a:r>
            <a:r>
              <a:rPr lang="en-GB" sz="1000" b="1">
                <a:solidFill>
                  <a:schemeClr val="tx2"/>
                </a:solidFill>
              </a:rPr>
              <a:t>~8%</a:t>
            </a:r>
            <a:r>
              <a:rPr lang="en-GB" sz="1000">
                <a:solidFill>
                  <a:schemeClr val="tx2"/>
                </a:solidFill>
              </a:rPr>
              <a:t> top-line </a:t>
            </a:r>
            <a:r>
              <a:rPr lang="en-GB" sz="1000" b="1">
                <a:solidFill>
                  <a:schemeClr val="tx2"/>
                </a:solidFill>
              </a:rPr>
              <a:t>CAGR</a:t>
            </a:r>
            <a:r>
              <a:rPr lang="en-GB" sz="1000">
                <a:solidFill>
                  <a:schemeClr val="tx2"/>
                </a:solidFill>
              </a:rPr>
              <a:t> through ’32F, supported by </a:t>
            </a:r>
            <a:r>
              <a:rPr lang="en-GB" sz="1000" b="1">
                <a:solidFill>
                  <a:schemeClr val="tx2"/>
                </a:solidFill>
              </a:rPr>
              <a:t>recurring subscription revenues</a:t>
            </a:r>
            <a:r>
              <a:rPr lang="en-GB" sz="1000">
                <a:solidFill>
                  <a:schemeClr val="tx2"/>
                </a:solidFill>
              </a:rPr>
              <a:t>, selective </a:t>
            </a:r>
            <a:r>
              <a:rPr lang="en-GB" sz="1000" b="1">
                <a:solidFill>
                  <a:schemeClr val="tx2"/>
                </a:solidFill>
              </a:rPr>
              <a:t>club expansion</a:t>
            </a:r>
            <a:r>
              <a:rPr lang="en-GB" sz="1000">
                <a:solidFill>
                  <a:schemeClr val="tx2"/>
                </a:solidFill>
              </a:rPr>
              <a:t>, </a:t>
            </a:r>
            <a:r>
              <a:rPr lang="en-GB" sz="1000" b="1">
                <a:solidFill>
                  <a:schemeClr val="tx2"/>
                </a:solidFill>
              </a:rPr>
              <a:t>demand for health &amp; fitness</a:t>
            </a:r>
            <a:r>
              <a:rPr lang="en-GB" sz="1000">
                <a:solidFill>
                  <a:schemeClr val="tx2"/>
                </a:solidFill>
              </a:rPr>
              <a:t>, and </a:t>
            </a:r>
            <a:r>
              <a:rPr lang="en-GB" sz="1000" b="1">
                <a:solidFill>
                  <a:schemeClr val="tx2"/>
                </a:solidFill>
              </a:rPr>
              <a:t>normalising macro conditions </a:t>
            </a:r>
            <a:r>
              <a:rPr lang="en-GB" sz="1000">
                <a:solidFill>
                  <a:schemeClr val="tx2"/>
                </a:solidFill>
              </a:rPr>
              <a:t>in the Nordics.</a:t>
            </a:r>
          </a:p>
          <a:p>
            <a:r>
              <a:rPr lang="en-GB" sz="1000" b="1">
                <a:solidFill>
                  <a:schemeClr val="tx2"/>
                </a:solidFill>
              </a:rPr>
              <a:t>EBITDA margin </a:t>
            </a:r>
            <a:r>
              <a:rPr lang="en-GB" sz="1000">
                <a:solidFill>
                  <a:schemeClr val="tx2"/>
                </a:solidFill>
              </a:rPr>
              <a:t>stabilising around </a:t>
            </a:r>
            <a:r>
              <a:rPr lang="en-GB" sz="1000" b="1">
                <a:solidFill>
                  <a:schemeClr val="tx2"/>
                </a:solidFill>
              </a:rPr>
              <a:t>~38%</a:t>
            </a:r>
            <a:r>
              <a:rPr lang="en-GB" sz="1000">
                <a:solidFill>
                  <a:schemeClr val="tx2"/>
                </a:solidFill>
              </a:rPr>
              <a:t>, reflecting </a:t>
            </a:r>
            <a:r>
              <a:rPr lang="en-GB" sz="1000" b="1">
                <a:solidFill>
                  <a:schemeClr val="tx2"/>
                </a:solidFill>
              </a:rPr>
              <a:t>strong operating leverage</a:t>
            </a:r>
            <a:r>
              <a:rPr lang="en-GB" sz="1000">
                <a:solidFill>
                  <a:schemeClr val="tx2"/>
                </a:solidFill>
              </a:rPr>
              <a:t> in a largely fixed-cost model. </a:t>
            </a:r>
          </a:p>
          <a:p>
            <a:r>
              <a:rPr lang="en-GB" sz="1000" b="1">
                <a:solidFill>
                  <a:schemeClr val="tx2"/>
                </a:solidFill>
              </a:rPr>
              <a:t>Absolute</a:t>
            </a:r>
            <a:r>
              <a:rPr lang="en-GB" sz="1000">
                <a:solidFill>
                  <a:schemeClr val="tx2"/>
                </a:solidFill>
              </a:rPr>
              <a:t> </a:t>
            </a:r>
            <a:r>
              <a:rPr lang="en-GB" sz="1000" b="1">
                <a:solidFill>
                  <a:schemeClr val="tx2"/>
                </a:solidFill>
              </a:rPr>
              <a:t>EBITDA</a:t>
            </a:r>
            <a:r>
              <a:rPr lang="en-GB" sz="1000">
                <a:solidFill>
                  <a:schemeClr val="tx2"/>
                </a:solidFill>
              </a:rPr>
              <a:t> expected to grow from </a:t>
            </a:r>
            <a:r>
              <a:rPr lang="en-GB" sz="1000" b="1">
                <a:solidFill>
                  <a:schemeClr val="tx2"/>
                </a:solidFill>
              </a:rPr>
              <a:t>MNOK 2 110 in ’25A </a:t>
            </a:r>
            <a:r>
              <a:rPr lang="en-GB" sz="1000">
                <a:solidFill>
                  <a:schemeClr val="tx2"/>
                </a:solidFill>
              </a:rPr>
              <a:t>to </a:t>
            </a:r>
            <a:r>
              <a:rPr lang="en-GB" sz="1000" b="1">
                <a:solidFill>
                  <a:schemeClr val="tx2"/>
                </a:solidFill>
              </a:rPr>
              <a:t>MNOK 3 516 in ’32F</a:t>
            </a:r>
            <a:r>
              <a:rPr lang="en-GB" sz="1000">
                <a:solidFill>
                  <a:schemeClr val="tx2"/>
                </a:solidFill>
              </a:rPr>
              <a:t>, implying meaningful earnings inflection versus pre-pandemic levels.</a:t>
            </a:r>
          </a:p>
          <a:p>
            <a:r>
              <a:rPr lang="en-GB" sz="1000" b="1">
                <a:solidFill>
                  <a:schemeClr val="tx2"/>
                </a:solidFill>
              </a:rPr>
              <a:t>Strong free cash flow generation </a:t>
            </a:r>
            <a:r>
              <a:rPr lang="en-GB" sz="1000">
                <a:solidFill>
                  <a:schemeClr val="tx2"/>
                </a:solidFill>
              </a:rPr>
              <a:t>and </a:t>
            </a:r>
            <a:r>
              <a:rPr lang="en-GB" sz="1000" b="1">
                <a:solidFill>
                  <a:schemeClr val="tx2"/>
                </a:solidFill>
              </a:rPr>
              <a:t>rising capital efficiency </a:t>
            </a:r>
            <a:r>
              <a:rPr lang="en-GB" sz="1000">
                <a:solidFill>
                  <a:schemeClr val="tx2"/>
                </a:solidFill>
              </a:rPr>
              <a:t>drive structurally </a:t>
            </a:r>
            <a:r>
              <a:rPr lang="en-GB" sz="1000" b="1">
                <a:solidFill>
                  <a:schemeClr val="tx2"/>
                </a:solidFill>
              </a:rPr>
              <a:t>improving returns</a:t>
            </a:r>
            <a:r>
              <a:rPr lang="en-GB" sz="1000">
                <a:solidFill>
                  <a:schemeClr val="tx2"/>
                </a:solidFill>
              </a:rPr>
              <a:t>, with stable </a:t>
            </a:r>
            <a:r>
              <a:rPr lang="en-GB" sz="1000" b="1">
                <a:solidFill>
                  <a:schemeClr val="tx2"/>
                </a:solidFill>
              </a:rPr>
              <a:t>ROE</a:t>
            </a:r>
            <a:r>
              <a:rPr lang="en-GB" sz="1000">
                <a:solidFill>
                  <a:schemeClr val="tx2"/>
                </a:solidFill>
              </a:rPr>
              <a:t> at </a:t>
            </a:r>
            <a:r>
              <a:rPr lang="en-GB" sz="1000" b="1">
                <a:solidFill>
                  <a:schemeClr val="tx2"/>
                </a:solidFill>
              </a:rPr>
              <a:t>~ 30% </a:t>
            </a:r>
            <a:r>
              <a:rPr lang="en-GB" sz="1000">
                <a:solidFill>
                  <a:schemeClr val="tx2"/>
                </a:solidFill>
              </a:rPr>
              <a:t>through ’32F and forward </a:t>
            </a:r>
            <a:r>
              <a:rPr lang="en-GB" sz="1000" b="1">
                <a:solidFill>
                  <a:schemeClr val="tx2"/>
                </a:solidFill>
              </a:rPr>
              <a:t>EV/EBITDA </a:t>
            </a:r>
            <a:r>
              <a:rPr lang="en-GB" sz="1000">
                <a:solidFill>
                  <a:schemeClr val="tx2"/>
                </a:solidFill>
              </a:rPr>
              <a:t>compressing to </a:t>
            </a:r>
            <a:r>
              <a:rPr lang="en-GB" sz="1000" b="1">
                <a:solidFill>
                  <a:schemeClr val="tx2"/>
                </a:solidFill>
              </a:rPr>
              <a:t>2.6x</a:t>
            </a:r>
            <a:r>
              <a:rPr lang="en-GB" sz="1000">
                <a:solidFill>
                  <a:schemeClr val="tx2"/>
                </a:solidFill>
              </a:rPr>
              <a:t>, implying </a:t>
            </a:r>
            <a:r>
              <a:rPr lang="en-GB" sz="1000" b="1">
                <a:solidFill>
                  <a:schemeClr val="tx2"/>
                </a:solidFill>
              </a:rPr>
              <a:t>significant valuation upside</a:t>
            </a:r>
            <a:r>
              <a:rPr lang="en-GB" sz="1000">
                <a:solidFill>
                  <a:schemeClr val="tx2"/>
                </a:solidFill>
              </a:rPr>
              <a:t> if execution and membership momentum continue.</a:t>
            </a:r>
          </a:p>
          <a:p>
            <a:endParaRPr lang="en-GB" sz="1000">
              <a:solidFill>
                <a:schemeClr val="tx2"/>
              </a:solidFill>
            </a:endParaRPr>
          </a:p>
        </p:txBody>
      </p:sp>
      <p:sp>
        <p:nvSpPr>
          <p:cNvPr id="2" name="Grunt object da08514bba1fca27bd03c54ef19a443e-svg">
            <a:extLst>
              <a:ext uri="{FF2B5EF4-FFF2-40B4-BE49-F238E27FC236}">
                <a16:creationId xmlns:a16="http://schemas.microsoft.com/office/drawing/2014/main" id="{41AF8C63-BFE2-250F-348B-14CD51DD3585}"/>
              </a:ext>
            </a:extLst>
          </p:cNvPr>
          <p:cNvSpPr/>
          <p:nvPr>
            <p:custDataLst>
              <p:tags r:id="rId2"/>
            </p:custDataLst>
          </p:nvPr>
        </p:nvSpPr>
        <p:spPr>
          <a:xfrm>
            <a:off x="418970" y="1513572"/>
            <a:ext cx="8983414" cy="2103862"/>
          </a:xfrm>
          <a:prstGeom prst="rect">
            <a:avLst/>
          </a:prstGeom>
          <a:blipFill dpi="0" rotWithShape="1">
            <a:blip>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 name="TextBox 2">
            <a:extLst>
              <a:ext uri="{FF2B5EF4-FFF2-40B4-BE49-F238E27FC236}">
                <a16:creationId xmlns:a16="http://schemas.microsoft.com/office/drawing/2014/main" id="{30779B31-EB3D-42BC-BDFF-014764872548}"/>
              </a:ext>
            </a:extLst>
          </p:cNvPr>
          <p:cNvSpPr txBox="1"/>
          <p:nvPr/>
        </p:nvSpPr>
        <p:spPr>
          <a:xfrm>
            <a:off x="389153" y="1325559"/>
            <a:ext cx="1290560" cy="246221"/>
          </a:xfrm>
          <a:prstGeom prst="rect">
            <a:avLst/>
          </a:prstGeom>
          <a:noFill/>
        </p:spPr>
        <p:txBody>
          <a:bodyPr wrap="square" rtlCol="0">
            <a:spAutoFit/>
          </a:bodyPr>
          <a:lstStyle/>
          <a:p>
            <a:pPr marL="144000" indent="-144000" algn="l"/>
            <a:r>
              <a:rPr lang="en-NO" sz="1000" b="1">
                <a:solidFill>
                  <a:schemeClr val="accent1"/>
                </a:solidFill>
                <a:latin typeface="+mn-lt"/>
              </a:rPr>
              <a:t>NOKm</a:t>
            </a:r>
          </a:p>
        </p:txBody>
      </p:sp>
      <p:sp>
        <p:nvSpPr>
          <p:cNvPr id="6" name="Rectangle 5">
            <a:extLst>
              <a:ext uri="{FF2B5EF4-FFF2-40B4-BE49-F238E27FC236}">
                <a16:creationId xmlns:a16="http://schemas.microsoft.com/office/drawing/2014/main" id="{8586DEAB-F3E9-B0ED-8BBB-DB420FEF1268}"/>
              </a:ext>
            </a:extLst>
          </p:cNvPr>
          <p:cNvSpPr/>
          <p:nvPr/>
        </p:nvSpPr>
        <p:spPr>
          <a:xfrm>
            <a:off x="1808319" y="1323688"/>
            <a:ext cx="3185367" cy="246221"/>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Historical</a:t>
            </a:r>
          </a:p>
        </p:txBody>
      </p:sp>
      <p:sp>
        <p:nvSpPr>
          <p:cNvPr id="7" name="Rectangle 6">
            <a:extLst>
              <a:ext uri="{FF2B5EF4-FFF2-40B4-BE49-F238E27FC236}">
                <a16:creationId xmlns:a16="http://schemas.microsoft.com/office/drawing/2014/main" id="{DF860BCE-0709-4E39-3FD0-CBD185450B3D}"/>
              </a:ext>
            </a:extLst>
          </p:cNvPr>
          <p:cNvSpPr/>
          <p:nvPr/>
        </p:nvSpPr>
        <p:spPr>
          <a:xfrm>
            <a:off x="4993686" y="1323688"/>
            <a:ext cx="4398185" cy="24808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Forecast</a:t>
            </a:r>
            <a:endParaRPr lang="en-NO" sz="1200"/>
          </a:p>
        </p:txBody>
      </p:sp>
      <p:cxnSp>
        <p:nvCxnSpPr>
          <p:cNvPr id="10" name="Straight Connector 9">
            <a:extLst>
              <a:ext uri="{FF2B5EF4-FFF2-40B4-BE49-F238E27FC236}">
                <a16:creationId xmlns:a16="http://schemas.microsoft.com/office/drawing/2014/main" id="{34A0EA4C-6719-5315-6F37-AC1DD6B8879A}"/>
              </a:ext>
            </a:extLst>
          </p:cNvPr>
          <p:cNvCxnSpPr/>
          <p:nvPr/>
        </p:nvCxnSpPr>
        <p:spPr>
          <a:xfrm>
            <a:off x="4993686" y="1316999"/>
            <a:ext cx="0" cy="2297508"/>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137407F4-FE26-1505-8C22-DD93B706F75D}"/>
              </a:ext>
            </a:extLst>
          </p:cNvPr>
          <p:cNvCxnSpPr>
            <a:cxnSpLocks/>
          </p:cNvCxnSpPr>
          <p:nvPr/>
        </p:nvCxnSpPr>
        <p:spPr>
          <a:xfrm>
            <a:off x="418970" y="1320883"/>
            <a:ext cx="8972904"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55D90431-9637-1CA4-8C6A-4F961C0CD55A}"/>
              </a:ext>
            </a:extLst>
          </p:cNvPr>
          <p:cNvCxnSpPr>
            <a:cxnSpLocks/>
          </p:cNvCxnSpPr>
          <p:nvPr/>
        </p:nvCxnSpPr>
        <p:spPr>
          <a:xfrm>
            <a:off x="418970" y="3617434"/>
            <a:ext cx="8972904" cy="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AA17CA96-84EB-239F-E9C1-9B4ED2C04848}"/>
              </a:ext>
            </a:extLst>
          </p:cNvPr>
          <p:cNvCxnSpPr>
            <a:cxnSpLocks/>
          </p:cNvCxnSpPr>
          <p:nvPr/>
        </p:nvCxnSpPr>
        <p:spPr>
          <a:xfrm>
            <a:off x="418970" y="1316999"/>
            <a:ext cx="0" cy="2307061"/>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D7630011-655F-AE18-A968-46590DA2B63F}"/>
              </a:ext>
            </a:extLst>
          </p:cNvPr>
          <p:cNvCxnSpPr>
            <a:cxnSpLocks/>
          </p:cNvCxnSpPr>
          <p:nvPr/>
        </p:nvCxnSpPr>
        <p:spPr>
          <a:xfrm>
            <a:off x="9391874" y="1314789"/>
            <a:ext cx="0" cy="2307061"/>
          </a:xfrm>
          <a:prstGeom prst="line">
            <a:avLst/>
          </a:prstGeom>
        </p:spPr>
        <p:style>
          <a:lnRef idx="2">
            <a:schemeClr val="dk1"/>
          </a:lnRef>
          <a:fillRef idx="0">
            <a:schemeClr val="dk1"/>
          </a:fillRef>
          <a:effectRef idx="1">
            <a:schemeClr val="dk1"/>
          </a:effectRef>
          <a:fontRef idx="minor">
            <a:schemeClr val="tx1"/>
          </a:fontRef>
        </p:style>
      </p:cxnSp>
      <p:sp>
        <p:nvSpPr>
          <p:cNvPr id="31" name="Rectangle 30">
            <a:extLst>
              <a:ext uri="{FF2B5EF4-FFF2-40B4-BE49-F238E27FC236}">
                <a16:creationId xmlns:a16="http://schemas.microsoft.com/office/drawing/2014/main" id="{82B1767E-1563-7E82-7EE5-48AD6E6F81C6}"/>
              </a:ext>
            </a:extLst>
          </p:cNvPr>
          <p:cNvSpPr/>
          <p:nvPr/>
        </p:nvSpPr>
        <p:spPr>
          <a:xfrm>
            <a:off x="9233447" y="1144789"/>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1</a:t>
            </a:r>
          </a:p>
        </p:txBody>
      </p:sp>
      <p:pic>
        <p:nvPicPr>
          <p:cNvPr id="32" name="Picture 2" descr="SATS Group – Elkraft">
            <a:extLst>
              <a:ext uri="{FF2B5EF4-FFF2-40B4-BE49-F238E27FC236}">
                <a16:creationId xmlns:a16="http://schemas.microsoft.com/office/drawing/2014/main" id="{84125C2B-6F29-2724-E5BE-ADBF8EFD22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Straight Connector 34">
            <a:extLst>
              <a:ext uri="{FF2B5EF4-FFF2-40B4-BE49-F238E27FC236}">
                <a16:creationId xmlns:a16="http://schemas.microsoft.com/office/drawing/2014/main" id="{2ED8E68F-B101-E834-E36F-243A53891CBB}"/>
              </a:ext>
            </a:extLst>
          </p:cNvPr>
          <p:cNvCxnSpPr/>
          <p:nvPr/>
        </p:nvCxnSpPr>
        <p:spPr>
          <a:xfrm>
            <a:off x="422190" y="3256401"/>
            <a:ext cx="8963375"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Grunt object 85a2aea37f3ea0378c03aea229ee0ba5-svg">
            <a:extLst>
              <a:ext uri="{FF2B5EF4-FFF2-40B4-BE49-F238E27FC236}">
                <a16:creationId xmlns:a16="http://schemas.microsoft.com/office/drawing/2014/main" id="{BBE6C8B4-E71B-7D72-CBD8-D52576CD2127}"/>
              </a:ext>
            </a:extLst>
          </p:cNvPr>
          <p:cNvSpPr/>
          <p:nvPr>
            <p:custDataLst>
              <p:tags r:id="rId3"/>
            </p:custDataLst>
          </p:nvPr>
        </p:nvSpPr>
        <p:spPr>
          <a:xfrm>
            <a:off x="412665" y="4051300"/>
            <a:ext cx="8989720" cy="898344"/>
          </a:xfrm>
          <a:prstGeom prst="rect">
            <a:avLst/>
          </a:prstGeom>
          <a:blipFill dpi="0" rotWithShape="1">
            <a:blip>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7" name="Rectangle 36">
            <a:extLst>
              <a:ext uri="{FF2B5EF4-FFF2-40B4-BE49-F238E27FC236}">
                <a16:creationId xmlns:a16="http://schemas.microsoft.com/office/drawing/2014/main" id="{9847BD12-3BFB-5318-B4A8-9BE1DB02940A}"/>
              </a:ext>
            </a:extLst>
          </p:cNvPr>
          <p:cNvSpPr/>
          <p:nvPr/>
        </p:nvSpPr>
        <p:spPr>
          <a:xfrm>
            <a:off x="1808319" y="3829092"/>
            <a:ext cx="3185368" cy="241834"/>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Historical</a:t>
            </a:r>
            <a:endParaRPr lang="en-NO" sz="1200"/>
          </a:p>
        </p:txBody>
      </p:sp>
      <p:sp>
        <p:nvSpPr>
          <p:cNvPr id="38" name="Rectangle 37">
            <a:extLst>
              <a:ext uri="{FF2B5EF4-FFF2-40B4-BE49-F238E27FC236}">
                <a16:creationId xmlns:a16="http://schemas.microsoft.com/office/drawing/2014/main" id="{7AFAAD49-7787-40DA-7019-EA2AF032520B}"/>
              </a:ext>
            </a:extLst>
          </p:cNvPr>
          <p:cNvSpPr/>
          <p:nvPr/>
        </p:nvSpPr>
        <p:spPr>
          <a:xfrm>
            <a:off x="4993686" y="3828381"/>
            <a:ext cx="4407714" cy="24254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Forecast</a:t>
            </a:r>
          </a:p>
        </p:txBody>
      </p:sp>
      <p:cxnSp>
        <p:nvCxnSpPr>
          <p:cNvPr id="39" name="Straight Connector 38">
            <a:extLst>
              <a:ext uri="{FF2B5EF4-FFF2-40B4-BE49-F238E27FC236}">
                <a16:creationId xmlns:a16="http://schemas.microsoft.com/office/drawing/2014/main" id="{A772D10F-46F9-9EC1-3C56-11388B9CCD5A}"/>
              </a:ext>
            </a:extLst>
          </p:cNvPr>
          <p:cNvCxnSpPr>
            <a:cxnSpLocks/>
          </p:cNvCxnSpPr>
          <p:nvPr/>
        </p:nvCxnSpPr>
        <p:spPr>
          <a:xfrm>
            <a:off x="4993686" y="3841680"/>
            <a:ext cx="0" cy="1145953"/>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386649F0-D2D2-53BB-50C3-E8405029B9A4}"/>
              </a:ext>
            </a:extLst>
          </p:cNvPr>
          <p:cNvCxnSpPr>
            <a:cxnSpLocks/>
          </p:cNvCxnSpPr>
          <p:nvPr/>
        </p:nvCxnSpPr>
        <p:spPr>
          <a:xfrm>
            <a:off x="425230" y="3820558"/>
            <a:ext cx="0" cy="1159705"/>
          </a:xfrm>
          <a:prstGeom prst="line">
            <a:avLst/>
          </a:prstGeom>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3C995D96-05F9-6E7A-9FA2-AC52C28CA7C3}"/>
              </a:ext>
            </a:extLst>
          </p:cNvPr>
          <p:cNvCxnSpPr>
            <a:cxnSpLocks/>
          </p:cNvCxnSpPr>
          <p:nvPr/>
        </p:nvCxnSpPr>
        <p:spPr>
          <a:xfrm>
            <a:off x="428496" y="3825775"/>
            <a:ext cx="8972904" cy="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D8105258-C915-4DE7-B082-3AB33058C238}"/>
              </a:ext>
            </a:extLst>
          </p:cNvPr>
          <p:cNvCxnSpPr>
            <a:cxnSpLocks/>
          </p:cNvCxnSpPr>
          <p:nvPr/>
        </p:nvCxnSpPr>
        <p:spPr>
          <a:xfrm>
            <a:off x="418970" y="4975044"/>
            <a:ext cx="8989807" cy="12589"/>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00203FA8-DDDD-4440-26C3-78AF60E3ECD0}"/>
              </a:ext>
            </a:extLst>
          </p:cNvPr>
          <p:cNvCxnSpPr>
            <a:cxnSpLocks/>
          </p:cNvCxnSpPr>
          <p:nvPr/>
        </p:nvCxnSpPr>
        <p:spPr>
          <a:xfrm>
            <a:off x="9405340" y="3861861"/>
            <a:ext cx="0" cy="1125772"/>
          </a:xfrm>
          <a:prstGeom prst="line">
            <a:avLst/>
          </a:prstGeom>
        </p:spPr>
        <p:style>
          <a:lnRef idx="2">
            <a:schemeClr val="dk1"/>
          </a:lnRef>
          <a:fillRef idx="0">
            <a:schemeClr val="dk1"/>
          </a:fillRef>
          <a:effectRef idx="1">
            <a:schemeClr val="dk1"/>
          </a:effectRef>
          <a:fontRef idx="minor">
            <a:schemeClr val="tx1"/>
          </a:fontRef>
        </p:style>
      </p:cxnSp>
      <p:sp>
        <p:nvSpPr>
          <p:cNvPr id="50" name="Rectangle 49">
            <a:extLst>
              <a:ext uri="{FF2B5EF4-FFF2-40B4-BE49-F238E27FC236}">
                <a16:creationId xmlns:a16="http://schemas.microsoft.com/office/drawing/2014/main" id="{C3235F77-E550-5049-9081-17CBD45EED0A}"/>
              </a:ext>
            </a:extLst>
          </p:cNvPr>
          <p:cNvSpPr/>
          <p:nvPr/>
        </p:nvSpPr>
        <p:spPr>
          <a:xfrm>
            <a:off x="9227139" y="3667964"/>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2</a:t>
            </a:r>
          </a:p>
        </p:txBody>
      </p:sp>
      <p:sp>
        <p:nvSpPr>
          <p:cNvPr id="58" name="TextBox 57">
            <a:extLst>
              <a:ext uri="{FF2B5EF4-FFF2-40B4-BE49-F238E27FC236}">
                <a16:creationId xmlns:a16="http://schemas.microsoft.com/office/drawing/2014/main" id="{EBE22129-522C-5F6A-00FD-2A1C86372859}"/>
              </a:ext>
            </a:extLst>
          </p:cNvPr>
          <p:cNvSpPr txBox="1"/>
          <p:nvPr/>
        </p:nvSpPr>
        <p:spPr>
          <a:xfrm>
            <a:off x="389153" y="3829091"/>
            <a:ext cx="1290560" cy="246221"/>
          </a:xfrm>
          <a:prstGeom prst="rect">
            <a:avLst/>
          </a:prstGeom>
          <a:noFill/>
        </p:spPr>
        <p:txBody>
          <a:bodyPr wrap="square" rtlCol="0">
            <a:spAutoFit/>
          </a:bodyPr>
          <a:lstStyle/>
          <a:p>
            <a:pPr marL="144000" indent="-144000" algn="l"/>
            <a:r>
              <a:rPr lang="en-NO" sz="1000" b="1">
                <a:solidFill>
                  <a:schemeClr val="accent1"/>
                </a:solidFill>
              </a:rPr>
              <a:t>Multiples</a:t>
            </a:r>
            <a:endParaRPr lang="en-NO" sz="1000" b="1">
              <a:solidFill>
                <a:schemeClr val="accent1"/>
              </a:solidFill>
              <a:latin typeface="+mn-lt"/>
            </a:endParaRPr>
          </a:p>
        </p:txBody>
      </p:sp>
      <p:sp>
        <p:nvSpPr>
          <p:cNvPr id="63" name="Grunt object 767dd92d9cd6888c62b92aa5359ed69a-svg">
            <a:extLst>
              <a:ext uri="{FF2B5EF4-FFF2-40B4-BE49-F238E27FC236}">
                <a16:creationId xmlns:a16="http://schemas.microsoft.com/office/drawing/2014/main" id="{80AFDCD1-D991-51A3-A638-5BA5C7DE0431}"/>
              </a:ext>
            </a:extLst>
          </p:cNvPr>
          <p:cNvSpPr/>
          <p:nvPr>
            <p:custDataLst>
              <p:tags r:id="rId4"/>
            </p:custDataLst>
          </p:nvPr>
        </p:nvSpPr>
        <p:spPr>
          <a:xfrm>
            <a:off x="424339" y="5468498"/>
            <a:ext cx="8986587" cy="853247"/>
          </a:xfrm>
          <a:prstGeom prst="rect">
            <a:avLst/>
          </a:prstGeom>
          <a:blipFill dpi="0" rotWithShape="1">
            <a:blip>
              <a:extLs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65" name="Straight Connector 64">
            <a:extLst>
              <a:ext uri="{FF2B5EF4-FFF2-40B4-BE49-F238E27FC236}">
                <a16:creationId xmlns:a16="http://schemas.microsoft.com/office/drawing/2014/main" id="{16120B4D-4F8F-6D76-0045-5E0510BB671B}"/>
              </a:ext>
            </a:extLst>
          </p:cNvPr>
          <p:cNvCxnSpPr>
            <a:cxnSpLocks/>
          </p:cNvCxnSpPr>
          <p:nvPr/>
        </p:nvCxnSpPr>
        <p:spPr>
          <a:xfrm>
            <a:off x="422190" y="5247886"/>
            <a:ext cx="0" cy="1057604"/>
          </a:xfrm>
          <a:prstGeom prst="line">
            <a:avLst/>
          </a:prstGeom>
        </p:spPr>
        <p:style>
          <a:lnRef idx="2">
            <a:schemeClr val="dk1"/>
          </a:lnRef>
          <a:fillRef idx="0">
            <a:schemeClr val="dk1"/>
          </a:fillRef>
          <a:effectRef idx="1">
            <a:schemeClr val="dk1"/>
          </a:effectRef>
          <a:fontRef idx="minor">
            <a:schemeClr val="tx1"/>
          </a:fontRef>
        </p:style>
      </p:cxnSp>
      <p:sp>
        <p:nvSpPr>
          <p:cNvPr id="68" name="Rectangle 67">
            <a:extLst>
              <a:ext uri="{FF2B5EF4-FFF2-40B4-BE49-F238E27FC236}">
                <a16:creationId xmlns:a16="http://schemas.microsoft.com/office/drawing/2014/main" id="{F5EA3C64-3192-3598-5FBD-E1061D0D25AE}"/>
              </a:ext>
            </a:extLst>
          </p:cNvPr>
          <p:cNvSpPr/>
          <p:nvPr/>
        </p:nvSpPr>
        <p:spPr>
          <a:xfrm>
            <a:off x="1808318" y="5253317"/>
            <a:ext cx="3185368" cy="230875"/>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Historical</a:t>
            </a:r>
          </a:p>
        </p:txBody>
      </p:sp>
      <p:sp>
        <p:nvSpPr>
          <p:cNvPr id="70" name="Rectangle 69">
            <a:extLst>
              <a:ext uri="{FF2B5EF4-FFF2-40B4-BE49-F238E27FC236}">
                <a16:creationId xmlns:a16="http://schemas.microsoft.com/office/drawing/2014/main" id="{08962441-1AEE-63C9-07A6-672BB19F251A}"/>
              </a:ext>
            </a:extLst>
          </p:cNvPr>
          <p:cNvSpPr/>
          <p:nvPr/>
        </p:nvSpPr>
        <p:spPr>
          <a:xfrm>
            <a:off x="4993686" y="5252255"/>
            <a:ext cx="4415091" cy="2319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solidFill>
                  <a:schemeClr val="accent1"/>
                </a:solidFill>
              </a:rPr>
              <a:t>Forecast</a:t>
            </a:r>
          </a:p>
        </p:txBody>
      </p:sp>
      <p:cxnSp>
        <p:nvCxnSpPr>
          <p:cNvPr id="71" name="Straight Connector 70">
            <a:extLst>
              <a:ext uri="{FF2B5EF4-FFF2-40B4-BE49-F238E27FC236}">
                <a16:creationId xmlns:a16="http://schemas.microsoft.com/office/drawing/2014/main" id="{183FC50E-0178-7DA6-ED64-9C683318838C}"/>
              </a:ext>
            </a:extLst>
          </p:cNvPr>
          <p:cNvCxnSpPr>
            <a:cxnSpLocks/>
          </p:cNvCxnSpPr>
          <p:nvPr/>
        </p:nvCxnSpPr>
        <p:spPr>
          <a:xfrm>
            <a:off x="4993686" y="5275898"/>
            <a:ext cx="0" cy="1045847"/>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5" name="Straight Connector 74">
            <a:extLst>
              <a:ext uri="{FF2B5EF4-FFF2-40B4-BE49-F238E27FC236}">
                <a16:creationId xmlns:a16="http://schemas.microsoft.com/office/drawing/2014/main" id="{5E9E7C1B-1780-B6A1-00B3-305D3FF5EB30}"/>
              </a:ext>
            </a:extLst>
          </p:cNvPr>
          <p:cNvCxnSpPr>
            <a:cxnSpLocks/>
          </p:cNvCxnSpPr>
          <p:nvPr/>
        </p:nvCxnSpPr>
        <p:spPr>
          <a:xfrm>
            <a:off x="419015" y="5247886"/>
            <a:ext cx="8972904" cy="0"/>
          </a:xfrm>
          <a:prstGeom prst="line">
            <a:avLst/>
          </a:prstGeom>
        </p:spPr>
        <p:style>
          <a:lnRef idx="2">
            <a:schemeClr val="dk1"/>
          </a:lnRef>
          <a:fillRef idx="0">
            <a:schemeClr val="dk1"/>
          </a:fillRef>
          <a:effectRef idx="1">
            <a:schemeClr val="dk1"/>
          </a:effectRef>
          <a:fontRef idx="minor">
            <a:schemeClr val="tx1"/>
          </a:fontRef>
        </p:style>
      </p:cxnSp>
      <p:sp>
        <p:nvSpPr>
          <p:cNvPr id="84" name="TextBox 83">
            <a:extLst>
              <a:ext uri="{FF2B5EF4-FFF2-40B4-BE49-F238E27FC236}">
                <a16:creationId xmlns:a16="http://schemas.microsoft.com/office/drawing/2014/main" id="{F2C9B0AD-4D0D-814A-6B52-6D9983D7A9F9}"/>
              </a:ext>
            </a:extLst>
          </p:cNvPr>
          <p:cNvSpPr txBox="1"/>
          <p:nvPr/>
        </p:nvSpPr>
        <p:spPr>
          <a:xfrm>
            <a:off x="389153" y="5247886"/>
            <a:ext cx="1290560" cy="246221"/>
          </a:xfrm>
          <a:prstGeom prst="rect">
            <a:avLst/>
          </a:prstGeom>
          <a:noFill/>
        </p:spPr>
        <p:txBody>
          <a:bodyPr wrap="square" rtlCol="0">
            <a:spAutoFit/>
          </a:bodyPr>
          <a:lstStyle/>
          <a:p>
            <a:pPr marL="144000" indent="-144000" algn="l"/>
            <a:r>
              <a:rPr lang="en-NO" sz="1000" b="1">
                <a:solidFill>
                  <a:schemeClr val="accent1"/>
                </a:solidFill>
              </a:rPr>
              <a:t>%</a:t>
            </a:r>
            <a:endParaRPr lang="en-NO" sz="1000" b="1">
              <a:solidFill>
                <a:schemeClr val="accent1"/>
              </a:solidFill>
              <a:latin typeface="+mn-lt"/>
            </a:endParaRPr>
          </a:p>
        </p:txBody>
      </p:sp>
      <p:cxnSp>
        <p:nvCxnSpPr>
          <p:cNvPr id="9" name="Straight Connector 8">
            <a:extLst>
              <a:ext uri="{FF2B5EF4-FFF2-40B4-BE49-F238E27FC236}">
                <a16:creationId xmlns:a16="http://schemas.microsoft.com/office/drawing/2014/main" id="{E5542C22-1AD7-F8DC-4B4E-8192687196B8}"/>
              </a:ext>
            </a:extLst>
          </p:cNvPr>
          <p:cNvCxnSpPr>
            <a:cxnSpLocks/>
          </p:cNvCxnSpPr>
          <p:nvPr/>
        </p:nvCxnSpPr>
        <p:spPr>
          <a:xfrm>
            <a:off x="419015" y="6311586"/>
            <a:ext cx="8991911" cy="12598"/>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E1ADC024-9537-5523-4E09-53A0BD4C278A}"/>
              </a:ext>
            </a:extLst>
          </p:cNvPr>
          <p:cNvCxnSpPr>
            <a:cxnSpLocks/>
          </p:cNvCxnSpPr>
          <p:nvPr/>
        </p:nvCxnSpPr>
        <p:spPr>
          <a:xfrm>
            <a:off x="9410926" y="5266580"/>
            <a:ext cx="0" cy="1057604"/>
          </a:xfrm>
          <a:prstGeom prst="line">
            <a:avLst/>
          </a:prstGeom>
        </p:spPr>
        <p:style>
          <a:lnRef idx="2">
            <a:schemeClr val="dk1"/>
          </a:lnRef>
          <a:fillRef idx="0">
            <a:schemeClr val="dk1"/>
          </a:fillRef>
          <a:effectRef idx="1">
            <a:schemeClr val="dk1"/>
          </a:effectRef>
          <a:fontRef idx="minor">
            <a:schemeClr val="tx1"/>
          </a:fontRef>
        </p:style>
      </p:cxnSp>
      <p:sp>
        <p:nvSpPr>
          <p:cNvPr id="83" name="Rectangle 82">
            <a:extLst>
              <a:ext uri="{FF2B5EF4-FFF2-40B4-BE49-F238E27FC236}">
                <a16:creationId xmlns:a16="http://schemas.microsoft.com/office/drawing/2014/main" id="{EDC9A060-9D97-29A8-F25F-4A7844BABEC4}"/>
              </a:ext>
            </a:extLst>
          </p:cNvPr>
          <p:cNvSpPr/>
          <p:nvPr/>
        </p:nvSpPr>
        <p:spPr>
          <a:xfrm>
            <a:off x="9233495" y="5081231"/>
            <a:ext cx="316847" cy="294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3</a:t>
            </a:r>
          </a:p>
        </p:txBody>
      </p:sp>
    </p:spTree>
    <p:custDataLst>
      <p:tags r:id="rId1"/>
    </p:custDataLst>
    <p:extLst>
      <p:ext uri="{BB962C8B-B14F-4D97-AF65-F5344CB8AC3E}">
        <p14:creationId xmlns:p14="http://schemas.microsoft.com/office/powerpoint/2010/main" val="1570475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DCE97B8-AA68-8009-6C0C-176500E2B610}"/>
              </a:ext>
            </a:extLst>
          </p:cNvPr>
          <p:cNvSpPr>
            <a:spLocks noGrp="1"/>
          </p:cNvSpPr>
          <p:nvPr>
            <p:ph type="body" sz="quarter" idx="11"/>
          </p:nvPr>
        </p:nvSpPr>
        <p:spPr>
          <a:xfrm>
            <a:off x="428496" y="882739"/>
            <a:ext cx="9456994" cy="309420"/>
          </a:xfrm>
        </p:spPr>
        <p:txBody>
          <a:bodyPr>
            <a:normAutofit fontScale="77500" lnSpcReduction="20000"/>
          </a:bodyPr>
          <a:lstStyle/>
          <a:p>
            <a:r>
              <a:rPr lang="en-GB"/>
              <a:t>We recommend a Buy. Based on our analysis, we anticipate an indicative valuation range of NOK45 – NOK60 per share, approximately 6.4% - 41% upside versus current share price (NOK 42.3)</a:t>
            </a:r>
            <a:endParaRPr lang="en-GB">
              <a:highlight>
                <a:srgbClr val="FFFF00"/>
              </a:highlight>
            </a:endParaRPr>
          </a:p>
        </p:txBody>
      </p:sp>
      <p:sp>
        <p:nvSpPr>
          <p:cNvPr id="14" name="Title 13">
            <a:extLst>
              <a:ext uri="{FF2B5EF4-FFF2-40B4-BE49-F238E27FC236}">
                <a16:creationId xmlns:a16="http://schemas.microsoft.com/office/drawing/2014/main" id="{D6A62673-4028-68BD-E8EA-914FB964B023}"/>
              </a:ext>
            </a:extLst>
          </p:cNvPr>
          <p:cNvSpPr>
            <a:spLocks noGrp="1"/>
          </p:cNvSpPr>
          <p:nvPr>
            <p:ph type="title"/>
          </p:nvPr>
        </p:nvSpPr>
        <p:spPr/>
        <p:txBody>
          <a:bodyPr/>
          <a:lstStyle/>
          <a:p>
            <a:r>
              <a:rPr lang="en-GB"/>
              <a:t>Valuation and Recommendation </a:t>
            </a:r>
          </a:p>
        </p:txBody>
      </p:sp>
      <p:sp>
        <p:nvSpPr>
          <p:cNvPr id="17" name="Text Placeholder 16">
            <a:extLst>
              <a:ext uri="{FF2B5EF4-FFF2-40B4-BE49-F238E27FC236}">
                <a16:creationId xmlns:a16="http://schemas.microsoft.com/office/drawing/2014/main" id="{4B84ADCC-ADB6-9268-11D8-B7840AA8DCED}"/>
              </a:ext>
            </a:extLst>
          </p:cNvPr>
          <p:cNvSpPr>
            <a:spLocks noGrp="1"/>
          </p:cNvSpPr>
          <p:nvPr>
            <p:ph type="body" sz="quarter" idx="13"/>
          </p:nvPr>
        </p:nvSpPr>
        <p:spPr/>
        <p:txBody>
          <a:bodyPr/>
          <a:lstStyle/>
          <a:p>
            <a:r>
              <a:rPr lang="en-US" noProof="1"/>
              <a:t>#4 Valuation and Concluding Thoughts</a:t>
            </a:r>
          </a:p>
        </p:txBody>
      </p:sp>
      <p:sp>
        <p:nvSpPr>
          <p:cNvPr id="16" name="Text Placeholder 15">
            <a:extLst>
              <a:ext uri="{FF2B5EF4-FFF2-40B4-BE49-F238E27FC236}">
                <a16:creationId xmlns:a16="http://schemas.microsoft.com/office/drawing/2014/main" id="{176562D2-7589-96B8-5B9E-C6358737E4C5}"/>
              </a:ext>
            </a:extLst>
          </p:cNvPr>
          <p:cNvSpPr>
            <a:spLocks noGrp="1"/>
          </p:cNvSpPr>
          <p:nvPr>
            <p:ph type="body" sz="quarter" idx="12"/>
          </p:nvPr>
        </p:nvSpPr>
        <p:spPr/>
        <p:txBody>
          <a:bodyPr/>
          <a:lstStyle/>
          <a:p>
            <a:r>
              <a:rPr lang="en-GB"/>
              <a:t>Sources: Company Financial Reports, Bloomberg, SLME Advisory Estimates</a:t>
            </a:r>
          </a:p>
          <a:p>
            <a:r>
              <a:rPr lang="en-GB"/>
              <a:t>Note:</a:t>
            </a:r>
          </a:p>
        </p:txBody>
      </p:sp>
      <p:pic>
        <p:nvPicPr>
          <p:cNvPr id="2" name="Picture 2" descr="SATS Group – Elkraft">
            <a:extLst>
              <a:ext uri="{FF2B5EF4-FFF2-40B4-BE49-F238E27FC236}">
                <a16:creationId xmlns:a16="http://schemas.microsoft.com/office/drawing/2014/main" id="{F3F47435-D6AA-855A-3ABC-60FA0FD04F1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1">
            <a:extLst>
              <a:ext uri="{FF2B5EF4-FFF2-40B4-BE49-F238E27FC236}">
                <a16:creationId xmlns:a16="http://schemas.microsoft.com/office/drawing/2014/main" id="{D13F8175-9A91-2BC0-4E4C-CFC1CF87F001}"/>
              </a:ext>
            </a:extLst>
          </p:cNvPr>
          <p:cNvSpPr txBox="1">
            <a:spLocks/>
          </p:cNvSpPr>
          <p:nvPr/>
        </p:nvSpPr>
        <p:spPr>
          <a:xfrm>
            <a:off x="435514" y="1213724"/>
            <a:ext cx="10979604" cy="684626"/>
          </a:xfrm>
          <a:prstGeom prst="rect">
            <a:avLst/>
          </a:prstGeom>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44000" tIns="180000" rIns="144000" bIns="180000" rtlCol="0" anchor="ctr">
            <a:noAutofit/>
          </a:bodyPr>
          <a:lstStyle>
            <a:lvl1pPr marL="0" indent="0" algn="l" defTabSz="742950" rtl="0" eaLnBrk="1" latinLnBrk="0" hangingPunct="1">
              <a:lnSpc>
                <a:spcPct val="100000"/>
              </a:lnSpc>
              <a:spcBef>
                <a:spcPts val="0"/>
              </a:spcBef>
              <a:spcAft>
                <a:spcPts val="0"/>
              </a:spcAft>
              <a:buClr>
                <a:schemeClr val="tx2"/>
              </a:buClr>
              <a:buSzPct val="125000"/>
              <a:buFont typeface="Arial" panose="020B0604020202020204" pitchFamily="34" charset="0"/>
              <a:buNone/>
              <a:defRPr lang="en-US" sz="1200" kern="1200" dirty="0">
                <a:solidFill>
                  <a:schemeClr val="lt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None/>
              <a:defRPr sz="1200" kern="1200">
                <a:solidFill>
                  <a:schemeClr val="lt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9pPr>
          </a:lstStyle>
          <a:p>
            <a:pPr defTabSz="914400">
              <a:lnSpc>
                <a:spcPct val="120000"/>
              </a:lnSpc>
              <a:spcBef>
                <a:spcPts val="200"/>
              </a:spcBef>
              <a:spcAft>
                <a:spcPts val="300"/>
              </a:spcAft>
              <a:buClr>
                <a:srgbClr val="003255"/>
              </a:buClr>
              <a:defRPr/>
            </a:pPr>
            <a:r>
              <a:rPr lang="en-GB" sz="1100" kern="0" dirty="0">
                <a:solidFill>
                  <a:srgbClr val="FFFFFF"/>
                </a:solidFill>
              </a:rPr>
              <a:t>We view SATS as a </a:t>
            </a:r>
            <a:r>
              <a:rPr lang="en-GB" sz="1100" b="1" kern="0" dirty="0">
                <a:solidFill>
                  <a:srgbClr val="FFFFFF"/>
                </a:solidFill>
              </a:rPr>
              <a:t>structurally improved fitness operator </a:t>
            </a:r>
            <a:r>
              <a:rPr lang="en-GB" sz="1100" kern="0" dirty="0">
                <a:solidFill>
                  <a:srgbClr val="FFFFFF"/>
                </a:solidFill>
              </a:rPr>
              <a:t>with </a:t>
            </a:r>
            <a:r>
              <a:rPr lang="en-GB" sz="1100" b="1" kern="0" dirty="0">
                <a:solidFill>
                  <a:srgbClr val="FFFFFF"/>
                </a:solidFill>
              </a:rPr>
              <a:t>stronger earnings visibility, expanding margins </a:t>
            </a:r>
            <a:r>
              <a:rPr lang="en-GB" sz="1100" kern="0" dirty="0">
                <a:solidFill>
                  <a:srgbClr val="FFFFFF"/>
                </a:solidFill>
              </a:rPr>
              <a:t>and a </a:t>
            </a:r>
            <a:r>
              <a:rPr lang="en-GB" sz="1100" b="1" kern="0" dirty="0">
                <a:solidFill>
                  <a:srgbClr val="FFFFFF"/>
                </a:solidFill>
              </a:rPr>
              <a:t>clear deleveraging trajectory</a:t>
            </a:r>
            <a:r>
              <a:rPr lang="en-GB" sz="1100" kern="0" dirty="0">
                <a:solidFill>
                  <a:srgbClr val="FFFFFF"/>
                </a:solidFill>
              </a:rPr>
              <a:t>. The business benefits from recurring revenues and </a:t>
            </a:r>
            <a:r>
              <a:rPr lang="en-GB" sz="1050" kern="0" dirty="0">
                <a:solidFill>
                  <a:srgbClr val="FFFFFF"/>
                </a:solidFill>
              </a:rPr>
              <a:t>operating</a:t>
            </a:r>
            <a:r>
              <a:rPr lang="en-GB" sz="1100" kern="0" dirty="0">
                <a:solidFill>
                  <a:srgbClr val="FFFFFF"/>
                </a:solidFill>
              </a:rPr>
              <a:t> leverage, while valuation does not fully reflect normalized earnings power. Based on conservative assumptions, our analysis supports a </a:t>
            </a:r>
            <a:r>
              <a:rPr lang="en-GB" sz="1100" b="1" kern="0" dirty="0">
                <a:solidFill>
                  <a:srgbClr val="FFFFFF"/>
                </a:solidFill>
              </a:rPr>
              <a:t>Buy</a:t>
            </a:r>
            <a:r>
              <a:rPr lang="en-GB" sz="1100" kern="0" dirty="0">
                <a:solidFill>
                  <a:srgbClr val="FFFFFF"/>
                </a:solidFill>
              </a:rPr>
              <a:t> </a:t>
            </a:r>
            <a:r>
              <a:rPr lang="en-GB" sz="1100" b="1" kern="0" dirty="0">
                <a:solidFill>
                  <a:srgbClr val="FFFFFF"/>
                </a:solidFill>
              </a:rPr>
              <a:t>recommendation</a:t>
            </a:r>
            <a:r>
              <a:rPr lang="en-GB" sz="1100" kern="0" dirty="0">
                <a:solidFill>
                  <a:srgbClr val="FFFFFF"/>
                </a:solidFill>
              </a:rPr>
              <a:t> and a </a:t>
            </a:r>
            <a:r>
              <a:rPr lang="en-GB" sz="1100" b="1" kern="0" dirty="0">
                <a:solidFill>
                  <a:srgbClr val="FFFFFF"/>
                </a:solidFill>
              </a:rPr>
              <a:t>target price of NOK 49.5</a:t>
            </a:r>
            <a:endParaRPr lang="en-GB" sz="1100" b="1" kern="0" dirty="0">
              <a:solidFill>
                <a:srgbClr val="FFFFFF"/>
              </a:solidFill>
              <a:latin typeface="Arial Nova"/>
            </a:endParaRPr>
          </a:p>
        </p:txBody>
      </p:sp>
      <p:sp>
        <p:nvSpPr>
          <p:cNvPr id="5" name="Grunt object 9534e47dbb8d549d6e7f26ffab98a293-svg">
            <a:extLst>
              <a:ext uri="{FF2B5EF4-FFF2-40B4-BE49-F238E27FC236}">
                <a16:creationId xmlns:a16="http://schemas.microsoft.com/office/drawing/2014/main" id="{CB0FC06E-0E26-EAEA-044E-452570A48518}"/>
              </a:ext>
            </a:extLst>
          </p:cNvPr>
          <p:cNvSpPr/>
          <p:nvPr>
            <p:custDataLst>
              <p:tags r:id="rId2"/>
            </p:custDataLst>
          </p:nvPr>
        </p:nvSpPr>
        <p:spPr>
          <a:xfrm>
            <a:off x="4732047" y="2365367"/>
            <a:ext cx="3969456" cy="1968014"/>
          </a:xfrm>
          <a:prstGeom prst="rect">
            <a:avLst/>
          </a:prstGeom>
          <a:blipFill dpi="0" rotWithShape="1">
            <a:blip>
              <a:extLst>
                <a:ext uri="{96DAC541-7B7A-43D3-8B79-37D633B846F1}">
                  <asvg:svgBlip xmlns:asvg="http://schemas.microsoft.com/office/drawing/2016/SVG/main" r:embed="rId1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7" name="Content Placeholder 1">
            <a:extLst>
              <a:ext uri="{FF2B5EF4-FFF2-40B4-BE49-F238E27FC236}">
                <a16:creationId xmlns:a16="http://schemas.microsoft.com/office/drawing/2014/main" id="{901C2A0B-C59A-C9E3-BC34-76918395D331}"/>
              </a:ext>
            </a:extLst>
          </p:cNvPr>
          <p:cNvSpPr txBox="1">
            <a:spLocks/>
          </p:cNvSpPr>
          <p:nvPr/>
        </p:nvSpPr>
        <p:spPr>
          <a:xfrm>
            <a:off x="4607755" y="2200179"/>
            <a:ext cx="4093745" cy="165188"/>
          </a:xfrm>
          <a:prstGeom prst="rect">
            <a:avLst/>
          </a:prstGeom>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0" rIns="0" bIns="36000" rtlCol="0" anchor="ctr">
            <a:noAutofit/>
          </a:bodyPr>
          <a:lstStyle>
            <a:lvl1pPr marL="0" indent="0" algn="l" defTabSz="742950" rtl="0" eaLnBrk="1" latinLnBrk="0" hangingPunct="1">
              <a:lnSpc>
                <a:spcPct val="100000"/>
              </a:lnSpc>
              <a:spcBef>
                <a:spcPts val="0"/>
              </a:spcBef>
              <a:spcAft>
                <a:spcPts val="0"/>
              </a:spcAft>
              <a:buClr>
                <a:schemeClr val="tx2"/>
              </a:buClr>
              <a:buSzPct val="125000"/>
              <a:buFont typeface="Arial" panose="020B0604020202020204" pitchFamily="34" charset="0"/>
              <a:buNone/>
              <a:defRPr lang="en-US" sz="1200" kern="1200" dirty="0">
                <a:solidFill>
                  <a:schemeClr val="lt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None/>
              <a:defRPr sz="1200" kern="1200">
                <a:solidFill>
                  <a:schemeClr val="lt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9pPr>
          </a:lstStyle>
          <a:p>
            <a:pPr algn="ctr" defTabSz="914400">
              <a:lnSpc>
                <a:spcPct val="120000"/>
              </a:lnSpc>
              <a:spcBef>
                <a:spcPts val="200"/>
              </a:spcBef>
              <a:spcAft>
                <a:spcPts val="300"/>
              </a:spcAft>
              <a:buClr>
                <a:srgbClr val="003255"/>
              </a:buClr>
              <a:defRPr/>
            </a:pPr>
            <a:r>
              <a:rPr lang="en-GB" sz="1100" kern="0">
                <a:solidFill>
                  <a:srgbClr val="FFFFFF"/>
                </a:solidFill>
                <a:latin typeface="Arial Nova"/>
              </a:rPr>
              <a:t>Terminal Growth</a:t>
            </a:r>
          </a:p>
        </p:txBody>
      </p:sp>
      <p:sp>
        <p:nvSpPr>
          <p:cNvPr id="8" name="Content Placeholder 1">
            <a:extLst>
              <a:ext uri="{FF2B5EF4-FFF2-40B4-BE49-F238E27FC236}">
                <a16:creationId xmlns:a16="http://schemas.microsoft.com/office/drawing/2014/main" id="{BE68DAD5-2CA0-31DA-50ED-0FC5163C8FC3}"/>
              </a:ext>
            </a:extLst>
          </p:cNvPr>
          <p:cNvSpPr txBox="1">
            <a:spLocks/>
          </p:cNvSpPr>
          <p:nvPr/>
        </p:nvSpPr>
        <p:spPr>
          <a:xfrm>
            <a:off x="4559301" y="2200179"/>
            <a:ext cx="172746" cy="2127087"/>
          </a:xfrm>
          <a:prstGeom prst="rect">
            <a:avLst/>
          </a:prstGeom>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0" rIns="0" bIns="36000" rtlCol="0" anchor="ctr">
            <a:noAutofit/>
          </a:bodyPr>
          <a:lstStyle>
            <a:lvl1pPr marL="0" indent="0" algn="l" defTabSz="742950" rtl="0" eaLnBrk="1" latinLnBrk="0" hangingPunct="1">
              <a:lnSpc>
                <a:spcPct val="100000"/>
              </a:lnSpc>
              <a:spcBef>
                <a:spcPts val="0"/>
              </a:spcBef>
              <a:spcAft>
                <a:spcPts val="0"/>
              </a:spcAft>
              <a:buClr>
                <a:schemeClr val="tx2"/>
              </a:buClr>
              <a:buSzPct val="125000"/>
              <a:buFont typeface="Arial" panose="020B0604020202020204" pitchFamily="34" charset="0"/>
              <a:buNone/>
              <a:defRPr lang="en-US" sz="1200" kern="1200" dirty="0">
                <a:solidFill>
                  <a:schemeClr val="lt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None/>
              <a:defRPr sz="1200" kern="1200">
                <a:solidFill>
                  <a:schemeClr val="lt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9pPr>
          </a:lstStyle>
          <a:p>
            <a:pPr algn="ctr" defTabSz="914400">
              <a:lnSpc>
                <a:spcPct val="120000"/>
              </a:lnSpc>
              <a:spcBef>
                <a:spcPts val="200"/>
              </a:spcBef>
              <a:spcAft>
                <a:spcPts val="300"/>
              </a:spcAft>
              <a:buClr>
                <a:srgbClr val="003255"/>
              </a:buClr>
              <a:defRPr/>
            </a:pPr>
            <a:r>
              <a:rPr lang="en-GB" sz="1100" kern="0">
                <a:solidFill>
                  <a:srgbClr val="FFFFFF"/>
                </a:solidFill>
                <a:latin typeface="Arial Nova"/>
              </a:rPr>
              <a:t>WACC</a:t>
            </a:r>
          </a:p>
        </p:txBody>
      </p:sp>
      <p:cxnSp>
        <p:nvCxnSpPr>
          <p:cNvPr id="19" name="Straight Connector 18">
            <a:extLst>
              <a:ext uri="{FF2B5EF4-FFF2-40B4-BE49-F238E27FC236}">
                <a16:creationId xmlns:a16="http://schemas.microsoft.com/office/drawing/2014/main" id="{64C0A9A9-A133-DCF0-8AFF-E9CE6F52D0DB}"/>
              </a:ext>
            </a:extLst>
          </p:cNvPr>
          <p:cNvCxnSpPr>
            <a:cxnSpLocks/>
          </p:cNvCxnSpPr>
          <p:nvPr/>
        </p:nvCxnSpPr>
        <p:spPr>
          <a:xfrm>
            <a:off x="4559301" y="2076008"/>
            <a:ext cx="6859152" cy="0"/>
          </a:xfrm>
          <a:prstGeom prst="line">
            <a:avLst/>
          </a:prstGeom>
        </p:spPr>
        <p:style>
          <a:lnRef idx="3">
            <a:schemeClr val="accent1"/>
          </a:lnRef>
          <a:fillRef idx="0">
            <a:schemeClr val="accent1"/>
          </a:fillRef>
          <a:effectRef idx="2">
            <a:schemeClr val="accent1"/>
          </a:effectRef>
          <a:fontRef idx="minor">
            <a:schemeClr val="tx1"/>
          </a:fontRef>
        </p:style>
      </p:cxnSp>
      <p:sp>
        <p:nvSpPr>
          <p:cNvPr id="20" name="Text Placeholder 14">
            <a:extLst>
              <a:ext uri="{FF2B5EF4-FFF2-40B4-BE49-F238E27FC236}">
                <a16:creationId xmlns:a16="http://schemas.microsoft.com/office/drawing/2014/main" id="{82A2FF74-7300-D2CE-8F54-4536B1692A37}"/>
              </a:ext>
            </a:extLst>
          </p:cNvPr>
          <p:cNvSpPr txBox="1">
            <a:spLocks/>
          </p:cNvSpPr>
          <p:nvPr/>
        </p:nvSpPr>
        <p:spPr>
          <a:xfrm>
            <a:off x="4565977" y="1892300"/>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DCF Valuation – Sensitivity Analysis</a:t>
            </a:r>
          </a:p>
        </p:txBody>
      </p:sp>
      <p:sp>
        <p:nvSpPr>
          <p:cNvPr id="21" name="Rectangle 20">
            <a:extLst>
              <a:ext uri="{FF2B5EF4-FFF2-40B4-BE49-F238E27FC236}">
                <a16:creationId xmlns:a16="http://schemas.microsoft.com/office/drawing/2014/main" id="{31008304-2CC9-D089-2348-CE724B58E946}"/>
              </a:ext>
            </a:extLst>
          </p:cNvPr>
          <p:cNvSpPr/>
          <p:nvPr/>
        </p:nvSpPr>
        <p:spPr>
          <a:xfrm>
            <a:off x="427548" y="2205883"/>
            <a:ext cx="3407234" cy="211079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a:solidFill>
                  <a:schemeClr val="tx1"/>
                </a:solidFill>
              </a:rPr>
              <a:t>To our eyes, SATS is a structurally improved, </a:t>
            </a:r>
            <a:r>
              <a:rPr lang="en-GB" sz="1000" b="1">
                <a:solidFill>
                  <a:schemeClr val="tx1"/>
                </a:solidFill>
              </a:rPr>
              <a:t>cash-generative business</a:t>
            </a:r>
            <a:r>
              <a:rPr lang="en-GB" sz="1000">
                <a:solidFill>
                  <a:schemeClr val="tx1"/>
                </a:solidFill>
              </a:rPr>
              <a:t> with visible </a:t>
            </a:r>
            <a:r>
              <a:rPr lang="en-GB" sz="1000" b="1">
                <a:solidFill>
                  <a:schemeClr val="tx1"/>
                </a:solidFill>
              </a:rPr>
              <a:t>margin recovery </a:t>
            </a:r>
            <a:r>
              <a:rPr lang="en-GB" sz="1000">
                <a:solidFill>
                  <a:schemeClr val="tx1"/>
                </a:solidFill>
              </a:rPr>
              <a:t>and </a:t>
            </a:r>
            <a:r>
              <a:rPr lang="en-GB" sz="1000" b="1">
                <a:solidFill>
                  <a:schemeClr val="tx1"/>
                </a:solidFill>
              </a:rPr>
              <a:t>strong operating leverage</a:t>
            </a:r>
            <a:r>
              <a:rPr lang="en-GB" sz="1000">
                <a:solidFill>
                  <a:schemeClr val="tx1"/>
                </a:solidFill>
              </a:rPr>
              <a:t>.</a:t>
            </a:r>
          </a:p>
          <a:p>
            <a:pPr algn="ct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ARPU growth </a:t>
            </a:r>
            <a:r>
              <a:rPr lang="en-GB" sz="1000">
                <a:solidFill>
                  <a:schemeClr val="tx1"/>
                </a:solidFill>
              </a:rPr>
              <a:t>and </a:t>
            </a:r>
            <a:r>
              <a:rPr lang="en-GB" sz="1000" b="1">
                <a:solidFill>
                  <a:schemeClr val="tx1"/>
                </a:solidFill>
              </a:rPr>
              <a:t>stable membership trends </a:t>
            </a:r>
            <a:r>
              <a:rPr lang="en-GB" sz="1000">
                <a:solidFill>
                  <a:schemeClr val="tx1"/>
                </a:solidFill>
              </a:rPr>
              <a:t>support continued </a:t>
            </a:r>
            <a:r>
              <a:rPr lang="en-GB" sz="1000" b="1">
                <a:solidFill>
                  <a:schemeClr val="tx1"/>
                </a:solidFill>
              </a:rPr>
              <a:t>EBITDA expansion </a:t>
            </a:r>
            <a:r>
              <a:rPr lang="en-GB" sz="1000">
                <a:solidFill>
                  <a:schemeClr val="tx1"/>
                </a:solidFill>
              </a:rPr>
              <a:t>and </a:t>
            </a:r>
            <a:r>
              <a:rPr lang="en-GB" sz="1000" b="1">
                <a:solidFill>
                  <a:schemeClr val="tx1"/>
                </a:solidFill>
              </a:rPr>
              <a:t>improving earnings quality.</a:t>
            </a:r>
          </a:p>
          <a:p>
            <a:pPr marL="171450" indent="-171450" algn="ctr">
              <a:buFont typeface="Arial" panose="020B0604020202020204" pitchFamily="34" charset="0"/>
              <a:buChar char="•"/>
            </a:pP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At ~NOK 42,3</a:t>
            </a:r>
            <a:r>
              <a:rPr lang="en-GB" sz="1000">
                <a:solidFill>
                  <a:schemeClr val="tx1"/>
                </a:solidFill>
              </a:rPr>
              <a:t>, SATS trades below normalized earnings power, and we see a </a:t>
            </a:r>
            <a:r>
              <a:rPr lang="en-GB" sz="1000" b="1">
                <a:solidFill>
                  <a:schemeClr val="tx1"/>
                </a:solidFill>
              </a:rPr>
              <a:t>target price of NOK 49,5</a:t>
            </a:r>
            <a:r>
              <a:rPr lang="en-GB" sz="1000">
                <a:solidFill>
                  <a:schemeClr val="tx1"/>
                </a:solidFill>
              </a:rPr>
              <a:t>, implying </a:t>
            </a:r>
            <a:r>
              <a:rPr lang="en-GB" sz="1000" b="1">
                <a:solidFill>
                  <a:schemeClr val="tx1"/>
                </a:solidFill>
              </a:rPr>
              <a:t>~18% upside.</a:t>
            </a:r>
            <a:endParaRPr lang="en-NO" sz="1000" b="1">
              <a:solidFill>
                <a:schemeClr val="tx1"/>
              </a:solidFill>
            </a:endParaRPr>
          </a:p>
        </p:txBody>
      </p:sp>
      <p:sp>
        <p:nvSpPr>
          <p:cNvPr id="22" name="Text Placeholder 14">
            <a:extLst>
              <a:ext uri="{FF2B5EF4-FFF2-40B4-BE49-F238E27FC236}">
                <a16:creationId xmlns:a16="http://schemas.microsoft.com/office/drawing/2014/main" id="{FE227D8B-0133-9370-F44F-81E3C08C454F}"/>
              </a:ext>
            </a:extLst>
          </p:cNvPr>
          <p:cNvSpPr txBox="1">
            <a:spLocks/>
          </p:cNvSpPr>
          <p:nvPr/>
        </p:nvSpPr>
        <p:spPr>
          <a:xfrm>
            <a:off x="427548" y="1896028"/>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Buy – TP NOK 49</a:t>
            </a:r>
          </a:p>
        </p:txBody>
      </p:sp>
      <p:cxnSp>
        <p:nvCxnSpPr>
          <p:cNvPr id="23" name="Straight Connector 22">
            <a:extLst>
              <a:ext uri="{FF2B5EF4-FFF2-40B4-BE49-F238E27FC236}">
                <a16:creationId xmlns:a16="http://schemas.microsoft.com/office/drawing/2014/main" id="{58A82E55-B284-FD2E-DB19-CFCDE9B3A11A}"/>
              </a:ext>
            </a:extLst>
          </p:cNvPr>
          <p:cNvCxnSpPr>
            <a:cxnSpLocks/>
          </p:cNvCxnSpPr>
          <p:nvPr/>
        </p:nvCxnSpPr>
        <p:spPr>
          <a:xfrm>
            <a:off x="427548" y="2076008"/>
            <a:ext cx="305225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184204A3-2143-1E10-2B78-B774F0A3E599}"/>
              </a:ext>
            </a:extLst>
          </p:cNvPr>
          <p:cNvCxnSpPr>
            <a:cxnSpLocks/>
          </p:cNvCxnSpPr>
          <p:nvPr/>
        </p:nvCxnSpPr>
        <p:spPr>
          <a:xfrm>
            <a:off x="427548" y="2210962"/>
            <a:ext cx="340723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7" name="Straight Connector 26">
            <a:extLst>
              <a:ext uri="{FF2B5EF4-FFF2-40B4-BE49-F238E27FC236}">
                <a16:creationId xmlns:a16="http://schemas.microsoft.com/office/drawing/2014/main" id="{2B885997-84DF-4A32-95CA-165018EE3C54}"/>
              </a:ext>
            </a:extLst>
          </p:cNvPr>
          <p:cNvCxnSpPr>
            <a:cxnSpLocks/>
          </p:cNvCxnSpPr>
          <p:nvPr/>
        </p:nvCxnSpPr>
        <p:spPr>
          <a:xfrm>
            <a:off x="421868" y="2206282"/>
            <a:ext cx="13646" cy="2097675"/>
          </a:xfrm>
          <a:prstGeom prst="line">
            <a:avLst/>
          </a:prstGeom>
        </p:spPr>
        <p:style>
          <a:lnRef idx="3">
            <a:schemeClr val="accent1"/>
          </a:lnRef>
          <a:fillRef idx="0">
            <a:schemeClr val="accent1"/>
          </a:fillRef>
          <a:effectRef idx="2">
            <a:schemeClr val="accent1"/>
          </a:effectRef>
          <a:fontRef idx="minor">
            <a:schemeClr val="tx1"/>
          </a:fontRef>
        </p:style>
      </p:cxnSp>
      <p:cxnSp>
        <p:nvCxnSpPr>
          <p:cNvPr id="33" name="Straight Connector 32">
            <a:extLst>
              <a:ext uri="{FF2B5EF4-FFF2-40B4-BE49-F238E27FC236}">
                <a16:creationId xmlns:a16="http://schemas.microsoft.com/office/drawing/2014/main" id="{3FF70ECA-E2AA-9B72-BF2F-4012F2712B7E}"/>
              </a:ext>
            </a:extLst>
          </p:cNvPr>
          <p:cNvCxnSpPr>
            <a:cxnSpLocks/>
          </p:cNvCxnSpPr>
          <p:nvPr/>
        </p:nvCxnSpPr>
        <p:spPr>
          <a:xfrm>
            <a:off x="3830359" y="2205881"/>
            <a:ext cx="13646" cy="2110794"/>
          </a:xfrm>
          <a:prstGeom prst="line">
            <a:avLst/>
          </a:prstGeom>
        </p:spPr>
        <p:style>
          <a:lnRef idx="3">
            <a:schemeClr val="accent1"/>
          </a:lnRef>
          <a:fillRef idx="0">
            <a:schemeClr val="accent1"/>
          </a:fillRef>
          <a:effectRef idx="2">
            <a:schemeClr val="accent1"/>
          </a:effectRef>
          <a:fontRef idx="minor">
            <a:schemeClr val="tx1"/>
          </a:fontRef>
        </p:style>
      </p:cxnSp>
      <p:sp>
        <p:nvSpPr>
          <p:cNvPr id="35" name="Rectangle 34">
            <a:extLst>
              <a:ext uri="{FF2B5EF4-FFF2-40B4-BE49-F238E27FC236}">
                <a16:creationId xmlns:a16="http://schemas.microsoft.com/office/drawing/2014/main" id="{7CCBA2C0-035A-213C-9FF0-A94BDDCAA387}"/>
              </a:ext>
            </a:extLst>
          </p:cNvPr>
          <p:cNvSpPr/>
          <p:nvPr/>
        </p:nvSpPr>
        <p:spPr>
          <a:xfrm>
            <a:off x="4559301" y="4704540"/>
            <a:ext cx="4121856" cy="158179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ctr">
              <a:buFont typeface="Arial" panose="020B0604020202020204" pitchFamily="34" charset="0"/>
              <a:buChar char="•"/>
            </a:pPr>
            <a:r>
              <a:rPr lang="en-GB" sz="1000">
                <a:solidFill>
                  <a:schemeClr val="tx1"/>
                </a:solidFill>
              </a:rPr>
              <a:t>Nordic peers trade at 19.3x EV/EBIT and 19.5x P/E vs. SATS at 14.8x and 16.8x, implying a </a:t>
            </a:r>
            <a:r>
              <a:rPr lang="en-GB" sz="1000" b="1">
                <a:solidFill>
                  <a:schemeClr val="tx1"/>
                </a:solidFill>
              </a:rPr>
              <a:t>clear valuation discount</a:t>
            </a:r>
            <a:r>
              <a:rPr lang="en-GB" sz="1000">
                <a:solidFill>
                  <a:schemeClr val="tx1"/>
                </a:solidFill>
              </a:rPr>
              <a:t>.</a:t>
            </a:r>
          </a:p>
          <a:p>
            <a:pPr algn="ctr"/>
            <a:endParaRPr lang="en-GB" sz="1000">
              <a:solidFill>
                <a:schemeClr val="tx1"/>
              </a:solidFill>
            </a:endParaRPr>
          </a:p>
          <a:p>
            <a:pPr marL="171450" indent="-171450" algn="ctr">
              <a:buFont typeface="Arial" panose="020B0604020202020204" pitchFamily="34" charset="0"/>
              <a:buChar char="•"/>
            </a:pPr>
            <a:r>
              <a:rPr lang="en-GB" sz="1000" b="1">
                <a:solidFill>
                  <a:schemeClr val="tx1"/>
                </a:solidFill>
              </a:rPr>
              <a:t>Stronger profitability and operating leverage</a:t>
            </a:r>
            <a:r>
              <a:rPr lang="en-GB" sz="1000">
                <a:solidFill>
                  <a:schemeClr val="tx1"/>
                </a:solidFill>
              </a:rPr>
              <a:t> justify trading in line with peers, with higher structural margins and improving capital efficiency underpinning </a:t>
            </a:r>
            <a:r>
              <a:rPr lang="en-GB" sz="1000" b="1">
                <a:solidFill>
                  <a:schemeClr val="tx1"/>
                </a:solidFill>
              </a:rPr>
              <a:t>re-rating potential</a:t>
            </a:r>
            <a:r>
              <a:rPr lang="en-GB" sz="1000">
                <a:solidFill>
                  <a:schemeClr val="tx1"/>
                </a:solidFill>
              </a:rPr>
              <a:t>.</a:t>
            </a:r>
          </a:p>
          <a:p>
            <a:pPr algn="ctr"/>
            <a:endParaRPr lang="en-GB" sz="1000">
              <a:solidFill>
                <a:schemeClr val="tx1"/>
              </a:solidFill>
            </a:endParaRPr>
          </a:p>
          <a:p>
            <a:pPr marL="171450" indent="-171450" algn="ctr">
              <a:buFont typeface="Arial" panose="020B0604020202020204" pitchFamily="34" charset="0"/>
              <a:buChar char="•"/>
            </a:pPr>
            <a:r>
              <a:rPr lang="en-GB" sz="1000">
                <a:solidFill>
                  <a:schemeClr val="tx1"/>
                </a:solidFill>
              </a:rPr>
              <a:t>A conservative 13x terminal EBIT multiple supports a share price of </a:t>
            </a:r>
            <a:r>
              <a:rPr lang="en-GB" sz="1000" b="1">
                <a:solidFill>
                  <a:schemeClr val="tx1"/>
                </a:solidFill>
              </a:rPr>
              <a:t>NOK 57 </a:t>
            </a:r>
            <a:r>
              <a:rPr lang="en-GB" sz="1000">
                <a:solidFill>
                  <a:schemeClr val="tx1"/>
                </a:solidFill>
              </a:rPr>
              <a:t>vs. NOK 42.30 today (</a:t>
            </a:r>
            <a:r>
              <a:rPr lang="en-GB" sz="1000" b="1">
                <a:solidFill>
                  <a:schemeClr val="tx1"/>
                </a:solidFill>
              </a:rPr>
              <a:t>~35% upside</a:t>
            </a:r>
            <a:r>
              <a:rPr lang="en-GB" sz="1000">
                <a:solidFill>
                  <a:schemeClr val="tx1"/>
                </a:solidFill>
              </a:rPr>
              <a:t>).</a:t>
            </a:r>
            <a:endParaRPr lang="en-NO" sz="1000">
              <a:solidFill>
                <a:schemeClr val="tx1"/>
              </a:solidFill>
            </a:endParaRPr>
          </a:p>
        </p:txBody>
      </p:sp>
      <p:cxnSp>
        <p:nvCxnSpPr>
          <p:cNvPr id="36" name="Straight Connector 35">
            <a:extLst>
              <a:ext uri="{FF2B5EF4-FFF2-40B4-BE49-F238E27FC236}">
                <a16:creationId xmlns:a16="http://schemas.microsoft.com/office/drawing/2014/main" id="{348AE172-9683-FF82-B112-79398E2D459E}"/>
              </a:ext>
            </a:extLst>
          </p:cNvPr>
          <p:cNvCxnSpPr>
            <a:cxnSpLocks/>
          </p:cNvCxnSpPr>
          <p:nvPr/>
        </p:nvCxnSpPr>
        <p:spPr>
          <a:xfrm>
            <a:off x="4554826" y="4605337"/>
            <a:ext cx="6850478"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8" name="Straight Connector 37">
            <a:extLst>
              <a:ext uri="{FF2B5EF4-FFF2-40B4-BE49-F238E27FC236}">
                <a16:creationId xmlns:a16="http://schemas.microsoft.com/office/drawing/2014/main" id="{9C19518B-3B34-EB73-F114-827290725E15}"/>
              </a:ext>
            </a:extLst>
          </p:cNvPr>
          <p:cNvCxnSpPr>
            <a:cxnSpLocks/>
          </p:cNvCxnSpPr>
          <p:nvPr/>
        </p:nvCxnSpPr>
        <p:spPr>
          <a:xfrm>
            <a:off x="4559301" y="6278304"/>
            <a:ext cx="412185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9" name="Straight Connector 38">
            <a:extLst>
              <a:ext uri="{FF2B5EF4-FFF2-40B4-BE49-F238E27FC236}">
                <a16:creationId xmlns:a16="http://schemas.microsoft.com/office/drawing/2014/main" id="{5FCB48B1-ECD8-BC1E-079C-F96154804133}"/>
              </a:ext>
            </a:extLst>
          </p:cNvPr>
          <p:cNvCxnSpPr>
            <a:cxnSpLocks/>
          </p:cNvCxnSpPr>
          <p:nvPr/>
        </p:nvCxnSpPr>
        <p:spPr>
          <a:xfrm>
            <a:off x="4565976" y="4698585"/>
            <a:ext cx="0" cy="1579719"/>
          </a:xfrm>
          <a:prstGeom prst="line">
            <a:avLst/>
          </a:prstGeom>
        </p:spPr>
        <p:style>
          <a:lnRef idx="3">
            <a:schemeClr val="accent1"/>
          </a:lnRef>
          <a:fillRef idx="0">
            <a:schemeClr val="accent1"/>
          </a:fillRef>
          <a:effectRef idx="2">
            <a:schemeClr val="accent1"/>
          </a:effectRef>
          <a:fontRef idx="minor">
            <a:schemeClr val="tx1"/>
          </a:fontRef>
        </p:style>
      </p:cxnSp>
      <p:cxnSp>
        <p:nvCxnSpPr>
          <p:cNvPr id="40" name="Straight Connector 39">
            <a:extLst>
              <a:ext uri="{FF2B5EF4-FFF2-40B4-BE49-F238E27FC236}">
                <a16:creationId xmlns:a16="http://schemas.microsoft.com/office/drawing/2014/main" id="{EC4C6611-C13A-CCF3-9E40-3B8079864E61}"/>
              </a:ext>
            </a:extLst>
          </p:cNvPr>
          <p:cNvCxnSpPr>
            <a:cxnSpLocks/>
          </p:cNvCxnSpPr>
          <p:nvPr/>
        </p:nvCxnSpPr>
        <p:spPr>
          <a:xfrm>
            <a:off x="8681156" y="4698585"/>
            <a:ext cx="0" cy="1587754"/>
          </a:xfrm>
          <a:prstGeom prst="line">
            <a:avLst/>
          </a:prstGeom>
        </p:spPr>
        <p:style>
          <a:lnRef idx="3">
            <a:schemeClr val="accent1"/>
          </a:lnRef>
          <a:fillRef idx="0">
            <a:schemeClr val="accent1"/>
          </a:fillRef>
          <a:effectRef idx="2">
            <a:schemeClr val="accent1"/>
          </a:effectRef>
          <a:fontRef idx="minor">
            <a:schemeClr val="tx1"/>
          </a:fontRef>
        </p:style>
      </p:cxnSp>
      <p:sp>
        <p:nvSpPr>
          <p:cNvPr id="58" name="Text Placeholder 14">
            <a:extLst>
              <a:ext uri="{FF2B5EF4-FFF2-40B4-BE49-F238E27FC236}">
                <a16:creationId xmlns:a16="http://schemas.microsoft.com/office/drawing/2014/main" id="{E794B621-1678-4AFE-E976-A1D9C3F6D0EF}"/>
              </a:ext>
            </a:extLst>
          </p:cNvPr>
          <p:cNvSpPr txBox="1">
            <a:spLocks/>
          </p:cNvSpPr>
          <p:nvPr/>
        </p:nvSpPr>
        <p:spPr>
          <a:xfrm>
            <a:off x="4565977" y="4406634"/>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Multiple Valuation</a:t>
            </a:r>
          </a:p>
        </p:txBody>
      </p:sp>
      <p:cxnSp>
        <p:nvCxnSpPr>
          <p:cNvPr id="59" name="Straight Connector 58">
            <a:extLst>
              <a:ext uri="{FF2B5EF4-FFF2-40B4-BE49-F238E27FC236}">
                <a16:creationId xmlns:a16="http://schemas.microsoft.com/office/drawing/2014/main" id="{0671EE3E-12B3-4E66-1931-F4323CC9238A}"/>
              </a:ext>
            </a:extLst>
          </p:cNvPr>
          <p:cNvCxnSpPr>
            <a:cxnSpLocks/>
          </p:cNvCxnSpPr>
          <p:nvPr/>
        </p:nvCxnSpPr>
        <p:spPr>
          <a:xfrm>
            <a:off x="4559398" y="4327266"/>
            <a:ext cx="412633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61" name="Straight Connector 60">
            <a:extLst>
              <a:ext uri="{FF2B5EF4-FFF2-40B4-BE49-F238E27FC236}">
                <a16:creationId xmlns:a16="http://schemas.microsoft.com/office/drawing/2014/main" id="{B9F06E20-F74A-8EC6-6906-BF88601FF42C}"/>
              </a:ext>
            </a:extLst>
          </p:cNvPr>
          <p:cNvCxnSpPr>
            <a:cxnSpLocks/>
          </p:cNvCxnSpPr>
          <p:nvPr/>
        </p:nvCxnSpPr>
        <p:spPr>
          <a:xfrm flipV="1">
            <a:off x="8681156" y="2205737"/>
            <a:ext cx="10124" cy="2126464"/>
          </a:xfrm>
          <a:prstGeom prst="line">
            <a:avLst/>
          </a:prstGeom>
        </p:spPr>
        <p:style>
          <a:lnRef idx="3">
            <a:schemeClr val="accent1"/>
          </a:lnRef>
          <a:fillRef idx="0">
            <a:schemeClr val="accent1"/>
          </a:fillRef>
          <a:effectRef idx="2">
            <a:schemeClr val="accent1"/>
          </a:effectRef>
          <a:fontRef idx="minor">
            <a:schemeClr val="tx1"/>
          </a:fontRef>
        </p:style>
      </p:cxnSp>
      <p:sp>
        <p:nvSpPr>
          <p:cNvPr id="69" name="Text Placeholder 14">
            <a:extLst>
              <a:ext uri="{FF2B5EF4-FFF2-40B4-BE49-F238E27FC236}">
                <a16:creationId xmlns:a16="http://schemas.microsoft.com/office/drawing/2014/main" id="{99ADB0E3-F7EA-2FB3-38B6-80FC33DDCACB}"/>
              </a:ext>
            </a:extLst>
          </p:cNvPr>
          <p:cNvSpPr txBox="1">
            <a:spLocks/>
          </p:cNvSpPr>
          <p:nvPr/>
        </p:nvSpPr>
        <p:spPr>
          <a:xfrm>
            <a:off x="421866" y="4409486"/>
            <a:ext cx="4655308" cy="124624"/>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000" b="1"/>
              <a:t>Valuation Summary – Football Field</a:t>
            </a:r>
          </a:p>
        </p:txBody>
      </p:sp>
      <p:cxnSp>
        <p:nvCxnSpPr>
          <p:cNvPr id="71" name="Straight Connector 70">
            <a:extLst>
              <a:ext uri="{FF2B5EF4-FFF2-40B4-BE49-F238E27FC236}">
                <a16:creationId xmlns:a16="http://schemas.microsoft.com/office/drawing/2014/main" id="{1FFBB602-F058-E90D-D5E5-3B05E77DE543}"/>
              </a:ext>
            </a:extLst>
          </p:cNvPr>
          <p:cNvCxnSpPr>
            <a:cxnSpLocks/>
          </p:cNvCxnSpPr>
          <p:nvPr/>
        </p:nvCxnSpPr>
        <p:spPr>
          <a:xfrm>
            <a:off x="421866" y="4605337"/>
            <a:ext cx="3052252"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73" name="Straight Connector 72">
            <a:extLst>
              <a:ext uri="{FF2B5EF4-FFF2-40B4-BE49-F238E27FC236}">
                <a16:creationId xmlns:a16="http://schemas.microsoft.com/office/drawing/2014/main" id="{CFBBEA3E-D968-5A2E-7EC2-4EAA128900DC}"/>
              </a:ext>
            </a:extLst>
          </p:cNvPr>
          <p:cNvCxnSpPr>
            <a:cxnSpLocks/>
          </p:cNvCxnSpPr>
          <p:nvPr/>
        </p:nvCxnSpPr>
        <p:spPr>
          <a:xfrm>
            <a:off x="6070519" y="3681370"/>
            <a:ext cx="12925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410EFC4-035F-BD85-D010-F2E122AD4E3C}"/>
              </a:ext>
            </a:extLst>
          </p:cNvPr>
          <p:cNvCxnSpPr>
            <a:cxnSpLocks/>
          </p:cNvCxnSpPr>
          <p:nvPr/>
        </p:nvCxnSpPr>
        <p:spPr>
          <a:xfrm>
            <a:off x="6070519" y="3034424"/>
            <a:ext cx="129251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ECE07FE-FA94-687C-EE9E-8554F788594B}"/>
              </a:ext>
            </a:extLst>
          </p:cNvPr>
          <p:cNvCxnSpPr>
            <a:cxnSpLocks/>
          </p:cNvCxnSpPr>
          <p:nvPr/>
        </p:nvCxnSpPr>
        <p:spPr>
          <a:xfrm>
            <a:off x="6070519" y="3034424"/>
            <a:ext cx="0" cy="649705"/>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0B45C55-0AFA-E4B1-C1A9-BB4C4F34A64A}"/>
              </a:ext>
            </a:extLst>
          </p:cNvPr>
          <p:cNvCxnSpPr>
            <a:cxnSpLocks/>
          </p:cNvCxnSpPr>
          <p:nvPr/>
        </p:nvCxnSpPr>
        <p:spPr>
          <a:xfrm>
            <a:off x="7363031" y="3034424"/>
            <a:ext cx="0" cy="649705"/>
          </a:xfrm>
          <a:prstGeom prst="line">
            <a:avLst/>
          </a:prstGeom>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6474BA5A-56A6-9F9F-9B85-B94B30A1A6AC}"/>
              </a:ext>
            </a:extLst>
          </p:cNvPr>
          <p:cNvSpPr/>
          <p:nvPr/>
        </p:nvSpPr>
        <p:spPr>
          <a:xfrm>
            <a:off x="421868" y="4704540"/>
            <a:ext cx="3407233" cy="157609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000">
              <a:solidFill>
                <a:schemeClr val="tx1"/>
              </a:solidFill>
            </a:endParaRPr>
          </a:p>
        </p:txBody>
      </p:sp>
      <p:cxnSp>
        <p:nvCxnSpPr>
          <p:cNvPr id="86" name="Straight Connector 85">
            <a:extLst>
              <a:ext uri="{FF2B5EF4-FFF2-40B4-BE49-F238E27FC236}">
                <a16:creationId xmlns:a16="http://schemas.microsoft.com/office/drawing/2014/main" id="{E0F429AC-B213-91EA-FBC3-F24B2811CF22}"/>
              </a:ext>
            </a:extLst>
          </p:cNvPr>
          <p:cNvCxnSpPr>
            <a:cxnSpLocks/>
          </p:cNvCxnSpPr>
          <p:nvPr/>
        </p:nvCxnSpPr>
        <p:spPr>
          <a:xfrm>
            <a:off x="421867" y="6265189"/>
            <a:ext cx="3426619" cy="13115"/>
          </a:xfrm>
          <a:prstGeom prst="line">
            <a:avLst/>
          </a:prstGeom>
        </p:spPr>
        <p:style>
          <a:lnRef idx="3">
            <a:schemeClr val="accent1"/>
          </a:lnRef>
          <a:fillRef idx="0">
            <a:schemeClr val="accent1"/>
          </a:fillRef>
          <a:effectRef idx="2">
            <a:schemeClr val="accent1"/>
          </a:effectRef>
          <a:fontRef idx="minor">
            <a:schemeClr val="tx1"/>
          </a:fontRef>
        </p:style>
      </p:cxnSp>
      <p:cxnSp>
        <p:nvCxnSpPr>
          <p:cNvPr id="88" name="Straight Connector 87">
            <a:extLst>
              <a:ext uri="{FF2B5EF4-FFF2-40B4-BE49-F238E27FC236}">
                <a16:creationId xmlns:a16="http://schemas.microsoft.com/office/drawing/2014/main" id="{C18956B2-6635-5E92-4D1C-C60BE91C4CB7}"/>
              </a:ext>
            </a:extLst>
          </p:cNvPr>
          <p:cNvCxnSpPr>
            <a:cxnSpLocks/>
          </p:cNvCxnSpPr>
          <p:nvPr/>
        </p:nvCxnSpPr>
        <p:spPr>
          <a:xfrm>
            <a:off x="3834782" y="4718081"/>
            <a:ext cx="4390" cy="1568258"/>
          </a:xfrm>
          <a:prstGeom prst="line">
            <a:avLst/>
          </a:prstGeom>
        </p:spPr>
        <p:style>
          <a:lnRef idx="3">
            <a:schemeClr val="accent1"/>
          </a:lnRef>
          <a:fillRef idx="0">
            <a:schemeClr val="accent1"/>
          </a:fillRef>
          <a:effectRef idx="2">
            <a:schemeClr val="accent1"/>
          </a:effectRef>
          <a:fontRef idx="minor">
            <a:schemeClr val="tx1"/>
          </a:fontRef>
        </p:style>
      </p:cxnSp>
      <p:cxnSp>
        <p:nvCxnSpPr>
          <p:cNvPr id="90" name="Straight Connector 89">
            <a:extLst>
              <a:ext uri="{FF2B5EF4-FFF2-40B4-BE49-F238E27FC236}">
                <a16:creationId xmlns:a16="http://schemas.microsoft.com/office/drawing/2014/main" id="{5A011243-674D-AE5B-DAD5-2EF73E1BC02C}"/>
              </a:ext>
            </a:extLst>
          </p:cNvPr>
          <p:cNvCxnSpPr>
            <a:cxnSpLocks/>
          </p:cNvCxnSpPr>
          <p:nvPr/>
        </p:nvCxnSpPr>
        <p:spPr>
          <a:xfrm>
            <a:off x="412538" y="4698147"/>
            <a:ext cx="17402" cy="1571192"/>
          </a:xfrm>
          <a:prstGeom prst="line">
            <a:avLst/>
          </a:prstGeom>
        </p:spPr>
        <p:style>
          <a:lnRef idx="3">
            <a:schemeClr val="accent1"/>
          </a:lnRef>
          <a:fillRef idx="0">
            <a:schemeClr val="accent1"/>
          </a:fillRef>
          <a:effectRef idx="2">
            <a:schemeClr val="accent1"/>
          </a:effectRef>
          <a:fontRef idx="minor">
            <a:schemeClr val="tx1"/>
          </a:fontRef>
        </p:style>
      </p:cxnSp>
      <p:sp>
        <p:nvSpPr>
          <p:cNvPr id="92" name="Grunt object cd3a7a7145bb8dcec123f5d3abde919f-svg">
            <a:extLst>
              <a:ext uri="{FF2B5EF4-FFF2-40B4-BE49-F238E27FC236}">
                <a16:creationId xmlns:a16="http://schemas.microsoft.com/office/drawing/2014/main" id="{9F0B7770-ADDC-192D-E00D-FF37A4592E78}"/>
              </a:ext>
            </a:extLst>
          </p:cNvPr>
          <p:cNvSpPr/>
          <p:nvPr>
            <p:custDataLst>
              <p:tags r:id="rId3"/>
            </p:custDataLst>
          </p:nvPr>
        </p:nvSpPr>
        <p:spPr>
          <a:xfrm>
            <a:off x="535926" y="4873065"/>
            <a:ext cx="3031459" cy="1319099"/>
          </a:xfrm>
          <a:prstGeom prst="rect">
            <a:avLst/>
          </a:prstGeom>
          <a:blipFill dpi="0" rotWithShape="1">
            <a:blip>
              <a:extLst>
                <a:ext uri="{96DAC541-7B7A-43D3-8B79-37D633B846F1}">
                  <asvg:svgBlip xmlns:asvg="http://schemas.microsoft.com/office/drawing/2016/SVG/main" r:embed="rId12"/>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93" name="Rectangle 92">
            <a:extLst>
              <a:ext uri="{FF2B5EF4-FFF2-40B4-BE49-F238E27FC236}">
                <a16:creationId xmlns:a16="http://schemas.microsoft.com/office/drawing/2014/main" id="{80365160-8FE5-6C48-B2EC-578BC973A4DE}"/>
              </a:ext>
            </a:extLst>
          </p:cNvPr>
          <p:cNvSpPr/>
          <p:nvPr/>
        </p:nvSpPr>
        <p:spPr>
          <a:xfrm>
            <a:off x="9221285" y="2202064"/>
            <a:ext cx="2186945" cy="212520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000">
              <a:solidFill>
                <a:schemeClr val="tx1"/>
              </a:solidFill>
            </a:endParaRPr>
          </a:p>
        </p:txBody>
      </p:sp>
      <p:sp>
        <p:nvSpPr>
          <p:cNvPr id="94" name="Rectangle 93">
            <a:extLst>
              <a:ext uri="{FF2B5EF4-FFF2-40B4-BE49-F238E27FC236}">
                <a16:creationId xmlns:a16="http://schemas.microsoft.com/office/drawing/2014/main" id="{74C2F7F0-0F14-2E53-CD2A-B1AD8D105C4C}"/>
              </a:ext>
            </a:extLst>
          </p:cNvPr>
          <p:cNvSpPr/>
          <p:nvPr/>
        </p:nvSpPr>
        <p:spPr>
          <a:xfrm>
            <a:off x="9218359" y="4738121"/>
            <a:ext cx="2186945" cy="152706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000">
              <a:solidFill>
                <a:schemeClr val="tx1"/>
              </a:solidFill>
            </a:endParaRPr>
          </a:p>
        </p:txBody>
      </p:sp>
      <p:cxnSp>
        <p:nvCxnSpPr>
          <p:cNvPr id="97" name="Straight Connector 96">
            <a:extLst>
              <a:ext uri="{FF2B5EF4-FFF2-40B4-BE49-F238E27FC236}">
                <a16:creationId xmlns:a16="http://schemas.microsoft.com/office/drawing/2014/main" id="{F84BA4F3-73FF-C200-C9E1-D5B2A17B9D62}"/>
              </a:ext>
            </a:extLst>
          </p:cNvPr>
          <p:cNvCxnSpPr>
            <a:cxnSpLocks/>
          </p:cNvCxnSpPr>
          <p:nvPr/>
        </p:nvCxnSpPr>
        <p:spPr>
          <a:xfrm>
            <a:off x="9218359" y="6265188"/>
            <a:ext cx="218694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98" name="Straight Connector 97">
            <a:extLst>
              <a:ext uri="{FF2B5EF4-FFF2-40B4-BE49-F238E27FC236}">
                <a16:creationId xmlns:a16="http://schemas.microsoft.com/office/drawing/2014/main" id="{E8BB7582-2892-C1DE-95B6-9D202AC8B62F}"/>
              </a:ext>
            </a:extLst>
          </p:cNvPr>
          <p:cNvCxnSpPr>
            <a:cxnSpLocks/>
          </p:cNvCxnSpPr>
          <p:nvPr/>
        </p:nvCxnSpPr>
        <p:spPr>
          <a:xfrm flipV="1">
            <a:off x="9226826" y="4718081"/>
            <a:ext cx="0" cy="1551756"/>
          </a:xfrm>
          <a:prstGeom prst="line">
            <a:avLst/>
          </a:prstGeom>
        </p:spPr>
        <p:style>
          <a:lnRef idx="3">
            <a:schemeClr val="accent1"/>
          </a:lnRef>
          <a:fillRef idx="0">
            <a:schemeClr val="accent1"/>
          </a:fillRef>
          <a:effectRef idx="2">
            <a:schemeClr val="accent1"/>
          </a:effectRef>
          <a:fontRef idx="minor">
            <a:schemeClr val="tx1"/>
          </a:fontRef>
        </p:style>
      </p:cxnSp>
      <p:cxnSp>
        <p:nvCxnSpPr>
          <p:cNvPr id="102" name="Straight Connector 101">
            <a:extLst>
              <a:ext uri="{FF2B5EF4-FFF2-40B4-BE49-F238E27FC236}">
                <a16:creationId xmlns:a16="http://schemas.microsoft.com/office/drawing/2014/main" id="{5E35C6FA-31F1-8497-0400-82D7DC2DE271}"/>
              </a:ext>
            </a:extLst>
          </p:cNvPr>
          <p:cNvCxnSpPr>
            <a:cxnSpLocks/>
          </p:cNvCxnSpPr>
          <p:nvPr/>
        </p:nvCxnSpPr>
        <p:spPr>
          <a:xfrm flipV="1">
            <a:off x="11386742" y="4717355"/>
            <a:ext cx="19010" cy="1552482"/>
          </a:xfrm>
          <a:prstGeom prst="line">
            <a:avLst/>
          </a:prstGeom>
        </p:spPr>
        <p:style>
          <a:lnRef idx="3">
            <a:schemeClr val="accent1"/>
          </a:lnRef>
          <a:fillRef idx="0">
            <a:schemeClr val="accent1"/>
          </a:fillRef>
          <a:effectRef idx="2">
            <a:schemeClr val="accent1"/>
          </a:effectRef>
          <a:fontRef idx="minor">
            <a:schemeClr val="tx1"/>
          </a:fontRef>
        </p:style>
      </p:cxnSp>
      <p:cxnSp>
        <p:nvCxnSpPr>
          <p:cNvPr id="103" name="Straight Connector 102">
            <a:extLst>
              <a:ext uri="{FF2B5EF4-FFF2-40B4-BE49-F238E27FC236}">
                <a16:creationId xmlns:a16="http://schemas.microsoft.com/office/drawing/2014/main" id="{2B3749AE-EFD3-0499-B85D-A5B4C5054B8B}"/>
              </a:ext>
            </a:extLst>
          </p:cNvPr>
          <p:cNvCxnSpPr>
            <a:cxnSpLocks/>
          </p:cNvCxnSpPr>
          <p:nvPr/>
        </p:nvCxnSpPr>
        <p:spPr>
          <a:xfrm flipV="1">
            <a:off x="11408230" y="2197192"/>
            <a:ext cx="10223" cy="2130074"/>
          </a:xfrm>
          <a:prstGeom prst="line">
            <a:avLst/>
          </a:prstGeom>
        </p:spPr>
        <p:style>
          <a:lnRef idx="3">
            <a:schemeClr val="accent1"/>
          </a:lnRef>
          <a:fillRef idx="0">
            <a:schemeClr val="accent1"/>
          </a:fillRef>
          <a:effectRef idx="2">
            <a:schemeClr val="accent1"/>
          </a:effectRef>
          <a:fontRef idx="minor">
            <a:schemeClr val="tx1"/>
          </a:fontRef>
        </p:style>
      </p:cxnSp>
      <p:cxnSp>
        <p:nvCxnSpPr>
          <p:cNvPr id="105" name="Straight Connector 104">
            <a:extLst>
              <a:ext uri="{FF2B5EF4-FFF2-40B4-BE49-F238E27FC236}">
                <a16:creationId xmlns:a16="http://schemas.microsoft.com/office/drawing/2014/main" id="{8983DD6D-AAFE-4FE4-2725-3E9FE841EAC8}"/>
              </a:ext>
            </a:extLst>
          </p:cNvPr>
          <p:cNvCxnSpPr>
            <a:cxnSpLocks/>
          </p:cNvCxnSpPr>
          <p:nvPr/>
        </p:nvCxnSpPr>
        <p:spPr>
          <a:xfrm flipV="1">
            <a:off x="9226826" y="2200179"/>
            <a:ext cx="0" cy="2127087"/>
          </a:xfrm>
          <a:prstGeom prst="line">
            <a:avLst/>
          </a:prstGeom>
        </p:spPr>
        <p:style>
          <a:lnRef idx="3">
            <a:schemeClr val="accent1"/>
          </a:lnRef>
          <a:fillRef idx="0">
            <a:schemeClr val="accent1"/>
          </a:fillRef>
          <a:effectRef idx="2">
            <a:schemeClr val="accent1"/>
          </a:effectRef>
          <a:fontRef idx="minor">
            <a:schemeClr val="tx1"/>
          </a:fontRef>
        </p:style>
      </p:cxnSp>
      <p:cxnSp>
        <p:nvCxnSpPr>
          <p:cNvPr id="107" name="Straight Connector 106">
            <a:extLst>
              <a:ext uri="{FF2B5EF4-FFF2-40B4-BE49-F238E27FC236}">
                <a16:creationId xmlns:a16="http://schemas.microsoft.com/office/drawing/2014/main" id="{4D914351-12E0-9EF2-E275-218B6D22A9F5}"/>
              </a:ext>
            </a:extLst>
          </p:cNvPr>
          <p:cNvCxnSpPr>
            <a:cxnSpLocks/>
          </p:cNvCxnSpPr>
          <p:nvPr/>
        </p:nvCxnSpPr>
        <p:spPr>
          <a:xfrm>
            <a:off x="9226825" y="4318387"/>
            <a:ext cx="2191628" cy="9605"/>
          </a:xfrm>
          <a:prstGeom prst="line">
            <a:avLst/>
          </a:prstGeom>
        </p:spPr>
        <p:style>
          <a:lnRef idx="3">
            <a:schemeClr val="accent1"/>
          </a:lnRef>
          <a:fillRef idx="0">
            <a:schemeClr val="accent1"/>
          </a:fillRef>
          <a:effectRef idx="2">
            <a:schemeClr val="accent1"/>
          </a:effectRef>
          <a:fontRef idx="minor">
            <a:schemeClr val="tx1"/>
          </a:fontRef>
        </p:style>
      </p:cxnSp>
      <p:cxnSp>
        <p:nvCxnSpPr>
          <p:cNvPr id="115" name="Straight Connector 114">
            <a:extLst>
              <a:ext uri="{FF2B5EF4-FFF2-40B4-BE49-F238E27FC236}">
                <a16:creationId xmlns:a16="http://schemas.microsoft.com/office/drawing/2014/main" id="{14C5AA5B-B84C-2660-8ACC-B8BACAFA0A70}"/>
              </a:ext>
            </a:extLst>
          </p:cNvPr>
          <p:cNvCxnSpPr>
            <a:cxnSpLocks/>
          </p:cNvCxnSpPr>
          <p:nvPr/>
        </p:nvCxnSpPr>
        <p:spPr>
          <a:xfrm flipV="1">
            <a:off x="9221713" y="2201338"/>
            <a:ext cx="2196740" cy="1746"/>
          </a:xfrm>
          <a:prstGeom prst="line">
            <a:avLst/>
          </a:prstGeom>
        </p:spPr>
        <p:style>
          <a:lnRef idx="3">
            <a:schemeClr val="accent1"/>
          </a:lnRef>
          <a:fillRef idx="0">
            <a:schemeClr val="accent1"/>
          </a:fillRef>
          <a:effectRef idx="2">
            <a:schemeClr val="accent1"/>
          </a:effectRef>
          <a:fontRef idx="minor">
            <a:schemeClr val="tx1"/>
          </a:fontRef>
        </p:style>
      </p:cxnSp>
      <p:sp>
        <p:nvSpPr>
          <p:cNvPr id="123" name="Grunt object 83321fe09fc042930a68580dd08e64d5-svg">
            <a:extLst>
              <a:ext uri="{FF2B5EF4-FFF2-40B4-BE49-F238E27FC236}">
                <a16:creationId xmlns:a16="http://schemas.microsoft.com/office/drawing/2014/main" id="{6D8ADD4F-99D3-A7D9-5782-0DAD194CD58A}"/>
              </a:ext>
            </a:extLst>
          </p:cNvPr>
          <p:cNvSpPr/>
          <p:nvPr>
            <p:custDataLst>
              <p:tags r:id="rId4"/>
            </p:custDataLst>
          </p:nvPr>
        </p:nvSpPr>
        <p:spPr>
          <a:xfrm>
            <a:off x="9725025" y="2328163"/>
            <a:ext cx="1628966" cy="1993012"/>
          </a:xfrm>
          <a:prstGeom prst="rect">
            <a:avLst/>
          </a:prstGeom>
          <a:blipFill dpi="0" rotWithShape="1">
            <a:blip>
              <a:extLst>
                <a:ext uri="{96DAC541-7B7A-43D3-8B79-37D633B846F1}">
                  <asvg:svgBlip xmlns:asvg="http://schemas.microsoft.com/office/drawing/2016/SVG/main" r:embed="rId13"/>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125" name="Straight Connector 124">
            <a:extLst>
              <a:ext uri="{FF2B5EF4-FFF2-40B4-BE49-F238E27FC236}">
                <a16:creationId xmlns:a16="http://schemas.microsoft.com/office/drawing/2014/main" id="{DE7604CD-C3A2-B669-78D1-9B2C84D49B18}"/>
              </a:ext>
            </a:extLst>
          </p:cNvPr>
          <p:cNvCxnSpPr>
            <a:cxnSpLocks/>
          </p:cNvCxnSpPr>
          <p:nvPr/>
        </p:nvCxnSpPr>
        <p:spPr>
          <a:xfrm>
            <a:off x="4559301" y="4698585"/>
            <a:ext cx="413197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9" name="Straight Connector 128">
            <a:extLst>
              <a:ext uri="{FF2B5EF4-FFF2-40B4-BE49-F238E27FC236}">
                <a16:creationId xmlns:a16="http://schemas.microsoft.com/office/drawing/2014/main" id="{77502EA2-908F-E2B2-A04E-EF1D42C6B5E2}"/>
              </a:ext>
            </a:extLst>
          </p:cNvPr>
          <p:cNvCxnSpPr>
            <a:cxnSpLocks/>
          </p:cNvCxnSpPr>
          <p:nvPr/>
        </p:nvCxnSpPr>
        <p:spPr>
          <a:xfrm>
            <a:off x="411812" y="4704966"/>
            <a:ext cx="3426619" cy="13115"/>
          </a:xfrm>
          <a:prstGeom prst="line">
            <a:avLst/>
          </a:prstGeom>
        </p:spPr>
        <p:style>
          <a:lnRef idx="3">
            <a:schemeClr val="accent1"/>
          </a:lnRef>
          <a:fillRef idx="0">
            <a:schemeClr val="accent1"/>
          </a:fillRef>
          <a:effectRef idx="2">
            <a:schemeClr val="accent1"/>
          </a:effectRef>
          <a:fontRef idx="minor">
            <a:schemeClr val="tx1"/>
          </a:fontRef>
        </p:style>
      </p:cxnSp>
      <p:cxnSp>
        <p:nvCxnSpPr>
          <p:cNvPr id="133" name="Straight Connector 132">
            <a:extLst>
              <a:ext uri="{FF2B5EF4-FFF2-40B4-BE49-F238E27FC236}">
                <a16:creationId xmlns:a16="http://schemas.microsoft.com/office/drawing/2014/main" id="{3EFC001A-8523-FCDC-39FC-357622DF5758}"/>
              </a:ext>
            </a:extLst>
          </p:cNvPr>
          <p:cNvCxnSpPr>
            <a:cxnSpLocks/>
          </p:cNvCxnSpPr>
          <p:nvPr/>
        </p:nvCxnSpPr>
        <p:spPr>
          <a:xfrm>
            <a:off x="428496" y="4306289"/>
            <a:ext cx="3407234"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37" name="Straight Connector 136">
            <a:extLst>
              <a:ext uri="{FF2B5EF4-FFF2-40B4-BE49-F238E27FC236}">
                <a16:creationId xmlns:a16="http://schemas.microsoft.com/office/drawing/2014/main" id="{BBEEA08B-4B38-E69C-5AF3-7E434B95BA34}"/>
              </a:ext>
            </a:extLst>
          </p:cNvPr>
          <p:cNvCxnSpPr>
            <a:cxnSpLocks/>
          </p:cNvCxnSpPr>
          <p:nvPr/>
        </p:nvCxnSpPr>
        <p:spPr>
          <a:xfrm>
            <a:off x="9218359" y="4727225"/>
            <a:ext cx="2186945" cy="0"/>
          </a:xfrm>
          <a:prstGeom prst="line">
            <a:avLst/>
          </a:prstGeom>
        </p:spPr>
        <p:style>
          <a:lnRef idx="3">
            <a:schemeClr val="accent1"/>
          </a:lnRef>
          <a:fillRef idx="0">
            <a:schemeClr val="accent1"/>
          </a:fillRef>
          <a:effectRef idx="2">
            <a:schemeClr val="accent1"/>
          </a:effectRef>
          <a:fontRef idx="minor">
            <a:schemeClr val="tx1"/>
          </a:fontRef>
        </p:style>
      </p:cxnSp>
      <p:sp>
        <p:nvSpPr>
          <p:cNvPr id="144" name="Grunt object 9f16d7583b485ad86fc78bf6716606b5-svg">
            <a:extLst>
              <a:ext uri="{FF2B5EF4-FFF2-40B4-BE49-F238E27FC236}">
                <a16:creationId xmlns:a16="http://schemas.microsoft.com/office/drawing/2014/main" id="{99F88AB7-3F6E-6694-7243-13F00AA31E8A}"/>
              </a:ext>
            </a:extLst>
          </p:cNvPr>
          <p:cNvSpPr/>
          <p:nvPr>
            <p:custDataLst>
              <p:tags r:id="rId5"/>
            </p:custDataLst>
          </p:nvPr>
        </p:nvSpPr>
        <p:spPr>
          <a:xfrm>
            <a:off x="9826626" y="4783571"/>
            <a:ext cx="1518833" cy="1477282"/>
          </a:xfrm>
          <a:prstGeom prst="rect">
            <a:avLst/>
          </a:prstGeom>
          <a:blipFill dpi="0" rotWithShape="1">
            <a:blip>
              <a:extLst>
                <a:ext uri="{96DAC541-7B7A-43D3-8B79-37D633B846F1}">
                  <asvg:svgBlip xmlns:asvg="http://schemas.microsoft.com/office/drawing/2016/SVG/main" r:embed="rId14"/>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46" name="Grunt object 1842748efa4782aa26280d41321032e6-svg">
            <a:extLst>
              <a:ext uri="{FF2B5EF4-FFF2-40B4-BE49-F238E27FC236}">
                <a16:creationId xmlns:a16="http://schemas.microsoft.com/office/drawing/2014/main" id="{8F1797F1-C6BD-BE4A-B269-E5FB4A1F3EF3}"/>
              </a:ext>
            </a:extLst>
          </p:cNvPr>
          <p:cNvSpPr/>
          <p:nvPr>
            <p:custDataLst>
              <p:tags r:id="rId6"/>
            </p:custDataLst>
          </p:nvPr>
        </p:nvSpPr>
        <p:spPr>
          <a:xfrm>
            <a:off x="9226826" y="4738121"/>
            <a:ext cx="658664" cy="2540000"/>
          </a:xfrm>
          <a:prstGeom prst="rect">
            <a:avLst/>
          </a:prstGeom>
          <a:blipFill dpi="0" rotWithShape="1">
            <a:blip>
              <a:extLst>
                <a:ext uri="{96DAC541-7B7A-43D3-8B79-37D633B846F1}">
                  <asvg:svgBlip xmlns:asvg="http://schemas.microsoft.com/office/drawing/2016/SVG/main" r:embed="rId15"/>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47" name="Grunt object 4a2cb59cde93f846111f5ef9fbd68966-svg">
            <a:extLst>
              <a:ext uri="{FF2B5EF4-FFF2-40B4-BE49-F238E27FC236}">
                <a16:creationId xmlns:a16="http://schemas.microsoft.com/office/drawing/2014/main" id="{1F8328DC-51DE-CF9A-3798-658E562D5FE1}"/>
              </a:ext>
            </a:extLst>
          </p:cNvPr>
          <p:cNvSpPr/>
          <p:nvPr>
            <p:custDataLst>
              <p:tags r:id="rId7"/>
            </p:custDataLst>
          </p:nvPr>
        </p:nvSpPr>
        <p:spPr>
          <a:xfrm>
            <a:off x="9226826" y="2210962"/>
            <a:ext cx="1270000" cy="2540000"/>
          </a:xfrm>
          <a:prstGeom prst="rect">
            <a:avLst/>
          </a:prstGeom>
          <a:blipFill dpi="0" rotWithShape="1">
            <a:blip>
              <a:extLst>
                <a:ext uri="{96DAC541-7B7A-43D3-8B79-37D633B846F1}">
                  <asvg:svgBlip xmlns:asvg="http://schemas.microsoft.com/office/drawing/2016/SVG/main" r:embed="rId16"/>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9" name="Straight Connector 8">
            <a:extLst>
              <a:ext uri="{FF2B5EF4-FFF2-40B4-BE49-F238E27FC236}">
                <a16:creationId xmlns:a16="http://schemas.microsoft.com/office/drawing/2014/main" id="{08AD7F35-7891-7F85-3E29-F436836DF13D}"/>
              </a:ext>
            </a:extLst>
          </p:cNvPr>
          <p:cNvCxnSpPr>
            <a:cxnSpLocks/>
          </p:cNvCxnSpPr>
          <p:nvPr/>
        </p:nvCxnSpPr>
        <p:spPr>
          <a:xfrm flipH="1">
            <a:off x="2460016" y="5020589"/>
            <a:ext cx="2907" cy="1125910"/>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Straight Connector 10">
            <a:extLst>
              <a:ext uri="{FF2B5EF4-FFF2-40B4-BE49-F238E27FC236}">
                <a16:creationId xmlns:a16="http://schemas.microsoft.com/office/drawing/2014/main" id="{66E76505-EC03-A090-0AB7-251D48463967}"/>
              </a:ext>
            </a:extLst>
          </p:cNvPr>
          <p:cNvCxnSpPr>
            <a:cxnSpLocks/>
          </p:cNvCxnSpPr>
          <p:nvPr/>
        </p:nvCxnSpPr>
        <p:spPr>
          <a:xfrm>
            <a:off x="1743075" y="5020589"/>
            <a:ext cx="0" cy="1171575"/>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Triangle 24">
            <a:extLst>
              <a:ext uri="{FF2B5EF4-FFF2-40B4-BE49-F238E27FC236}">
                <a16:creationId xmlns:a16="http://schemas.microsoft.com/office/drawing/2014/main" id="{0005A8CD-904C-99D8-6BDB-A463D11201AE}"/>
              </a:ext>
            </a:extLst>
          </p:cNvPr>
          <p:cNvSpPr/>
          <p:nvPr/>
        </p:nvSpPr>
        <p:spPr>
          <a:xfrm rot="10800000">
            <a:off x="1683717" y="4863023"/>
            <a:ext cx="134214" cy="1210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26" name="Triangle 25">
            <a:extLst>
              <a:ext uri="{FF2B5EF4-FFF2-40B4-BE49-F238E27FC236}">
                <a16:creationId xmlns:a16="http://schemas.microsoft.com/office/drawing/2014/main" id="{F0B45F43-E113-A021-C14B-3B59C4696B6D}"/>
              </a:ext>
            </a:extLst>
          </p:cNvPr>
          <p:cNvSpPr/>
          <p:nvPr/>
        </p:nvSpPr>
        <p:spPr>
          <a:xfrm rot="10800000">
            <a:off x="2396098" y="4868346"/>
            <a:ext cx="134214" cy="1210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30" name="Text Placeholder 14">
            <a:extLst>
              <a:ext uri="{FF2B5EF4-FFF2-40B4-BE49-F238E27FC236}">
                <a16:creationId xmlns:a16="http://schemas.microsoft.com/office/drawing/2014/main" id="{8C839CB1-31C7-6EC7-536B-6D76241207EE}"/>
              </a:ext>
            </a:extLst>
          </p:cNvPr>
          <p:cNvSpPr txBox="1">
            <a:spLocks/>
          </p:cNvSpPr>
          <p:nvPr/>
        </p:nvSpPr>
        <p:spPr>
          <a:xfrm>
            <a:off x="1684566" y="4750995"/>
            <a:ext cx="282229" cy="103993"/>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600">
                <a:solidFill>
                  <a:schemeClr val="tx1"/>
                </a:solidFill>
              </a:rPr>
              <a:t>42,3</a:t>
            </a:r>
          </a:p>
        </p:txBody>
      </p:sp>
      <p:sp>
        <p:nvSpPr>
          <p:cNvPr id="31" name="Text Placeholder 14">
            <a:extLst>
              <a:ext uri="{FF2B5EF4-FFF2-40B4-BE49-F238E27FC236}">
                <a16:creationId xmlns:a16="http://schemas.microsoft.com/office/drawing/2014/main" id="{8BAC75E1-ADC5-4D73-D29F-DF1BFAA0C76F}"/>
              </a:ext>
            </a:extLst>
          </p:cNvPr>
          <p:cNvSpPr txBox="1">
            <a:spLocks/>
          </p:cNvSpPr>
          <p:nvPr/>
        </p:nvSpPr>
        <p:spPr>
          <a:xfrm>
            <a:off x="2396613" y="4756198"/>
            <a:ext cx="282229" cy="103993"/>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600">
                <a:solidFill>
                  <a:schemeClr val="tx1"/>
                </a:solidFill>
              </a:rPr>
              <a:t>49,5</a:t>
            </a:r>
          </a:p>
        </p:txBody>
      </p:sp>
      <p:cxnSp>
        <p:nvCxnSpPr>
          <p:cNvPr id="32" name="Straight Connector 31">
            <a:extLst>
              <a:ext uri="{FF2B5EF4-FFF2-40B4-BE49-F238E27FC236}">
                <a16:creationId xmlns:a16="http://schemas.microsoft.com/office/drawing/2014/main" id="{B965AE32-FA8C-98A0-737F-7648891B8902}"/>
              </a:ext>
            </a:extLst>
          </p:cNvPr>
          <p:cNvCxnSpPr>
            <a:cxnSpLocks/>
          </p:cNvCxnSpPr>
          <p:nvPr/>
        </p:nvCxnSpPr>
        <p:spPr>
          <a:xfrm flipH="1">
            <a:off x="3003198" y="4817283"/>
            <a:ext cx="286477" cy="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CE2493ED-7DAB-0E32-066C-5553D278A14C}"/>
              </a:ext>
            </a:extLst>
          </p:cNvPr>
          <p:cNvCxnSpPr>
            <a:cxnSpLocks/>
          </p:cNvCxnSpPr>
          <p:nvPr/>
        </p:nvCxnSpPr>
        <p:spPr>
          <a:xfrm flipH="1">
            <a:off x="3001005" y="4907317"/>
            <a:ext cx="277846" cy="0"/>
          </a:xfrm>
          <a:prstGeom prst="line">
            <a:avLst/>
          </a:prstGeom>
        </p:spPr>
        <p:style>
          <a:lnRef idx="2">
            <a:schemeClr val="accent2"/>
          </a:lnRef>
          <a:fillRef idx="0">
            <a:schemeClr val="accent2"/>
          </a:fillRef>
          <a:effectRef idx="1">
            <a:schemeClr val="accent2"/>
          </a:effectRef>
          <a:fontRef idx="minor">
            <a:schemeClr val="tx1"/>
          </a:fontRef>
        </p:style>
      </p:cxnSp>
      <p:sp>
        <p:nvSpPr>
          <p:cNvPr id="50" name="Text Placeholder 14">
            <a:extLst>
              <a:ext uri="{FF2B5EF4-FFF2-40B4-BE49-F238E27FC236}">
                <a16:creationId xmlns:a16="http://schemas.microsoft.com/office/drawing/2014/main" id="{663BEC0D-4EDC-DF00-835C-88DB1DFA59F0}"/>
              </a:ext>
            </a:extLst>
          </p:cNvPr>
          <p:cNvSpPr txBox="1">
            <a:spLocks/>
          </p:cNvSpPr>
          <p:nvPr/>
        </p:nvSpPr>
        <p:spPr>
          <a:xfrm>
            <a:off x="3338955" y="4788727"/>
            <a:ext cx="507210" cy="85612"/>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400">
                <a:solidFill>
                  <a:schemeClr val="tx1"/>
                </a:solidFill>
              </a:rPr>
              <a:t>Current Share Price</a:t>
            </a:r>
          </a:p>
        </p:txBody>
      </p:sp>
      <p:sp>
        <p:nvSpPr>
          <p:cNvPr id="51" name="Text Placeholder 14">
            <a:extLst>
              <a:ext uri="{FF2B5EF4-FFF2-40B4-BE49-F238E27FC236}">
                <a16:creationId xmlns:a16="http://schemas.microsoft.com/office/drawing/2014/main" id="{EB627CF3-3FCE-C102-EC56-6E1CB359C7EC}"/>
              </a:ext>
            </a:extLst>
          </p:cNvPr>
          <p:cNvSpPr txBox="1">
            <a:spLocks/>
          </p:cNvSpPr>
          <p:nvPr/>
        </p:nvSpPr>
        <p:spPr>
          <a:xfrm>
            <a:off x="3338955" y="4874179"/>
            <a:ext cx="507210" cy="85612"/>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400">
                <a:solidFill>
                  <a:schemeClr val="tx1"/>
                </a:solidFill>
              </a:rPr>
              <a:t>DCF Target Price</a:t>
            </a:r>
          </a:p>
        </p:txBody>
      </p:sp>
      <p:sp>
        <p:nvSpPr>
          <p:cNvPr id="4" name="Text Placeholder 14">
            <a:extLst>
              <a:ext uri="{FF2B5EF4-FFF2-40B4-BE49-F238E27FC236}">
                <a16:creationId xmlns:a16="http://schemas.microsoft.com/office/drawing/2014/main" id="{8DE7FE10-1E46-CCFE-D8B4-FD08445BA0D9}"/>
              </a:ext>
            </a:extLst>
          </p:cNvPr>
          <p:cNvSpPr txBox="1">
            <a:spLocks/>
          </p:cNvSpPr>
          <p:nvPr/>
        </p:nvSpPr>
        <p:spPr>
          <a:xfrm>
            <a:off x="11125181" y="2252616"/>
            <a:ext cx="597251" cy="264521"/>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NOK</a:t>
            </a:r>
          </a:p>
        </p:txBody>
      </p:sp>
      <p:sp>
        <p:nvSpPr>
          <p:cNvPr id="6" name="Text Placeholder 14">
            <a:extLst>
              <a:ext uri="{FF2B5EF4-FFF2-40B4-BE49-F238E27FC236}">
                <a16:creationId xmlns:a16="http://schemas.microsoft.com/office/drawing/2014/main" id="{10501D71-6A87-41AD-39F0-D21E7762AA47}"/>
              </a:ext>
            </a:extLst>
          </p:cNvPr>
          <p:cNvSpPr txBox="1">
            <a:spLocks/>
          </p:cNvSpPr>
          <p:nvPr/>
        </p:nvSpPr>
        <p:spPr>
          <a:xfrm>
            <a:off x="11104157" y="4772676"/>
            <a:ext cx="432377" cy="277546"/>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800" b="1"/>
              <a:t>NOK</a:t>
            </a:r>
          </a:p>
        </p:txBody>
      </p:sp>
    </p:spTree>
    <p:custDataLst>
      <p:tags r:id="rId1"/>
    </p:custDataLst>
    <p:extLst>
      <p:ext uri="{BB962C8B-B14F-4D97-AF65-F5344CB8AC3E}">
        <p14:creationId xmlns:p14="http://schemas.microsoft.com/office/powerpoint/2010/main" val="1330342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717C-5C00-E94E-EEFB-83471A111CC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316026-2DDD-7CB0-AAF6-93F2D3935DCB}"/>
              </a:ext>
            </a:extLst>
          </p:cNvPr>
          <p:cNvSpPr>
            <a:spLocks noGrp="1"/>
          </p:cNvSpPr>
          <p:nvPr>
            <p:ph type="ctrTitle"/>
          </p:nvPr>
        </p:nvSpPr>
        <p:spPr>
          <a:xfrm>
            <a:off x="1221612" y="1923507"/>
            <a:ext cx="8280000" cy="512961"/>
          </a:xfrm>
        </p:spPr>
        <p:txBody>
          <a:bodyPr/>
          <a:lstStyle/>
          <a:p>
            <a:r>
              <a:rPr lang="nb-NO"/>
              <a:t>Appendix</a:t>
            </a:r>
          </a:p>
        </p:txBody>
      </p:sp>
      <p:sp>
        <p:nvSpPr>
          <p:cNvPr id="2" name="Subtitle 6">
            <a:extLst>
              <a:ext uri="{FF2B5EF4-FFF2-40B4-BE49-F238E27FC236}">
                <a16:creationId xmlns:a16="http://schemas.microsoft.com/office/drawing/2014/main" id="{786B29E2-61DC-4B17-AE0F-731F83B5668B}"/>
              </a:ext>
            </a:extLst>
          </p:cNvPr>
          <p:cNvSpPr txBox="1">
            <a:spLocks/>
          </p:cNvSpPr>
          <p:nvPr/>
        </p:nvSpPr>
        <p:spPr>
          <a:xfrm>
            <a:off x="1221612" y="2601142"/>
            <a:ext cx="8280000" cy="3748857"/>
          </a:xfrm>
          <a:prstGeom prst="rect">
            <a:avLst/>
          </a:prstGeom>
        </p:spPr>
        <p:txBody>
          <a:bodyPr vert="horz" lIns="0" tIns="0" rIns="0" bIns="0" rtlCol="0" anchor="t">
            <a:noAutofit/>
          </a:bodyPr>
          <a:lstStyle>
            <a:lvl1pPr marL="0" indent="0" algn="l" defTabSz="742950" rtl="0" eaLnBrk="1" latinLnBrk="0" hangingPunct="1">
              <a:lnSpc>
                <a:spcPct val="110000"/>
              </a:lnSpc>
              <a:spcBef>
                <a:spcPts val="0"/>
              </a:spcBef>
              <a:spcAft>
                <a:spcPts val="300"/>
              </a:spcAft>
              <a:buClr>
                <a:schemeClr val="tx2"/>
              </a:buClr>
              <a:buSzPct val="125000"/>
              <a:buFont typeface="Wingdings 3" pitchFamily="18" charset="2"/>
              <a:buNone/>
              <a:defRPr sz="2000" b="0" i="0" kern="1200">
                <a:solidFill>
                  <a:schemeClr val="tx1"/>
                </a:solidFill>
                <a:latin typeface="+mn-lt"/>
                <a:ea typeface="+mn-ea"/>
                <a:cs typeface="Segoe UI Historic" panose="020B0502040204020203" pitchFamily="34" charset="0"/>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Char char="-"/>
              <a:defRPr sz="1100" kern="1200">
                <a:solidFill>
                  <a:schemeClr val="tx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Char char="-"/>
              <a:defRPr sz="1000" kern="1200">
                <a:solidFill>
                  <a:schemeClr val="tx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Char char="-"/>
              <a:defRPr sz="900" kern="1200">
                <a:solidFill>
                  <a:schemeClr val="tx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Char char="-"/>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US" sz="1400" noProof="1"/>
              <a:t>#1 Company Overview</a:t>
            </a:r>
          </a:p>
          <a:p>
            <a:r>
              <a:rPr lang="en-US" sz="1400" noProof="1"/>
              <a:t>#2 Market Overview</a:t>
            </a:r>
          </a:p>
          <a:p>
            <a:r>
              <a:rPr lang="en-US" sz="1400" noProof="1"/>
              <a:t>	#2.1 Risks</a:t>
            </a:r>
          </a:p>
          <a:p>
            <a:r>
              <a:rPr lang="en-US" sz="1400" noProof="1"/>
              <a:t>#3 Financials and Estimates</a:t>
            </a:r>
          </a:p>
          <a:p>
            <a:r>
              <a:rPr lang="en-US" sz="1400" noProof="1"/>
              <a:t>	#3.1 Reformulated Income Statement</a:t>
            </a:r>
          </a:p>
          <a:p>
            <a:r>
              <a:rPr lang="en-US" sz="1400" noProof="1"/>
              <a:t>	#3.2 Reformulated Balance Sheet</a:t>
            </a:r>
          </a:p>
          <a:p>
            <a:r>
              <a:rPr lang="en-US" sz="1400" noProof="1"/>
              <a:t>	#3.3 Detailed Revenue Forecast</a:t>
            </a:r>
          </a:p>
          <a:p>
            <a:r>
              <a:rPr lang="en-US" sz="1400" noProof="1"/>
              <a:t>	#3.4 Key Assumptions</a:t>
            </a:r>
          </a:p>
          <a:p>
            <a:r>
              <a:rPr lang="en-US" sz="1400" noProof="1"/>
              <a:t>#4 Valuation and Recommendation</a:t>
            </a:r>
          </a:p>
          <a:p>
            <a:r>
              <a:rPr lang="en-US" sz="1400" noProof="1"/>
              <a:t>	#4.1 DCF Model – Base Case</a:t>
            </a:r>
          </a:p>
          <a:p>
            <a:r>
              <a:rPr lang="en-US" sz="1400" noProof="1"/>
              <a:t>	#4.2 Multiple Comparison</a:t>
            </a:r>
          </a:p>
          <a:p>
            <a:r>
              <a:rPr lang="en-US" sz="1400" noProof="1"/>
              <a:t>	#4.3 Key Value Drivers – SATS ASA vs. Comparable Companies</a:t>
            </a:r>
          </a:p>
        </p:txBody>
      </p:sp>
    </p:spTree>
    <p:extLst>
      <p:ext uri="{BB962C8B-B14F-4D97-AF65-F5344CB8AC3E}">
        <p14:creationId xmlns:p14="http://schemas.microsoft.com/office/powerpoint/2010/main" val="1873618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64C8D-96D6-F5D1-6E55-92AD8F90262E}"/>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4894A20F-7A3B-8236-392F-8977E6A219D8}"/>
              </a:ext>
            </a:extLst>
          </p:cNvPr>
          <p:cNvSpPr>
            <a:spLocks noGrp="1"/>
          </p:cNvSpPr>
          <p:nvPr>
            <p:ph type="body" sz="quarter" idx="11"/>
          </p:nvPr>
        </p:nvSpPr>
        <p:spPr>
          <a:xfrm>
            <a:off x="428495" y="882740"/>
            <a:ext cx="9634107" cy="204122"/>
          </a:xfrm>
        </p:spPr>
        <p:txBody>
          <a:bodyPr>
            <a:normAutofit fontScale="85000" lnSpcReduction="10000"/>
          </a:bodyPr>
          <a:lstStyle/>
          <a:p>
            <a:r>
              <a:rPr lang="en-GB"/>
              <a:t>Risks and uncertainties could potentially lead to weaker performance than expected. Our downside scenario indicates a -13% loss of capital</a:t>
            </a:r>
          </a:p>
        </p:txBody>
      </p:sp>
      <p:sp>
        <p:nvSpPr>
          <p:cNvPr id="14" name="Title 13">
            <a:extLst>
              <a:ext uri="{FF2B5EF4-FFF2-40B4-BE49-F238E27FC236}">
                <a16:creationId xmlns:a16="http://schemas.microsoft.com/office/drawing/2014/main" id="{3C52E58D-7A40-94DC-154C-72F75FB55C20}"/>
              </a:ext>
            </a:extLst>
          </p:cNvPr>
          <p:cNvSpPr>
            <a:spLocks noGrp="1"/>
          </p:cNvSpPr>
          <p:nvPr>
            <p:ph type="title"/>
          </p:nvPr>
        </p:nvSpPr>
        <p:spPr/>
        <p:txBody>
          <a:bodyPr/>
          <a:lstStyle/>
          <a:p>
            <a:r>
              <a:rPr lang="en-GB"/>
              <a:t>Key Risks</a:t>
            </a:r>
          </a:p>
        </p:txBody>
      </p:sp>
      <p:sp>
        <p:nvSpPr>
          <p:cNvPr id="17" name="Text Placeholder 16">
            <a:extLst>
              <a:ext uri="{FF2B5EF4-FFF2-40B4-BE49-F238E27FC236}">
                <a16:creationId xmlns:a16="http://schemas.microsoft.com/office/drawing/2014/main" id="{62FF57F5-E751-4610-1A29-35FD10BBFCE6}"/>
              </a:ext>
            </a:extLst>
          </p:cNvPr>
          <p:cNvSpPr>
            <a:spLocks noGrp="1"/>
          </p:cNvSpPr>
          <p:nvPr>
            <p:ph type="body" sz="quarter" idx="13"/>
          </p:nvPr>
        </p:nvSpPr>
        <p:spPr>
          <a:xfrm>
            <a:off x="428493" y="182122"/>
            <a:ext cx="5449846" cy="204121"/>
          </a:xfrm>
        </p:spPr>
        <p:txBody>
          <a:bodyPr/>
          <a:lstStyle/>
          <a:p>
            <a:r>
              <a:rPr lang="en-US" noProof="1"/>
              <a:t>#Appendix 2.1</a:t>
            </a:r>
          </a:p>
        </p:txBody>
      </p:sp>
      <p:sp>
        <p:nvSpPr>
          <p:cNvPr id="16" name="Text Placeholder 15">
            <a:extLst>
              <a:ext uri="{FF2B5EF4-FFF2-40B4-BE49-F238E27FC236}">
                <a16:creationId xmlns:a16="http://schemas.microsoft.com/office/drawing/2014/main" id="{726BF86A-EB87-F48C-B862-84D4DE1CAEF7}"/>
              </a:ext>
            </a:extLst>
          </p:cNvPr>
          <p:cNvSpPr>
            <a:spLocks noGrp="1"/>
          </p:cNvSpPr>
          <p:nvPr>
            <p:ph type="body" sz="quarter" idx="12"/>
          </p:nvPr>
        </p:nvSpPr>
        <p:spPr/>
        <p:txBody>
          <a:bodyPr/>
          <a:lstStyle/>
          <a:p>
            <a:r>
              <a:rPr lang="en-GB"/>
              <a:t>Sources: Company Financial Reports, Economic Mind, Treningsindustrien</a:t>
            </a:r>
          </a:p>
          <a:p>
            <a:r>
              <a:rPr lang="en-GB"/>
              <a:t>Note:</a:t>
            </a:r>
          </a:p>
        </p:txBody>
      </p:sp>
      <p:pic>
        <p:nvPicPr>
          <p:cNvPr id="2" name="Picture 2" descr="SATS Group – Elkraft">
            <a:extLst>
              <a:ext uri="{FF2B5EF4-FFF2-40B4-BE49-F238E27FC236}">
                <a16:creationId xmlns:a16="http://schemas.microsoft.com/office/drawing/2014/main" id="{11055400-595C-2376-1D5D-C0C2CDA90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562D745-BA36-A778-BD52-739CC987F5DC}"/>
              </a:ext>
            </a:extLst>
          </p:cNvPr>
          <p:cNvSpPr/>
          <p:nvPr/>
        </p:nvSpPr>
        <p:spPr>
          <a:xfrm>
            <a:off x="428493" y="1474689"/>
            <a:ext cx="11333691" cy="455852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000" b="1">
              <a:solidFill>
                <a:schemeClr val="tx1"/>
              </a:solidFill>
            </a:endParaRPr>
          </a:p>
        </p:txBody>
      </p:sp>
      <p:sp>
        <p:nvSpPr>
          <p:cNvPr id="4" name="Oval 3">
            <a:extLst>
              <a:ext uri="{FF2B5EF4-FFF2-40B4-BE49-F238E27FC236}">
                <a16:creationId xmlns:a16="http://schemas.microsoft.com/office/drawing/2014/main" id="{0E4A7F54-A8A1-A7EE-B8EF-18A7C9BDB7CA}"/>
              </a:ext>
            </a:extLst>
          </p:cNvPr>
          <p:cNvSpPr/>
          <p:nvPr/>
        </p:nvSpPr>
        <p:spPr>
          <a:xfrm>
            <a:off x="691979" y="2038865"/>
            <a:ext cx="481913"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1</a:t>
            </a:r>
          </a:p>
        </p:txBody>
      </p:sp>
      <p:sp>
        <p:nvSpPr>
          <p:cNvPr id="5" name="Oval 4">
            <a:extLst>
              <a:ext uri="{FF2B5EF4-FFF2-40B4-BE49-F238E27FC236}">
                <a16:creationId xmlns:a16="http://schemas.microsoft.com/office/drawing/2014/main" id="{EF78FABC-23B4-952C-96C3-C2B82949A2A2}"/>
              </a:ext>
            </a:extLst>
          </p:cNvPr>
          <p:cNvSpPr/>
          <p:nvPr/>
        </p:nvSpPr>
        <p:spPr>
          <a:xfrm>
            <a:off x="6475601" y="1950923"/>
            <a:ext cx="481913"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2</a:t>
            </a:r>
          </a:p>
        </p:txBody>
      </p:sp>
      <p:sp>
        <p:nvSpPr>
          <p:cNvPr id="6" name="Oval 5">
            <a:extLst>
              <a:ext uri="{FF2B5EF4-FFF2-40B4-BE49-F238E27FC236}">
                <a16:creationId xmlns:a16="http://schemas.microsoft.com/office/drawing/2014/main" id="{672AA662-EA34-CEBB-A380-5B37CBE50342}"/>
              </a:ext>
            </a:extLst>
          </p:cNvPr>
          <p:cNvSpPr/>
          <p:nvPr/>
        </p:nvSpPr>
        <p:spPr>
          <a:xfrm>
            <a:off x="691978" y="3773967"/>
            <a:ext cx="481913"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3</a:t>
            </a:r>
          </a:p>
        </p:txBody>
      </p:sp>
      <p:sp>
        <p:nvSpPr>
          <p:cNvPr id="7" name="Oval 6">
            <a:extLst>
              <a:ext uri="{FF2B5EF4-FFF2-40B4-BE49-F238E27FC236}">
                <a16:creationId xmlns:a16="http://schemas.microsoft.com/office/drawing/2014/main" id="{FB904022-1429-2522-AF72-6602ACD24B4F}"/>
              </a:ext>
            </a:extLst>
          </p:cNvPr>
          <p:cNvSpPr/>
          <p:nvPr/>
        </p:nvSpPr>
        <p:spPr>
          <a:xfrm>
            <a:off x="6578669" y="3753950"/>
            <a:ext cx="481913"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4</a:t>
            </a:r>
          </a:p>
        </p:txBody>
      </p:sp>
      <p:sp>
        <p:nvSpPr>
          <p:cNvPr id="8" name="Oval 7">
            <a:extLst>
              <a:ext uri="{FF2B5EF4-FFF2-40B4-BE49-F238E27FC236}">
                <a16:creationId xmlns:a16="http://schemas.microsoft.com/office/drawing/2014/main" id="{B7BFD4AC-3B4B-CF1B-4A26-999AC7D34125}"/>
              </a:ext>
            </a:extLst>
          </p:cNvPr>
          <p:cNvSpPr/>
          <p:nvPr/>
        </p:nvSpPr>
        <p:spPr>
          <a:xfrm>
            <a:off x="691977" y="5085340"/>
            <a:ext cx="481913" cy="457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O" sz="1200"/>
              <a:t>5</a:t>
            </a:r>
          </a:p>
        </p:txBody>
      </p:sp>
      <p:sp>
        <p:nvSpPr>
          <p:cNvPr id="9" name="TextBox 8">
            <a:extLst>
              <a:ext uri="{FF2B5EF4-FFF2-40B4-BE49-F238E27FC236}">
                <a16:creationId xmlns:a16="http://schemas.microsoft.com/office/drawing/2014/main" id="{CA65DE46-AED6-C7EA-9B44-CF0B213B525B}"/>
              </a:ext>
            </a:extLst>
          </p:cNvPr>
          <p:cNvSpPr txBox="1"/>
          <p:nvPr/>
        </p:nvSpPr>
        <p:spPr>
          <a:xfrm>
            <a:off x="1206840" y="2051088"/>
            <a:ext cx="3949920" cy="523220"/>
          </a:xfrm>
          <a:prstGeom prst="rect">
            <a:avLst/>
          </a:prstGeom>
          <a:noFill/>
        </p:spPr>
        <p:txBody>
          <a:bodyPr wrap="square" rtlCol="0">
            <a:spAutoFit/>
          </a:bodyPr>
          <a:lstStyle/>
          <a:p>
            <a:pPr marL="144000" indent="-144000"/>
            <a:r>
              <a:rPr lang="en-GB" sz="1200">
                <a:solidFill>
                  <a:schemeClr val="tx2"/>
                </a:solidFill>
              </a:rPr>
              <a:t>Consumer Downturn in the Nordics</a:t>
            </a:r>
          </a:p>
          <a:p>
            <a:pPr marL="144000" indent="-144000"/>
            <a:r>
              <a:rPr lang="en-GB" sz="800">
                <a:solidFill>
                  <a:schemeClr val="tx2"/>
                </a:solidFill>
              </a:rPr>
              <a:t>Lower household spending reduces new memberships and increases churn, </a:t>
            </a:r>
          </a:p>
          <a:p>
            <a:pPr marL="144000" indent="-144000"/>
            <a:r>
              <a:rPr lang="en-GB" sz="800">
                <a:solidFill>
                  <a:schemeClr val="tx2"/>
                </a:solidFill>
              </a:rPr>
              <a:t>weakening revenue growth and operating leverage.</a:t>
            </a:r>
            <a:endParaRPr lang="en-NO" sz="800">
              <a:solidFill>
                <a:schemeClr val="tx2"/>
              </a:solidFill>
            </a:endParaRPr>
          </a:p>
        </p:txBody>
      </p:sp>
      <p:sp>
        <p:nvSpPr>
          <p:cNvPr id="10" name="TextBox 9">
            <a:extLst>
              <a:ext uri="{FF2B5EF4-FFF2-40B4-BE49-F238E27FC236}">
                <a16:creationId xmlns:a16="http://schemas.microsoft.com/office/drawing/2014/main" id="{C536FF9A-41CA-82DF-AA47-583EE72D14FE}"/>
              </a:ext>
            </a:extLst>
          </p:cNvPr>
          <p:cNvSpPr txBox="1"/>
          <p:nvPr/>
        </p:nvSpPr>
        <p:spPr>
          <a:xfrm>
            <a:off x="7220017" y="1950923"/>
            <a:ext cx="4038708" cy="523220"/>
          </a:xfrm>
          <a:prstGeom prst="rect">
            <a:avLst/>
          </a:prstGeom>
          <a:noFill/>
        </p:spPr>
        <p:txBody>
          <a:bodyPr wrap="square" rtlCol="0">
            <a:spAutoFit/>
          </a:bodyPr>
          <a:lstStyle/>
          <a:p>
            <a:pPr marL="144000" indent="-144000"/>
            <a:r>
              <a:rPr lang="en-GB" sz="1200">
                <a:solidFill>
                  <a:schemeClr val="tx2"/>
                </a:solidFill>
              </a:rPr>
              <a:t>Pricing &amp; ARPU Execution Risk</a:t>
            </a:r>
            <a:endParaRPr lang="en-NO" sz="1200">
              <a:solidFill>
                <a:schemeClr val="tx2"/>
              </a:solidFill>
            </a:endParaRPr>
          </a:p>
          <a:p>
            <a:pPr marL="144000" indent="-144000"/>
            <a:r>
              <a:rPr lang="en-GB" sz="800">
                <a:solidFill>
                  <a:schemeClr val="tx2"/>
                </a:solidFill>
              </a:rPr>
              <a:t>If members resist price increases or trade down from Premium/PT, margin expansion</a:t>
            </a:r>
          </a:p>
          <a:p>
            <a:pPr marL="144000" indent="-144000"/>
            <a:r>
              <a:rPr lang="en-GB" sz="800">
                <a:solidFill>
                  <a:schemeClr val="tx2"/>
                </a:solidFill>
              </a:rPr>
              <a:t>assumptions fail.</a:t>
            </a:r>
            <a:endParaRPr lang="en-NO" sz="800">
              <a:solidFill>
                <a:schemeClr val="tx2"/>
              </a:solidFill>
            </a:endParaRPr>
          </a:p>
        </p:txBody>
      </p:sp>
      <p:sp>
        <p:nvSpPr>
          <p:cNvPr id="11" name="TextBox 10">
            <a:extLst>
              <a:ext uri="{FF2B5EF4-FFF2-40B4-BE49-F238E27FC236}">
                <a16:creationId xmlns:a16="http://schemas.microsoft.com/office/drawing/2014/main" id="{F85427F1-8CF7-559D-45A3-1C3B4B90EE42}"/>
              </a:ext>
            </a:extLst>
          </p:cNvPr>
          <p:cNvSpPr txBox="1"/>
          <p:nvPr/>
        </p:nvSpPr>
        <p:spPr>
          <a:xfrm>
            <a:off x="1173891" y="3807438"/>
            <a:ext cx="4141774" cy="400110"/>
          </a:xfrm>
          <a:prstGeom prst="rect">
            <a:avLst/>
          </a:prstGeom>
          <a:noFill/>
        </p:spPr>
        <p:txBody>
          <a:bodyPr wrap="square" rtlCol="0">
            <a:spAutoFit/>
          </a:bodyPr>
          <a:lstStyle/>
          <a:p>
            <a:pPr marL="144000" indent="-144000"/>
            <a:r>
              <a:rPr lang="en-GB" sz="1200">
                <a:solidFill>
                  <a:schemeClr val="tx2"/>
                </a:solidFill>
              </a:rPr>
              <a:t>Cost Inflation Mismatch</a:t>
            </a:r>
            <a:endParaRPr lang="en-NO" sz="1200">
              <a:solidFill>
                <a:schemeClr val="tx2"/>
              </a:solidFill>
            </a:endParaRPr>
          </a:p>
          <a:p>
            <a:pPr marL="144000" indent="-144000"/>
            <a:r>
              <a:rPr lang="en-GB" sz="800">
                <a:solidFill>
                  <a:schemeClr val="tx2"/>
                </a:solidFill>
              </a:rPr>
              <a:t>Wage, rent and energy inflation not offset by pricing directly compresses EBITDA.</a:t>
            </a:r>
            <a:endParaRPr lang="en-NO" sz="800">
              <a:solidFill>
                <a:schemeClr val="tx2"/>
              </a:solidFill>
            </a:endParaRPr>
          </a:p>
        </p:txBody>
      </p:sp>
      <p:sp>
        <p:nvSpPr>
          <p:cNvPr id="12" name="TextBox 11">
            <a:extLst>
              <a:ext uri="{FF2B5EF4-FFF2-40B4-BE49-F238E27FC236}">
                <a16:creationId xmlns:a16="http://schemas.microsoft.com/office/drawing/2014/main" id="{EB3CC9DA-FA5B-9A4E-AFF6-0B586EFB3BF3}"/>
              </a:ext>
            </a:extLst>
          </p:cNvPr>
          <p:cNvSpPr txBox="1"/>
          <p:nvPr/>
        </p:nvSpPr>
        <p:spPr>
          <a:xfrm>
            <a:off x="7220017" y="3711581"/>
            <a:ext cx="4141774" cy="523220"/>
          </a:xfrm>
          <a:prstGeom prst="rect">
            <a:avLst/>
          </a:prstGeom>
          <a:noFill/>
        </p:spPr>
        <p:txBody>
          <a:bodyPr wrap="square" rtlCol="0">
            <a:spAutoFit/>
          </a:bodyPr>
          <a:lstStyle/>
          <a:p>
            <a:pPr marL="144000" indent="-144000"/>
            <a:r>
              <a:rPr lang="en-GB" sz="1200">
                <a:solidFill>
                  <a:schemeClr val="tx2"/>
                </a:solidFill>
              </a:rPr>
              <a:t>Competitive Pressure From Low-cost Operators </a:t>
            </a:r>
          </a:p>
          <a:p>
            <a:pPr marL="144000" indent="-144000"/>
            <a:r>
              <a:rPr lang="en-GB" sz="800">
                <a:solidFill>
                  <a:schemeClr val="tx2"/>
                </a:solidFill>
              </a:rPr>
              <a:t>Aggressive expansion by budget chains limits pricing power and caps penetration</a:t>
            </a:r>
          </a:p>
          <a:p>
            <a:pPr marL="144000" indent="-144000"/>
            <a:r>
              <a:rPr lang="en-GB" sz="800">
                <a:solidFill>
                  <a:schemeClr val="tx2"/>
                </a:solidFill>
              </a:rPr>
              <a:t>growth.</a:t>
            </a:r>
            <a:endParaRPr lang="en-NO" sz="800">
              <a:solidFill>
                <a:schemeClr val="tx2"/>
              </a:solidFill>
            </a:endParaRPr>
          </a:p>
        </p:txBody>
      </p:sp>
      <p:sp>
        <p:nvSpPr>
          <p:cNvPr id="13" name="TextBox 12">
            <a:extLst>
              <a:ext uri="{FF2B5EF4-FFF2-40B4-BE49-F238E27FC236}">
                <a16:creationId xmlns:a16="http://schemas.microsoft.com/office/drawing/2014/main" id="{6125A1E9-7B46-34E5-5511-2056343EBF04}"/>
              </a:ext>
            </a:extLst>
          </p:cNvPr>
          <p:cNvSpPr txBox="1"/>
          <p:nvPr/>
        </p:nvSpPr>
        <p:spPr>
          <a:xfrm>
            <a:off x="1210789" y="5121701"/>
            <a:ext cx="4141774" cy="523220"/>
          </a:xfrm>
          <a:prstGeom prst="rect">
            <a:avLst/>
          </a:prstGeom>
          <a:noFill/>
        </p:spPr>
        <p:txBody>
          <a:bodyPr wrap="square" rtlCol="0">
            <a:spAutoFit/>
          </a:bodyPr>
          <a:lstStyle/>
          <a:p>
            <a:pPr marL="144000" indent="-144000" algn="l"/>
            <a:r>
              <a:rPr lang="en-NO" sz="1200">
                <a:solidFill>
                  <a:schemeClr val="tx2"/>
                </a:solidFill>
              </a:rPr>
              <a:t>Slower Deleveraging</a:t>
            </a:r>
          </a:p>
          <a:p>
            <a:pPr marL="144000" indent="-144000"/>
            <a:r>
              <a:rPr lang="en-GB" sz="800">
                <a:solidFill>
                  <a:schemeClr val="tx2"/>
                </a:solidFill>
              </a:rPr>
              <a:t>Weaker cash flow or higher rates delay balance sheet normalization, reducing equity</a:t>
            </a:r>
          </a:p>
          <a:p>
            <a:pPr marL="144000" indent="-144000"/>
            <a:r>
              <a:rPr lang="en-GB" sz="800">
                <a:solidFill>
                  <a:schemeClr val="tx2"/>
                </a:solidFill>
              </a:rPr>
              <a:t>upside.</a:t>
            </a:r>
          </a:p>
        </p:txBody>
      </p:sp>
    </p:spTree>
    <p:extLst>
      <p:ext uri="{BB962C8B-B14F-4D97-AF65-F5344CB8AC3E}">
        <p14:creationId xmlns:p14="http://schemas.microsoft.com/office/powerpoint/2010/main" val="264546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7F99D-0381-934D-0045-115C6F3BF02B}"/>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27C4CE2-6E3D-735F-A834-AE50FE6D1E29}"/>
              </a:ext>
            </a:extLst>
          </p:cNvPr>
          <p:cNvSpPr>
            <a:spLocks noGrp="1"/>
          </p:cNvSpPr>
          <p:nvPr>
            <p:ph type="title"/>
          </p:nvPr>
        </p:nvSpPr>
        <p:spPr/>
        <p:txBody>
          <a:bodyPr/>
          <a:lstStyle/>
          <a:p>
            <a:r>
              <a:rPr lang="en-GB"/>
              <a:t>Reformulated Income Statement</a:t>
            </a:r>
          </a:p>
        </p:txBody>
      </p:sp>
      <p:sp>
        <p:nvSpPr>
          <p:cNvPr id="17" name="Text Placeholder 16">
            <a:extLst>
              <a:ext uri="{FF2B5EF4-FFF2-40B4-BE49-F238E27FC236}">
                <a16:creationId xmlns:a16="http://schemas.microsoft.com/office/drawing/2014/main" id="{D12F8A36-5472-A77E-CA21-96AB7ABE739C}"/>
              </a:ext>
            </a:extLst>
          </p:cNvPr>
          <p:cNvSpPr>
            <a:spLocks noGrp="1"/>
          </p:cNvSpPr>
          <p:nvPr>
            <p:ph type="body" sz="quarter" idx="13"/>
          </p:nvPr>
        </p:nvSpPr>
        <p:spPr/>
        <p:txBody>
          <a:bodyPr/>
          <a:lstStyle/>
          <a:p>
            <a:r>
              <a:rPr lang="en-US" noProof="1"/>
              <a:t>#Appendix 3.1</a:t>
            </a:r>
          </a:p>
        </p:txBody>
      </p:sp>
      <p:sp>
        <p:nvSpPr>
          <p:cNvPr id="16" name="Text Placeholder 15">
            <a:extLst>
              <a:ext uri="{FF2B5EF4-FFF2-40B4-BE49-F238E27FC236}">
                <a16:creationId xmlns:a16="http://schemas.microsoft.com/office/drawing/2014/main" id="{053AC09A-28BC-8A3F-E43E-CDA5600EAB7F}"/>
              </a:ext>
            </a:extLst>
          </p:cNvPr>
          <p:cNvSpPr>
            <a:spLocks noGrp="1"/>
          </p:cNvSpPr>
          <p:nvPr>
            <p:ph type="body" sz="quarter" idx="12"/>
          </p:nvPr>
        </p:nvSpPr>
        <p:spPr/>
        <p:txBody>
          <a:bodyPr/>
          <a:lstStyle/>
          <a:p>
            <a:r>
              <a:rPr lang="en-GB"/>
              <a:t>Sources: Company Financial Reports, Bloomberg</a:t>
            </a:r>
          </a:p>
          <a:p>
            <a:r>
              <a:rPr lang="en-GB"/>
              <a:t>Note:</a:t>
            </a:r>
          </a:p>
        </p:txBody>
      </p:sp>
      <p:pic>
        <p:nvPicPr>
          <p:cNvPr id="2" name="Picture 2" descr="SATS Group – Elkraft">
            <a:extLst>
              <a:ext uri="{FF2B5EF4-FFF2-40B4-BE49-F238E27FC236}">
                <a16:creationId xmlns:a16="http://schemas.microsoft.com/office/drawing/2014/main" id="{FD924CB6-0A3A-2FBA-6104-89D4FA208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pic>
        <p:nvPicPr>
          <p:cNvPr id="8" name="Bilde 7" descr="Et bilde som inneholder skjermbilde, line, nummer&#10;&#10;KI-generert innhold kan være feil.">
            <a:extLst>
              <a:ext uri="{FF2B5EF4-FFF2-40B4-BE49-F238E27FC236}">
                <a16:creationId xmlns:a16="http://schemas.microsoft.com/office/drawing/2014/main" id="{8AFAF7C3-1878-FD8E-AC82-288A07A04B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492" y="990457"/>
            <a:ext cx="11820466" cy="3761848"/>
          </a:xfrm>
          <a:prstGeom prst="rect">
            <a:avLst/>
          </a:prstGeom>
        </p:spPr>
      </p:pic>
    </p:spTree>
    <p:custDataLst>
      <p:tags r:id="rId1"/>
    </p:custDataLst>
    <p:extLst>
      <p:ext uri="{BB962C8B-B14F-4D97-AF65-F5344CB8AC3E}">
        <p14:creationId xmlns:p14="http://schemas.microsoft.com/office/powerpoint/2010/main" val="2747616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66584-A65C-C5CC-69B1-8A22566B8D3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26574654-4571-3CAB-98B7-557CB834C1E3}"/>
              </a:ext>
            </a:extLst>
          </p:cNvPr>
          <p:cNvSpPr>
            <a:spLocks noGrp="1"/>
          </p:cNvSpPr>
          <p:nvPr>
            <p:ph type="title"/>
          </p:nvPr>
        </p:nvSpPr>
        <p:spPr>
          <a:xfrm>
            <a:off x="429156" y="478096"/>
            <a:ext cx="11333692" cy="800219"/>
          </a:xfrm>
        </p:spPr>
        <p:txBody>
          <a:bodyPr/>
          <a:lstStyle/>
          <a:p>
            <a:r>
              <a:rPr lang="en-GB"/>
              <a:t>Reformulated Balance Sheet</a:t>
            </a:r>
            <a:br>
              <a:rPr lang="en-GB"/>
            </a:br>
            <a:endParaRPr lang="en-GB"/>
          </a:p>
        </p:txBody>
      </p:sp>
      <p:sp>
        <p:nvSpPr>
          <p:cNvPr id="17" name="Text Placeholder 16">
            <a:extLst>
              <a:ext uri="{FF2B5EF4-FFF2-40B4-BE49-F238E27FC236}">
                <a16:creationId xmlns:a16="http://schemas.microsoft.com/office/drawing/2014/main" id="{95B95D52-011F-9FC9-2737-4B7487CD50E1}"/>
              </a:ext>
            </a:extLst>
          </p:cNvPr>
          <p:cNvSpPr>
            <a:spLocks noGrp="1"/>
          </p:cNvSpPr>
          <p:nvPr>
            <p:ph type="body" sz="quarter" idx="13"/>
          </p:nvPr>
        </p:nvSpPr>
        <p:spPr/>
        <p:txBody>
          <a:bodyPr/>
          <a:lstStyle/>
          <a:p>
            <a:r>
              <a:rPr lang="en-US" noProof="1"/>
              <a:t>#Appendix 3.2</a:t>
            </a:r>
          </a:p>
        </p:txBody>
      </p:sp>
      <p:sp>
        <p:nvSpPr>
          <p:cNvPr id="16" name="Text Placeholder 15">
            <a:extLst>
              <a:ext uri="{FF2B5EF4-FFF2-40B4-BE49-F238E27FC236}">
                <a16:creationId xmlns:a16="http://schemas.microsoft.com/office/drawing/2014/main" id="{E3478A6C-CED8-5360-ACC6-861A2A5A66B3}"/>
              </a:ext>
            </a:extLst>
          </p:cNvPr>
          <p:cNvSpPr>
            <a:spLocks noGrp="1"/>
          </p:cNvSpPr>
          <p:nvPr>
            <p:ph type="body" sz="quarter" idx="12"/>
          </p:nvPr>
        </p:nvSpPr>
        <p:spPr/>
        <p:txBody>
          <a:bodyPr/>
          <a:lstStyle/>
          <a:p>
            <a:r>
              <a:rPr lang="en-GB"/>
              <a:t>Sources: Company Financial Reports, Bloomberg</a:t>
            </a:r>
          </a:p>
          <a:p>
            <a:r>
              <a:rPr lang="en-GB"/>
              <a:t>Note:</a:t>
            </a:r>
          </a:p>
        </p:txBody>
      </p:sp>
      <p:pic>
        <p:nvPicPr>
          <p:cNvPr id="2" name="Picture 2" descr="SATS Group – Elkraft">
            <a:extLst>
              <a:ext uri="{FF2B5EF4-FFF2-40B4-BE49-F238E27FC236}">
                <a16:creationId xmlns:a16="http://schemas.microsoft.com/office/drawing/2014/main" id="{66CA5C28-222D-2025-F66B-32B1F3FE5E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pic>
        <p:nvPicPr>
          <p:cNvPr id="3" name="Bilde 2" descr="Et bilde som inneholder tekst, skjermbilde, nummer, Font&#10;&#10;KI-generert innhold kan være feil.">
            <a:extLst>
              <a:ext uri="{FF2B5EF4-FFF2-40B4-BE49-F238E27FC236}">
                <a16:creationId xmlns:a16="http://schemas.microsoft.com/office/drawing/2014/main" id="{9A1FD90C-41BC-995D-D6BD-56AB1770B1D2}"/>
              </a:ext>
            </a:extLst>
          </p:cNvPr>
          <p:cNvPicPr>
            <a:picLocks noChangeAspect="1"/>
          </p:cNvPicPr>
          <p:nvPr/>
        </p:nvPicPr>
        <p:blipFill>
          <a:blip r:embed="rId4"/>
          <a:stretch>
            <a:fillRect/>
          </a:stretch>
        </p:blipFill>
        <p:spPr>
          <a:xfrm>
            <a:off x="196272" y="961400"/>
            <a:ext cx="11568547" cy="5350836"/>
          </a:xfrm>
          <a:prstGeom prst="rect">
            <a:avLst/>
          </a:prstGeom>
        </p:spPr>
      </p:pic>
    </p:spTree>
    <p:custDataLst>
      <p:tags r:id="rId1"/>
    </p:custDataLst>
    <p:extLst>
      <p:ext uri="{BB962C8B-B14F-4D97-AF65-F5344CB8AC3E}">
        <p14:creationId xmlns:p14="http://schemas.microsoft.com/office/powerpoint/2010/main" val="2767601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08D3-A2D0-851F-7C83-E3720B73B09A}"/>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3B45271-D339-3276-524F-4176DF5134C7}"/>
              </a:ext>
            </a:extLst>
          </p:cNvPr>
          <p:cNvSpPr>
            <a:spLocks noGrp="1"/>
          </p:cNvSpPr>
          <p:nvPr>
            <p:ph type="title"/>
          </p:nvPr>
        </p:nvSpPr>
        <p:spPr/>
        <p:txBody>
          <a:bodyPr/>
          <a:lstStyle/>
          <a:p>
            <a:r>
              <a:rPr lang="en-GB"/>
              <a:t>Detailed Revenue Forecast</a:t>
            </a:r>
          </a:p>
        </p:txBody>
      </p:sp>
      <p:sp>
        <p:nvSpPr>
          <p:cNvPr id="17" name="Text Placeholder 16">
            <a:extLst>
              <a:ext uri="{FF2B5EF4-FFF2-40B4-BE49-F238E27FC236}">
                <a16:creationId xmlns:a16="http://schemas.microsoft.com/office/drawing/2014/main" id="{1EDB57C9-4D0F-880E-CCD3-98F6663AC0DF}"/>
              </a:ext>
            </a:extLst>
          </p:cNvPr>
          <p:cNvSpPr>
            <a:spLocks noGrp="1"/>
          </p:cNvSpPr>
          <p:nvPr>
            <p:ph type="body" sz="quarter" idx="13"/>
          </p:nvPr>
        </p:nvSpPr>
        <p:spPr/>
        <p:txBody>
          <a:bodyPr/>
          <a:lstStyle/>
          <a:p>
            <a:r>
              <a:rPr lang="en-US" noProof="1"/>
              <a:t>#Appendix 3.3</a:t>
            </a:r>
          </a:p>
        </p:txBody>
      </p:sp>
      <p:sp>
        <p:nvSpPr>
          <p:cNvPr id="16" name="Text Placeholder 15">
            <a:extLst>
              <a:ext uri="{FF2B5EF4-FFF2-40B4-BE49-F238E27FC236}">
                <a16:creationId xmlns:a16="http://schemas.microsoft.com/office/drawing/2014/main" id="{086DDEBB-CF76-6A46-9BF6-86D765FDA117}"/>
              </a:ext>
            </a:extLst>
          </p:cNvPr>
          <p:cNvSpPr>
            <a:spLocks noGrp="1"/>
          </p:cNvSpPr>
          <p:nvPr>
            <p:ph type="body" sz="quarter" idx="12"/>
          </p:nvPr>
        </p:nvSpPr>
        <p:spPr/>
        <p:txBody>
          <a:bodyPr/>
          <a:lstStyle/>
          <a:p>
            <a:r>
              <a:rPr lang="en-GB"/>
              <a:t>Sources: Company Financial Reports, Bloomberg</a:t>
            </a:r>
          </a:p>
          <a:p>
            <a:r>
              <a:rPr lang="en-GB"/>
              <a:t>Note:</a:t>
            </a:r>
          </a:p>
        </p:txBody>
      </p:sp>
      <p:pic>
        <p:nvPicPr>
          <p:cNvPr id="2" name="Picture 2" descr="SATS Group – Elkraft">
            <a:extLst>
              <a:ext uri="{FF2B5EF4-FFF2-40B4-BE49-F238E27FC236}">
                <a16:creationId xmlns:a16="http://schemas.microsoft.com/office/drawing/2014/main" id="{E445E6C8-C272-48C7-EA81-D6C72BBD31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pic>
        <p:nvPicPr>
          <p:cNvPr id="4" name="Bilde 3" descr="Et bilde som inneholder tekst, skjermbilde, nummer, Font&#10;&#10;KI-generert innhold kan være feil.">
            <a:extLst>
              <a:ext uri="{FF2B5EF4-FFF2-40B4-BE49-F238E27FC236}">
                <a16:creationId xmlns:a16="http://schemas.microsoft.com/office/drawing/2014/main" id="{95FAD26A-C0A8-DC22-34EE-176A951D328C}"/>
              </a:ext>
            </a:extLst>
          </p:cNvPr>
          <p:cNvPicPr>
            <a:picLocks noChangeAspect="1"/>
          </p:cNvPicPr>
          <p:nvPr/>
        </p:nvPicPr>
        <p:blipFill>
          <a:blip r:embed="rId3"/>
          <a:stretch>
            <a:fillRect/>
          </a:stretch>
        </p:blipFill>
        <p:spPr>
          <a:xfrm>
            <a:off x="429156" y="1047763"/>
            <a:ext cx="11333692" cy="4993384"/>
          </a:xfrm>
          <a:prstGeom prst="rect">
            <a:avLst/>
          </a:prstGeom>
        </p:spPr>
      </p:pic>
    </p:spTree>
    <p:extLst>
      <p:ext uri="{BB962C8B-B14F-4D97-AF65-F5344CB8AC3E}">
        <p14:creationId xmlns:p14="http://schemas.microsoft.com/office/powerpoint/2010/main" val="3468208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D71AA-3F08-4914-5476-1E7A91A5D6CC}"/>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B327500E-C605-397E-6F52-89D117C88872}"/>
              </a:ext>
            </a:extLst>
          </p:cNvPr>
          <p:cNvSpPr>
            <a:spLocks noGrp="1"/>
          </p:cNvSpPr>
          <p:nvPr>
            <p:ph type="title"/>
          </p:nvPr>
        </p:nvSpPr>
        <p:spPr/>
        <p:txBody>
          <a:bodyPr/>
          <a:lstStyle/>
          <a:p>
            <a:r>
              <a:rPr lang="en-GB"/>
              <a:t>Key Assumptions</a:t>
            </a:r>
          </a:p>
        </p:txBody>
      </p:sp>
      <p:sp>
        <p:nvSpPr>
          <p:cNvPr id="17" name="Text Placeholder 16">
            <a:extLst>
              <a:ext uri="{FF2B5EF4-FFF2-40B4-BE49-F238E27FC236}">
                <a16:creationId xmlns:a16="http://schemas.microsoft.com/office/drawing/2014/main" id="{C92B552C-8EAC-3246-97E6-751A571533BD}"/>
              </a:ext>
            </a:extLst>
          </p:cNvPr>
          <p:cNvSpPr>
            <a:spLocks noGrp="1"/>
          </p:cNvSpPr>
          <p:nvPr>
            <p:ph type="body" sz="quarter" idx="13"/>
          </p:nvPr>
        </p:nvSpPr>
        <p:spPr>
          <a:xfrm>
            <a:off x="429156" y="166258"/>
            <a:ext cx="5449846" cy="204121"/>
          </a:xfrm>
        </p:spPr>
        <p:txBody>
          <a:bodyPr/>
          <a:lstStyle/>
          <a:p>
            <a:r>
              <a:rPr lang="en-US" noProof="1"/>
              <a:t>#Appendix 3.4</a:t>
            </a:r>
          </a:p>
        </p:txBody>
      </p:sp>
      <p:sp>
        <p:nvSpPr>
          <p:cNvPr id="16" name="Text Placeholder 15">
            <a:extLst>
              <a:ext uri="{FF2B5EF4-FFF2-40B4-BE49-F238E27FC236}">
                <a16:creationId xmlns:a16="http://schemas.microsoft.com/office/drawing/2014/main" id="{54FB74B8-59F4-DEEB-69DD-CA226550227A}"/>
              </a:ext>
            </a:extLst>
          </p:cNvPr>
          <p:cNvSpPr>
            <a:spLocks noGrp="1"/>
          </p:cNvSpPr>
          <p:nvPr>
            <p:ph type="body" sz="quarter" idx="12"/>
          </p:nvPr>
        </p:nvSpPr>
        <p:spPr/>
        <p:txBody>
          <a:bodyPr/>
          <a:lstStyle/>
          <a:p>
            <a:r>
              <a:rPr lang="en-GB"/>
              <a:t>Sources: Company Financial Reports, Bloomberg </a:t>
            </a:r>
          </a:p>
          <a:p>
            <a:r>
              <a:rPr lang="en-GB"/>
              <a:t>Note: 1) Q4’25, Company Outlook </a:t>
            </a:r>
          </a:p>
        </p:txBody>
      </p:sp>
      <p:pic>
        <p:nvPicPr>
          <p:cNvPr id="2" name="Picture 2" descr="SATS Group – Elkraft">
            <a:extLst>
              <a:ext uri="{FF2B5EF4-FFF2-40B4-BE49-F238E27FC236}">
                <a16:creationId xmlns:a16="http://schemas.microsoft.com/office/drawing/2014/main" id="{6E29B37A-4115-AE82-1D85-3D8C8CBD2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A1C33A8-9BDF-B6EE-4A48-0083FE4A02B6}"/>
              </a:ext>
            </a:extLst>
          </p:cNvPr>
          <p:cNvPicPr>
            <a:picLocks noChangeAspect="1"/>
          </p:cNvPicPr>
          <p:nvPr/>
        </p:nvPicPr>
        <p:blipFill>
          <a:blip r:embed="rId4"/>
          <a:stretch>
            <a:fillRect/>
          </a:stretch>
        </p:blipFill>
        <p:spPr>
          <a:xfrm>
            <a:off x="404001" y="970818"/>
            <a:ext cx="11346355" cy="2912284"/>
          </a:xfrm>
          <a:prstGeom prst="rect">
            <a:avLst/>
          </a:prstGeom>
        </p:spPr>
      </p:pic>
      <p:sp>
        <p:nvSpPr>
          <p:cNvPr id="9" name="Rectangle 9">
            <a:extLst>
              <a:ext uri="{FF2B5EF4-FFF2-40B4-BE49-F238E27FC236}">
                <a16:creationId xmlns:a16="http://schemas.microsoft.com/office/drawing/2014/main" id="{D6286DE9-D276-5A09-C90C-0413AB870378}"/>
              </a:ext>
            </a:extLst>
          </p:cNvPr>
          <p:cNvSpPr/>
          <p:nvPr/>
        </p:nvSpPr>
        <p:spPr>
          <a:xfrm>
            <a:off x="9440214" y="3749618"/>
            <a:ext cx="2322635" cy="244856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lgn="ctr">
              <a:buFont typeface="Arial" panose="020B0604020202020204" pitchFamily="34" charset="0"/>
              <a:buChar char="•"/>
            </a:pPr>
            <a:r>
              <a:rPr lang="en-GB" sz="900">
                <a:solidFill>
                  <a:schemeClr val="tx1"/>
                </a:solidFill>
              </a:rPr>
              <a:t>Selected operating and balance sheet ratios are used to anchor the forecast, linking revenue growth, margin development and capital intensity to historical performance and normalized long-term operating trends.</a:t>
            </a:r>
          </a:p>
          <a:p>
            <a:pPr marL="171450" indent="-171450" algn="ctr">
              <a:buFont typeface="Arial" panose="020B0604020202020204" pitchFamily="34" charset="0"/>
              <a:buChar char="•"/>
            </a:pPr>
            <a:endParaRPr lang="en-GB" sz="900">
              <a:solidFill>
                <a:schemeClr val="tx1"/>
              </a:solidFill>
            </a:endParaRPr>
          </a:p>
          <a:p>
            <a:pPr marL="171450" indent="-171450" algn="ctr">
              <a:buFont typeface="Arial" panose="020B0604020202020204" pitchFamily="34" charset="0"/>
              <a:buChar char="•"/>
            </a:pPr>
            <a:r>
              <a:rPr lang="en-GB" sz="900">
                <a:solidFill>
                  <a:schemeClr val="tx1"/>
                </a:solidFill>
              </a:rPr>
              <a:t>Management targets approximately 8–12 net new club openings per year, supporting steady network expansion and long-term membership growth across the Nordic footprint</a:t>
            </a:r>
            <a:r>
              <a:rPr lang="en-GB" sz="1000">
                <a:solidFill>
                  <a:schemeClr val="tx1"/>
                </a:solidFill>
              </a:rPr>
              <a:t>.</a:t>
            </a:r>
          </a:p>
        </p:txBody>
      </p:sp>
      <p:pic>
        <p:nvPicPr>
          <p:cNvPr id="5" name="Bilde 4" descr="Et bilde som inneholder tekst, skjermbilde, nummer, Font&#10;&#10;KI-generert innhold kan være feil.">
            <a:extLst>
              <a:ext uri="{FF2B5EF4-FFF2-40B4-BE49-F238E27FC236}">
                <a16:creationId xmlns:a16="http://schemas.microsoft.com/office/drawing/2014/main" id="{BA318BB1-AFE5-BEC5-FEDF-5F288E144165}"/>
              </a:ext>
            </a:extLst>
          </p:cNvPr>
          <p:cNvPicPr>
            <a:picLocks noChangeAspect="1"/>
          </p:cNvPicPr>
          <p:nvPr/>
        </p:nvPicPr>
        <p:blipFill>
          <a:blip r:embed="rId5"/>
          <a:stretch>
            <a:fillRect/>
          </a:stretch>
        </p:blipFill>
        <p:spPr>
          <a:xfrm>
            <a:off x="430967" y="3763574"/>
            <a:ext cx="8831705" cy="2441313"/>
          </a:xfrm>
          <a:prstGeom prst="rect">
            <a:avLst/>
          </a:prstGeom>
        </p:spPr>
      </p:pic>
    </p:spTree>
    <p:extLst>
      <p:ext uri="{BB962C8B-B14F-4D97-AF65-F5344CB8AC3E}">
        <p14:creationId xmlns:p14="http://schemas.microsoft.com/office/powerpoint/2010/main" val="2418675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D8393-C220-6213-15A1-DCCF9D8BED51}"/>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D7C9C4DB-2D5C-6C5D-F74C-7C8540CE74B0}"/>
              </a:ext>
            </a:extLst>
          </p:cNvPr>
          <p:cNvSpPr>
            <a:spLocks noGrp="1"/>
          </p:cNvSpPr>
          <p:nvPr>
            <p:ph type="title"/>
          </p:nvPr>
        </p:nvSpPr>
        <p:spPr/>
        <p:txBody>
          <a:bodyPr/>
          <a:lstStyle/>
          <a:p>
            <a:r>
              <a:rPr lang="en-GB"/>
              <a:t>DCF Model– Base Case</a:t>
            </a:r>
          </a:p>
        </p:txBody>
      </p:sp>
      <p:sp>
        <p:nvSpPr>
          <p:cNvPr id="17" name="Text Placeholder 16">
            <a:extLst>
              <a:ext uri="{FF2B5EF4-FFF2-40B4-BE49-F238E27FC236}">
                <a16:creationId xmlns:a16="http://schemas.microsoft.com/office/drawing/2014/main" id="{3B65614C-DE41-E216-58F6-1C64B53B764B}"/>
              </a:ext>
            </a:extLst>
          </p:cNvPr>
          <p:cNvSpPr>
            <a:spLocks noGrp="1"/>
          </p:cNvSpPr>
          <p:nvPr>
            <p:ph type="body" sz="quarter" idx="13"/>
          </p:nvPr>
        </p:nvSpPr>
        <p:spPr>
          <a:xfrm>
            <a:off x="429156" y="184326"/>
            <a:ext cx="5449846" cy="204121"/>
          </a:xfrm>
        </p:spPr>
        <p:txBody>
          <a:bodyPr/>
          <a:lstStyle/>
          <a:p>
            <a:r>
              <a:rPr lang="en-US" noProof="1"/>
              <a:t>#Appendix 4.1</a:t>
            </a:r>
          </a:p>
        </p:txBody>
      </p:sp>
      <p:sp>
        <p:nvSpPr>
          <p:cNvPr id="16" name="Text Placeholder 15">
            <a:extLst>
              <a:ext uri="{FF2B5EF4-FFF2-40B4-BE49-F238E27FC236}">
                <a16:creationId xmlns:a16="http://schemas.microsoft.com/office/drawing/2014/main" id="{D3D94F5D-20DD-32AF-8E26-2D98A5582753}"/>
              </a:ext>
            </a:extLst>
          </p:cNvPr>
          <p:cNvSpPr>
            <a:spLocks noGrp="1"/>
          </p:cNvSpPr>
          <p:nvPr>
            <p:ph type="body" sz="quarter" idx="12"/>
          </p:nvPr>
        </p:nvSpPr>
        <p:spPr/>
        <p:txBody>
          <a:bodyPr/>
          <a:lstStyle/>
          <a:p>
            <a:r>
              <a:rPr lang="en-GB"/>
              <a:t>Sources: Company Financial Reports, Bloomberg</a:t>
            </a:r>
          </a:p>
          <a:p>
            <a:r>
              <a:rPr lang="en-GB"/>
              <a:t>Note:</a:t>
            </a:r>
          </a:p>
        </p:txBody>
      </p:sp>
      <p:pic>
        <p:nvPicPr>
          <p:cNvPr id="2" name="Picture 2" descr="SATS Group – Elkraft">
            <a:extLst>
              <a:ext uri="{FF2B5EF4-FFF2-40B4-BE49-F238E27FC236}">
                <a16:creationId xmlns:a16="http://schemas.microsoft.com/office/drawing/2014/main" id="{CB4F3E96-FBEB-3017-53E0-7E0707E7D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pic>
        <p:nvPicPr>
          <p:cNvPr id="7" name="Bilde 6" descr="Et bilde som inneholder tekst, skjermbilde, Font, nummer&#10;&#10;KI-generert innhold kan være feil.">
            <a:extLst>
              <a:ext uri="{FF2B5EF4-FFF2-40B4-BE49-F238E27FC236}">
                <a16:creationId xmlns:a16="http://schemas.microsoft.com/office/drawing/2014/main" id="{2F31FE54-09F4-D16E-F141-1212A0DECE00}"/>
              </a:ext>
            </a:extLst>
          </p:cNvPr>
          <p:cNvPicPr>
            <a:picLocks noChangeAspect="1"/>
          </p:cNvPicPr>
          <p:nvPr/>
        </p:nvPicPr>
        <p:blipFill>
          <a:blip r:embed="rId3"/>
          <a:stretch>
            <a:fillRect/>
          </a:stretch>
        </p:blipFill>
        <p:spPr>
          <a:xfrm>
            <a:off x="9392194" y="3429000"/>
            <a:ext cx="2368562" cy="2748197"/>
          </a:xfrm>
          <a:prstGeom prst="rect">
            <a:avLst/>
          </a:prstGeom>
        </p:spPr>
      </p:pic>
      <p:pic>
        <p:nvPicPr>
          <p:cNvPr id="8" name="Bilde 7" descr="Et bilde som inneholder tekst, skjermbilde, Font, nummer&#10;&#10;KI-generert innhold kan være feil.">
            <a:extLst>
              <a:ext uri="{FF2B5EF4-FFF2-40B4-BE49-F238E27FC236}">
                <a16:creationId xmlns:a16="http://schemas.microsoft.com/office/drawing/2014/main" id="{51A26132-99F2-FF4C-DB22-470EC70E4B0D}"/>
              </a:ext>
            </a:extLst>
          </p:cNvPr>
          <p:cNvPicPr>
            <a:picLocks noChangeAspect="1"/>
          </p:cNvPicPr>
          <p:nvPr/>
        </p:nvPicPr>
        <p:blipFill>
          <a:blip r:embed="rId4"/>
          <a:stretch>
            <a:fillRect/>
          </a:stretch>
        </p:blipFill>
        <p:spPr>
          <a:xfrm>
            <a:off x="8386353" y="986852"/>
            <a:ext cx="3355317" cy="2335969"/>
          </a:xfrm>
          <a:prstGeom prst="rect">
            <a:avLst/>
          </a:prstGeom>
        </p:spPr>
      </p:pic>
      <p:sp>
        <p:nvSpPr>
          <p:cNvPr id="10" name="Rectangle 9">
            <a:extLst>
              <a:ext uri="{FF2B5EF4-FFF2-40B4-BE49-F238E27FC236}">
                <a16:creationId xmlns:a16="http://schemas.microsoft.com/office/drawing/2014/main" id="{F20307BB-740D-5BF6-A23F-6F65B4E17F1C}"/>
              </a:ext>
            </a:extLst>
          </p:cNvPr>
          <p:cNvSpPr/>
          <p:nvPr/>
        </p:nvSpPr>
        <p:spPr>
          <a:xfrm>
            <a:off x="429156" y="3900430"/>
            <a:ext cx="8505838" cy="233596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lgn="ctr">
              <a:buFont typeface="Arial" panose="020B0604020202020204" pitchFamily="34" charset="0"/>
              <a:buChar char="•"/>
            </a:pPr>
            <a:r>
              <a:rPr lang="en-GB" sz="1000">
                <a:solidFill>
                  <a:schemeClr val="tx1"/>
                </a:solidFill>
              </a:rPr>
              <a:t>We assume SATS will deliver mid-to-high single-digit revenue growth through the forecast period, driven by continued membership growth and pricing/mix, with growth gradually normalizing as the base expands. </a:t>
            </a:r>
          </a:p>
          <a:p>
            <a:pPr algn="ctr"/>
            <a:endParaRPr lang="en-GB" sz="1000">
              <a:solidFill>
                <a:schemeClr val="tx1"/>
              </a:solidFill>
            </a:endParaRPr>
          </a:p>
          <a:p>
            <a:pPr marL="171450" indent="-171450" algn="ctr">
              <a:buFont typeface="Arial" panose="020B0604020202020204" pitchFamily="34" charset="0"/>
              <a:buChar char="•"/>
            </a:pPr>
            <a:r>
              <a:rPr lang="en-GB" sz="1000">
                <a:solidFill>
                  <a:schemeClr val="tx1"/>
                </a:solidFill>
              </a:rPr>
              <a:t>We forecast EBITDA margins to remain broadly stable at 2024–2025 levels, supported by operating leverage, cost discipline, and improved utilization across the club portfolio. </a:t>
            </a:r>
          </a:p>
          <a:p>
            <a:pPr algn="ctr"/>
            <a:endParaRPr lang="en-GB" sz="1000">
              <a:solidFill>
                <a:schemeClr val="tx1"/>
              </a:solidFill>
            </a:endParaRPr>
          </a:p>
          <a:p>
            <a:pPr marL="171450" indent="-171450" algn="ctr">
              <a:buFont typeface="Arial" panose="020B0604020202020204" pitchFamily="34" charset="0"/>
              <a:buChar char="•"/>
            </a:pPr>
            <a:r>
              <a:rPr lang="en-GB" sz="1000">
                <a:solidFill>
                  <a:schemeClr val="tx1"/>
                </a:solidFill>
              </a:rPr>
              <a:t>Our projections follow the model’s operating drivers: </a:t>
            </a:r>
            <a:r>
              <a:rPr lang="en-GB" sz="1000" err="1">
                <a:solidFill>
                  <a:schemeClr val="tx1"/>
                </a:solidFill>
              </a:rPr>
              <a:t>Opex</a:t>
            </a:r>
            <a:r>
              <a:rPr lang="en-GB" sz="1000">
                <a:solidFill>
                  <a:schemeClr val="tx1"/>
                </a:solidFill>
              </a:rPr>
              <a:t> and D&amp;A are anchored to historical relationships with sales and the asset base, while operating NWC effects are kept modest. Capex is modelled using net capex assumptions in line with historical intensity, and IFRS 16 leases are treated as financing by deducting lease principal repayments in UFCF to ensure consistency with NIBD (incl. IFRS 16) and the discount rate framework</a:t>
            </a:r>
            <a:endParaRPr lang="en-GB">
              <a:solidFill>
                <a:schemeClr val="tx1"/>
              </a:solidFill>
            </a:endParaRPr>
          </a:p>
        </p:txBody>
      </p:sp>
      <p:sp>
        <p:nvSpPr>
          <p:cNvPr id="12" name="Text Placeholder 14">
            <a:extLst>
              <a:ext uri="{FF2B5EF4-FFF2-40B4-BE49-F238E27FC236}">
                <a16:creationId xmlns:a16="http://schemas.microsoft.com/office/drawing/2014/main" id="{9C4B9701-C193-C6B7-0FB1-411287B38F6B}"/>
              </a:ext>
            </a:extLst>
          </p:cNvPr>
          <p:cNvSpPr txBox="1">
            <a:spLocks/>
          </p:cNvSpPr>
          <p:nvPr/>
        </p:nvSpPr>
        <p:spPr>
          <a:xfrm>
            <a:off x="429156" y="3579840"/>
            <a:ext cx="3087590" cy="192252"/>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200" b="1"/>
              <a:t>Key Assumptions</a:t>
            </a:r>
          </a:p>
        </p:txBody>
      </p:sp>
      <p:cxnSp>
        <p:nvCxnSpPr>
          <p:cNvPr id="13" name="Straight Connector 12">
            <a:extLst>
              <a:ext uri="{FF2B5EF4-FFF2-40B4-BE49-F238E27FC236}">
                <a16:creationId xmlns:a16="http://schemas.microsoft.com/office/drawing/2014/main" id="{68C7D262-3FA3-4433-F3BA-683F697ED9E3}"/>
              </a:ext>
            </a:extLst>
          </p:cNvPr>
          <p:cNvCxnSpPr>
            <a:cxnSpLocks/>
          </p:cNvCxnSpPr>
          <p:nvPr/>
        </p:nvCxnSpPr>
        <p:spPr>
          <a:xfrm>
            <a:off x="416093" y="3798218"/>
            <a:ext cx="7970260" cy="0"/>
          </a:xfrm>
          <a:prstGeom prst="line">
            <a:avLst/>
          </a:prstGeom>
        </p:spPr>
        <p:style>
          <a:lnRef idx="3">
            <a:schemeClr val="accent1"/>
          </a:lnRef>
          <a:fillRef idx="0">
            <a:schemeClr val="accent1"/>
          </a:fillRef>
          <a:effectRef idx="2">
            <a:schemeClr val="accent1"/>
          </a:effectRef>
          <a:fontRef idx="minor">
            <a:schemeClr val="tx1"/>
          </a:fontRef>
        </p:style>
      </p:cxnSp>
      <p:pic>
        <p:nvPicPr>
          <p:cNvPr id="23" name="Bilde 22" descr="Et bilde som inneholder tekst, nummer, line, Font&#10;&#10;KI-generert innhold kan være feil.">
            <a:extLst>
              <a:ext uri="{FF2B5EF4-FFF2-40B4-BE49-F238E27FC236}">
                <a16:creationId xmlns:a16="http://schemas.microsoft.com/office/drawing/2014/main" id="{899A3404-4DE6-AD25-24B2-E73856B3EA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092" y="1607829"/>
            <a:ext cx="7970260" cy="1741117"/>
          </a:xfrm>
          <a:prstGeom prst="rect">
            <a:avLst/>
          </a:prstGeom>
        </p:spPr>
      </p:pic>
      <p:sp>
        <p:nvSpPr>
          <p:cNvPr id="9" name="Content Placeholder 1">
            <a:extLst>
              <a:ext uri="{FF2B5EF4-FFF2-40B4-BE49-F238E27FC236}">
                <a16:creationId xmlns:a16="http://schemas.microsoft.com/office/drawing/2014/main" id="{17E8B682-8378-E3DB-B910-08EE6952CD94}"/>
              </a:ext>
            </a:extLst>
          </p:cNvPr>
          <p:cNvSpPr txBox="1">
            <a:spLocks/>
          </p:cNvSpPr>
          <p:nvPr/>
        </p:nvSpPr>
        <p:spPr>
          <a:xfrm>
            <a:off x="450330" y="920014"/>
            <a:ext cx="7831521" cy="609833"/>
          </a:xfrm>
          <a:prstGeom prst="rect">
            <a:avLst/>
          </a:prstGeom>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0" rIns="0" bIns="36000" rtlCol="0" anchor="ctr">
            <a:noAutofit/>
          </a:bodyPr>
          <a:lstStyle>
            <a:lvl1pPr marL="0" indent="0" algn="l" defTabSz="742950" rtl="0" eaLnBrk="1" latinLnBrk="0" hangingPunct="1">
              <a:lnSpc>
                <a:spcPct val="100000"/>
              </a:lnSpc>
              <a:spcBef>
                <a:spcPts val="0"/>
              </a:spcBef>
              <a:spcAft>
                <a:spcPts val="0"/>
              </a:spcAft>
              <a:buClr>
                <a:schemeClr val="tx2"/>
              </a:buClr>
              <a:buSzPct val="125000"/>
              <a:buFont typeface="Arial" panose="020B0604020202020204" pitchFamily="34" charset="0"/>
              <a:buNone/>
              <a:defRPr lang="en-US" sz="1200" kern="1200" dirty="0">
                <a:solidFill>
                  <a:schemeClr val="lt1"/>
                </a:solidFill>
                <a:latin typeface="+mn-lt"/>
                <a:ea typeface="+mn-ea"/>
                <a:cs typeface="+mn-cs"/>
              </a:defRPr>
            </a:lvl1pPr>
            <a:lvl2pPr marL="288925" indent="-144000" algn="l" defTabSz="742950" rtl="0" eaLnBrk="1" latinLnBrk="0" hangingPunct="1">
              <a:lnSpc>
                <a:spcPct val="110000"/>
              </a:lnSpc>
              <a:spcBef>
                <a:spcPts val="200"/>
              </a:spcBef>
              <a:spcAft>
                <a:spcPts val="300"/>
              </a:spcAft>
              <a:buFont typeface="Courier New" panose="02070309020205020404" pitchFamily="49" charset="0"/>
              <a:buNone/>
              <a:defRPr sz="1200" kern="1200">
                <a:solidFill>
                  <a:schemeClr val="lt1"/>
                </a:solidFill>
                <a:latin typeface="+mn-lt"/>
                <a:ea typeface="+mn-ea"/>
                <a:cs typeface="+mn-cs"/>
              </a:defRPr>
            </a:lvl2pPr>
            <a:lvl3pPr marL="4286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3pPr>
            <a:lvl4pPr marL="579438"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4pPr>
            <a:lvl5pPr marL="720725" indent="-144000" algn="l" defTabSz="742950" rtl="0" eaLnBrk="1" latinLnBrk="0" hangingPunct="1">
              <a:lnSpc>
                <a:spcPct val="110000"/>
              </a:lnSpc>
              <a:spcBef>
                <a:spcPts val="200"/>
              </a:spcBef>
              <a:spcAft>
                <a:spcPts val="200"/>
              </a:spcAft>
              <a:buFont typeface="Courier New" panose="02070309020205020404" pitchFamily="49" charset="0"/>
              <a:buNone/>
              <a:defRPr sz="1200" kern="1200">
                <a:solidFill>
                  <a:schemeClr val="lt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lt1"/>
                </a:solidFill>
                <a:latin typeface="+mn-lt"/>
                <a:ea typeface="+mn-ea"/>
                <a:cs typeface="+mn-cs"/>
              </a:defRPr>
            </a:lvl9pPr>
          </a:lstStyle>
          <a:p>
            <a:pPr lvl="1"/>
            <a:r>
              <a:rPr lang="nb-NO" sz="1100"/>
              <a:t>The </a:t>
            </a:r>
            <a:r>
              <a:rPr lang="nb-NO" sz="1100" err="1"/>
              <a:t>valuation</a:t>
            </a:r>
            <a:r>
              <a:rPr lang="nb-NO" sz="1100"/>
              <a:t> </a:t>
            </a:r>
            <a:r>
              <a:rPr lang="nb-NO" sz="1100" err="1"/>
              <a:t>outcome</a:t>
            </a:r>
            <a:r>
              <a:rPr lang="nb-NO" sz="1100"/>
              <a:t> is </a:t>
            </a:r>
            <a:r>
              <a:rPr lang="nb-NO" sz="1100" err="1"/>
              <a:t>primarily</a:t>
            </a:r>
            <a:r>
              <a:rPr lang="nb-NO" sz="1100"/>
              <a:t> driven by </a:t>
            </a:r>
            <a:r>
              <a:rPr lang="nb-NO" sz="1100" b="1" err="1"/>
              <a:t>membership</a:t>
            </a:r>
            <a:r>
              <a:rPr lang="nb-NO" sz="1100" b="1"/>
              <a:t> </a:t>
            </a:r>
            <a:r>
              <a:rPr lang="nb-NO" sz="1100" b="1" err="1"/>
              <a:t>growth</a:t>
            </a:r>
            <a:r>
              <a:rPr lang="nb-NO" sz="1100" b="1"/>
              <a:t>, </a:t>
            </a:r>
            <a:r>
              <a:rPr lang="nb-NO" sz="1100" b="1" err="1"/>
              <a:t>club</a:t>
            </a:r>
            <a:r>
              <a:rPr lang="nb-NO" sz="1100" b="1"/>
              <a:t> </a:t>
            </a:r>
            <a:r>
              <a:rPr lang="nb-NO" sz="1100" b="1" err="1"/>
              <a:t>utilization</a:t>
            </a:r>
            <a:r>
              <a:rPr lang="nb-NO" sz="1100" b="1"/>
              <a:t> and margin </a:t>
            </a:r>
            <a:r>
              <a:rPr lang="nb-NO" sz="1100" b="1" err="1"/>
              <a:t>stability</a:t>
            </a:r>
            <a:r>
              <a:rPr lang="nb-NO" sz="1100"/>
              <a:t> </a:t>
            </a:r>
            <a:r>
              <a:rPr lang="nb-NO" sz="1100" err="1"/>
              <a:t>across</a:t>
            </a:r>
            <a:r>
              <a:rPr lang="nb-NO" sz="1100"/>
              <a:t> </a:t>
            </a:r>
            <a:r>
              <a:rPr lang="nb-NO" sz="1100" err="1"/>
              <a:t>the</a:t>
            </a:r>
            <a:r>
              <a:rPr lang="nb-NO" sz="1100"/>
              <a:t> </a:t>
            </a:r>
            <a:r>
              <a:rPr lang="nb-NO" sz="1100" err="1"/>
              <a:t>existing</a:t>
            </a:r>
            <a:r>
              <a:rPr lang="nb-NO" sz="1100"/>
              <a:t> </a:t>
            </a:r>
            <a:r>
              <a:rPr lang="nb-NO" sz="1100" err="1"/>
              <a:t>portfolio</a:t>
            </a:r>
            <a:r>
              <a:rPr lang="nb-NO" sz="1100"/>
              <a:t>. As </a:t>
            </a:r>
            <a:r>
              <a:rPr lang="nb-NO" sz="1100" err="1"/>
              <a:t>expansion</a:t>
            </a:r>
            <a:r>
              <a:rPr lang="nb-NO" sz="1100"/>
              <a:t> moderates, </a:t>
            </a:r>
            <a:r>
              <a:rPr lang="nb-NO" sz="1100" err="1"/>
              <a:t>value</a:t>
            </a:r>
            <a:r>
              <a:rPr lang="nb-NO" sz="1100"/>
              <a:t> </a:t>
            </a:r>
            <a:r>
              <a:rPr lang="nb-NO" sz="1100" err="1"/>
              <a:t>creation</a:t>
            </a:r>
            <a:r>
              <a:rPr lang="nb-NO" sz="1100"/>
              <a:t> </a:t>
            </a:r>
            <a:r>
              <a:rPr lang="nb-NO" sz="1100" err="1"/>
              <a:t>becomes</a:t>
            </a:r>
            <a:r>
              <a:rPr lang="nb-NO" sz="1100"/>
              <a:t> </a:t>
            </a:r>
            <a:r>
              <a:rPr lang="nb-NO" sz="1100" err="1"/>
              <a:t>increasingly</a:t>
            </a:r>
            <a:r>
              <a:rPr lang="nb-NO" sz="1100"/>
              <a:t> </a:t>
            </a:r>
            <a:r>
              <a:rPr lang="nb-NO" sz="1100" err="1"/>
              <a:t>linked</a:t>
            </a:r>
            <a:r>
              <a:rPr lang="nb-NO" sz="1100"/>
              <a:t> to </a:t>
            </a:r>
            <a:r>
              <a:rPr lang="nb-NO" sz="1100" err="1"/>
              <a:t>capital</a:t>
            </a:r>
            <a:r>
              <a:rPr lang="nb-NO" sz="1100"/>
              <a:t> </a:t>
            </a:r>
            <a:r>
              <a:rPr lang="nb-NO" sz="1100" err="1"/>
              <a:t>efficiency</a:t>
            </a:r>
            <a:r>
              <a:rPr lang="nb-NO" sz="1100"/>
              <a:t> and </a:t>
            </a:r>
            <a:r>
              <a:rPr lang="nb-NO" sz="1100" err="1"/>
              <a:t>the</a:t>
            </a:r>
            <a:r>
              <a:rPr lang="nb-NO" sz="1100"/>
              <a:t> </a:t>
            </a:r>
            <a:r>
              <a:rPr lang="nb-NO" sz="1100" err="1"/>
              <a:t>group’s</a:t>
            </a:r>
            <a:r>
              <a:rPr lang="nb-NO" sz="1100"/>
              <a:t> </a:t>
            </a:r>
            <a:r>
              <a:rPr lang="nb-NO" sz="1100" err="1"/>
              <a:t>ability</a:t>
            </a:r>
            <a:r>
              <a:rPr lang="nb-NO" sz="1100"/>
              <a:t> to </a:t>
            </a:r>
            <a:r>
              <a:rPr lang="nb-NO" sz="1100" err="1"/>
              <a:t>scale</a:t>
            </a:r>
            <a:r>
              <a:rPr lang="nb-NO" sz="1100"/>
              <a:t> </a:t>
            </a:r>
            <a:r>
              <a:rPr lang="nb-NO" sz="1100" err="1"/>
              <a:t>earnings</a:t>
            </a:r>
            <a:r>
              <a:rPr lang="nb-NO" sz="1100"/>
              <a:t> </a:t>
            </a:r>
            <a:r>
              <a:rPr lang="nb-NO" sz="1100" err="1"/>
              <a:t>within</a:t>
            </a:r>
            <a:r>
              <a:rPr lang="nb-NO" sz="1100"/>
              <a:t> </a:t>
            </a:r>
            <a:r>
              <a:rPr lang="nb-NO" sz="1100" err="1"/>
              <a:t>the</a:t>
            </a:r>
            <a:r>
              <a:rPr lang="nb-NO" sz="1100"/>
              <a:t> </a:t>
            </a:r>
            <a:r>
              <a:rPr lang="nb-NO" sz="1100" err="1"/>
              <a:t>current</a:t>
            </a:r>
            <a:r>
              <a:rPr lang="nb-NO" sz="1100"/>
              <a:t> </a:t>
            </a:r>
            <a:r>
              <a:rPr lang="nb-NO" sz="1100" err="1"/>
              <a:t>club</a:t>
            </a:r>
            <a:r>
              <a:rPr lang="nb-NO" sz="1100"/>
              <a:t> base.</a:t>
            </a:r>
          </a:p>
        </p:txBody>
      </p:sp>
    </p:spTree>
    <p:extLst>
      <p:ext uri="{BB962C8B-B14F-4D97-AF65-F5344CB8AC3E}">
        <p14:creationId xmlns:p14="http://schemas.microsoft.com/office/powerpoint/2010/main" val="2748011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C505-5861-B884-E932-0A10B840DCA0}"/>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026ACBDA-EF6F-8CCF-77AC-B7DE431821A9}"/>
              </a:ext>
            </a:extLst>
          </p:cNvPr>
          <p:cNvSpPr>
            <a:spLocks noGrp="1"/>
          </p:cNvSpPr>
          <p:nvPr>
            <p:ph type="title"/>
          </p:nvPr>
        </p:nvSpPr>
        <p:spPr/>
        <p:txBody>
          <a:bodyPr/>
          <a:lstStyle/>
          <a:p>
            <a:r>
              <a:rPr lang="en-GB"/>
              <a:t>Multiple Comparison</a:t>
            </a:r>
          </a:p>
        </p:txBody>
      </p:sp>
      <p:sp>
        <p:nvSpPr>
          <p:cNvPr id="17" name="Text Placeholder 16">
            <a:extLst>
              <a:ext uri="{FF2B5EF4-FFF2-40B4-BE49-F238E27FC236}">
                <a16:creationId xmlns:a16="http://schemas.microsoft.com/office/drawing/2014/main" id="{435FA9CF-FC28-1F97-A721-2030F7CB59D6}"/>
              </a:ext>
            </a:extLst>
          </p:cNvPr>
          <p:cNvSpPr>
            <a:spLocks noGrp="1"/>
          </p:cNvSpPr>
          <p:nvPr>
            <p:ph type="body" sz="quarter" idx="13"/>
          </p:nvPr>
        </p:nvSpPr>
        <p:spPr/>
        <p:txBody>
          <a:bodyPr/>
          <a:lstStyle/>
          <a:p>
            <a:r>
              <a:rPr lang="en-US" noProof="1"/>
              <a:t>#Appendix 4.2</a:t>
            </a:r>
          </a:p>
        </p:txBody>
      </p:sp>
      <p:sp>
        <p:nvSpPr>
          <p:cNvPr id="16" name="Text Placeholder 15">
            <a:extLst>
              <a:ext uri="{FF2B5EF4-FFF2-40B4-BE49-F238E27FC236}">
                <a16:creationId xmlns:a16="http://schemas.microsoft.com/office/drawing/2014/main" id="{5781349F-61D8-E85A-8F62-3D7D66E784D1}"/>
              </a:ext>
            </a:extLst>
          </p:cNvPr>
          <p:cNvSpPr>
            <a:spLocks noGrp="1"/>
          </p:cNvSpPr>
          <p:nvPr>
            <p:ph type="body" sz="quarter" idx="12"/>
          </p:nvPr>
        </p:nvSpPr>
        <p:spPr/>
        <p:txBody>
          <a:bodyPr/>
          <a:lstStyle/>
          <a:p>
            <a:r>
              <a:rPr lang="en-GB"/>
              <a:t>Sources: Company Financial Reports, Bloomberg</a:t>
            </a:r>
          </a:p>
          <a:p>
            <a:r>
              <a:rPr lang="en-GB"/>
              <a:t>Note:</a:t>
            </a:r>
          </a:p>
        </p:txBody>
      </p:sp>
      <p:pic>
        <p:nvPicPr>
          <p:cNvPr id="2" name="Picture 2" descr="SATS Group – Elkraft">
            <a:extLst>
              <a:ext uri="{FF2B5EF4-FFF2-40B4-BE49-F238E27FC236}">
                <a16:creationId xmlns:a16="http://schemas.microsoft.com/office/drawing/2014/main" id="{6C68763C-6614-3D10-1763-505B6F5AF13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C8D3E81-1CB6-E2B7-FA99-68389BB5CED8}"/>
              </a:ext>
            </a:extLst>
          </p:cNvPr>
          <p:cNvSpPr/>
          <p:nvPr/>
        </p:nvSpPr>
        <p:spPr>
          <a:xfrm>
            <a:off x="429157" y="3277155"/>
            <a:ext cx="2314044" cy="280308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000" b="1">
              <a:solidFill>
                <a:schemeClr val="tx1"/>
              </a:solidFill>
            </a:endParaRPr>
          </a:p>
        </p:txBody>
      </p:sp>
      <p:sp>
        <p:nvSpPr>
          <p:cNvPr id="5" name="TextBox 4">
            <a:extLst>
              <a:ext uri="{FF2B5EF4-FFF2-40B4-BE49-F238E27FC236}">
                <a16:creationId xmlns:a16="http://schemas.microsoft.com/office/drawing/2014/main" id="{E5FBC656-229A-7071-96D1-155D28CA7CF6}"/>
              </a:ext>
            </a:extLst>
          </p:cNvPr>
          <p:cNvSpPr txBox="1"/>
          <p:nvPr/>
        </p:nvSpPr>
        <p:spPr>
          <a:xfrm>
            <a:off x="1158572" y="3459870"/>
            <a:ext cx="929719" cy="276999"/>
          </a:xfrm>
          <a:prstGeom prst="rect">
            <a:avLst/>
          </a:prstGeom>
          <a:noFill/>
        </p:spPr>
        <p:txBody>
          <a:bodyPr wrap="square" rtlCol="0">
            <a:spAutoFit/>
          </a:bodyPr>
          <a:lstStyle/>
          <a:p>
            <a:pPr marL="144000" indent="-144000"/>
            <a:r>
              <a:rPr lang="en-GB" sz="1200" b="1">
                <a:solidFill>
                  <a:schemeClr val="tx2"/>
                </a:solidFill>
              </a:rPr>
              <a:t>Company</a:t>
            </a:r>
            <a:endParaRPr lang="en-NO" sz="800" b="1">
              <a:solidFill>
                <a:schemeClr val="tx2"/>
              </a:solidFill>
            </a:endParaRPr>
          </a:p>
        </p:txBody>
      </p:sp>
      <p:sp>
        <p:nvSpPr>
          <p:cNvPr id="6" name="TextBox 5">
            <a:extLst>
              <a:ext uri="{FF2B5EF4-FFF2-40B4-BE49-F238E27FC236}">
                <a16:creationId xmlns:a16="http://schemas.microsoft.com/office/drawing/2014/main" id="{B8943A52-B738-825A-25CD-B11B30A62B53}"/>
              </a:ext>
            </a:extLst>
          </p:cNvPr>
          <p:cNvSpPr txBox="1"/>
          <p:nvPr/>
        </p:nvSpPr>
        <p:spPr>
          <a:xfrm>
            <a:off x="1196320" y="3995784"/>
            <a:ext cx="879614" cy="276999"/>
          </a:xfrm>
          <a:prstGeom prst="rect">
            <a:avLst/>
          </a:prstGeom>
          <a:noFill/>
        </p:spPr>
        <p:txBody>
          <a:bodyPr wrap="square" rtlCol="0">
            <a:spAutoFit/>
          </a:bodyPr>
          <a:lstStyle/>
          <a:p>
            <a:pPr marL="144000" indent="-144000"/>
            <a:r>
              <a:rPr lang="en-GB" sz="1200" b="1">
                <a:solidFill>
                  <a:schemeClr val="tx2"/>
                </a:solidFill>
              </a:rPr>
              <a:t>Country</a:t>
            </a:r>
            <a:endParaRPr lang="en-NO" sz="800" b="1">
              <a:solidFill>
                <a:schemeClr val="tx2"/>
              </a:solidFill>
            </a:endParaRPr>
          </a:p>
        </p:txBody>
      </p:sp>
      <p:sp>
        <p:nvSpPr>
          <p:cNvPr id="7" name="TextBox 6">
            <a:extLst>
              <a:ext uri="{FF2B5EF4-FFF2-40B4-BE49-F238E27FC236}">
                <a16:creationId xmlns:a16="http://schemas.microsoft.com/office/drawing/2014/main" id="{FB39921A-6A59-2674-753C-3940A0FBFFC7}"/>
              </a:ext>
            </a:extLst>
          </p:cNvPr>
          <p:cNvSpPr txBox="1"/>
          <p:nvPr/>
        </p:nvSpPr>
        <p:spPr>
          <a:xfrm>
            <a:off x="1139173" y="4589650"/>
            <a:ext cx="1084541" cy="276999"/>
          </a:xfrm>
          <a:prstGeom prst="rect">
            <a:avLst/>
          </a:prstGeom>
          <a:noFill/>
        </p:spPr>
        <p:txBody>
          <a:bodyPr wrap="square" rtlCol="0">
            <a:spAutoFit/>
          </a:bodyPr>
          <a:lstStyle/>
          <a:p>
            <a:pPr marL="144000" indent="-144000"/>
            <a:r>
              <a:rPr lang="en-GB" sz="1200" b="1">
                <a:solidFill>
                  <a:schemeClr val="tx2"/>
                </a:solidFill>
              </a:rPr>
              <a:t>EV (NOKm)</a:t>
            </a:r>
            <a:endParaRPr lang="en-NO" sz="800" b="1">
              <a:solidFill>
                <a:schemeClr val="tx2"/>
              </a:solidFill>
            </a:endParaRPr>
          </a:p>
        </p:txBody>
      </p:sp>
      <p:sp>
        <p:nvSpPr>
          <p:cNvPr id="8" name="TextBox 7">
            <a:extLst>
              <a:ext uri="{FF2B5EF4-FFF2-40B4-BE49-F238E27FC236}">
                <a16:creationId xmlns:a16="http://schemas.microsoft.com/office/drawing/2014/main" id="{FFF5AA96-1FF7-5403-D856-C83762841257}"/>
              </a:ext>
            </a:extLst>
          </p:cNvPr>
          <p:cNvSpPr txBox="1"/>
          <p:nvPr/>
        </p:nvSpPr>
        <p:spPr>
          <a:xfrm>
            <a:off x="989724" y="5120547"/>
            <a:ext cx="1340115" cy="276999"/>
          </a:xfrm>
          <a:prstGeom prst="rect">
            <a:avLst/>
          </a:prstGeom>
          <a:noFill/>
        </p:spPr>
        <p:txBody>
          <a:bodyPr wrap="square" rtlCol="0">
            <a:spAutoFit/>
          </a:bodyPr>
          <a:lstStyle/>
          <a:p>
            <a:pPr marL="144000" indent="-144000"/>
            <a:r>
              <a:rPr lang="en-GB" sz="1200" b="1">
                <a:solidFill>
                  <a:schemeClr val="tx2"/>
                </a:solidFill>
              </a:rPr>
              <a:t>EBITDA Margin</a:t>
            </a:r>
            <a:endParaRPr lang="en-NO" sz="800" b="1">
              <a:solidFill>
                <a:schemeClr val="tx2"/>
              </a:solidFill>
            </a:endParaRPr>
          </a:p>
        </p:txBody>
      </p:sp>
      <p:sp>
        <p:nvSpPr>
          <p:cNvPr id="9" name="TextBox 8">
            <a:extLst>
              <a:ext uri="{FF2B5EF4-FFF2-40B4-BE49-F238E27FC236}">
                <a16:creationId xmlns:a16="http://schemas.microsoft.com/office/drawing/2014/main" id="{E3F3F40B-93EA-4D0B-3DCA-EFEF738877B8}"/>
              </a:ext>
            </a:extLst>
          </p:cNvPr>
          <p:cNvSpPr txBox="1"/>
          <p:nvPr/>
        </p:nvSpPr>
        <p:spPr>
          <a:xfrm>
            <a:off x="936531" y="5638440"/>
            <a:ext cx="1393307" cy="276999"/>
          </a:xfrm>
          <a:prstGeom prst="rect">
            <a:avLst/>
          </a:prstGeom>
          <a:noFill/>
        </p:spPr>
        <p:txBody>
          <a:bodyPr wrap="square" rtlCol="0">
            <a:spAutoFit/>
          </a:bodyPr>
          <a:lstStyle/>
          <a:p>
            <a:pPr marL="144000" indent="-144000"/>
            <a:r>
              <a:rPr lang="en-GB" sz="1200" b="1">
                <a:solidFill>
                  <a:schemeClr val="tx2"/>
                </a:solidFill>
              </a:rPr>
              <a:t>Revenue Growth</a:t>
            </a:r>
            <a:endParaRPr lang="en-NO" sz="800" b="1">
              <a:solidFill>
                <a:schemeClr val="tx2"/>
              </a:solidFill>
            </a:endParaRPr>
          </a:p>
        </p:txBody>
      </p:sp>
      <p:pic>
        <p:nvPicPr>
          <p:cNvPr id="10" name="Picture 2" descr="SATS Group – Elkraft">
            <a:extLst>
              <a:ext uri="{FF2B5EF4-FFF2-40B4-BE49-F238E27FC236}">
                <a16:creationId xmlns:a16="http://schemas.microsoft.com/office/drawing/2014/main" id="{6BF87359-74BC-317C-E3F2-25CC4A93F97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15258" b="30987"/>
          <a:stretch>
            <a:fillRect/>
          </a:stretch>
        </p:blipFill>
        <p:spPr bwMode="auto">
          <a:xfrm>
            <a:off x="2962765" y="3414953"/>
            <a:ext cx="949125" cy="33643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Kid_LOGO_svart_RGBmode | Kid Interiør">
            <a:extLst>
              <a:ext uri="{FF2B5EF4-FFF2-40B4-BE49-F238E27FC236}">
                <a16:creationId xmlns:a16="http://schemas.microsoft.com/office/drawing/2014/main" id="{B1583281-FBAA-199C-CF19-7258D533B515}"/>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21212" b="24282"/>
          <a:stretch>
            <a:fillRect/>
          </a:stretch>
        </p:blipFill>
        <p:spPr bwMode="auto">
          <a:xfrm>
            <a:off x="4333683" y="3387762"/>
            <a:ext cx="781168" cy="3492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BF819E2-A201-4021-1F52-BF8369CAFFF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77019" y="3422799"/>
            <a:ext cx="1233072" cy="3623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types | Thule Group">
            <a:extLst>
              <a:ext uri="{FF2B5EF4-FFF2-40B4-BE49-F238E27FC236}">
                <a16:creationId xmlns:a16="http://schemas.microsoft.com/office/drawing/2014/main" id="{EA5DD3C6-C79A-F60A-0753-2C8D0204B4B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687402" y="3439667"/>
            <a:ext cx="1583862" cy="34956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lmera Group ASA - Org.nr. 920 153 577 - Fyllingsdalen - Se Regnskap,  Roller og mer">
            <a:extLst>
              <a:ext uri="{FF2B5EF4-FFF2-40B4-BE49-F238E27FC236}">
                <a16:creationId xmlns:a16="http://schemas.microsoft.com/office/drawing/2014/main" id="{074C892A-30C0-368B-9498-7FDAB817BAA1}"/>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9184" t="39473" r="20112" b="36065"/>
          <a:stretch>
            <a:fillRect/>
          </a:stretch>
        </p:blipFill>
        <p:spPr bwMode="auto">
          <a:xfrm>
            <a:off x="7006359" y="3447513"/>
            <a:ext cx="1508100" cy="32858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esko">
            <a:extLst>
              <a:ext uri="{FF2B5EF4-FFF2-40B4-BE49-F238E27FC236}">
                <a16:creationId xmlns:a16="http://schemas.microsoft.com/office/drawing/2014/main" id="{2A1C12E0-DDA0-4865-0BD2-49D7DFF3FB5E}"/>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9943" t="26683" r="10770" b="27436"/>
          <a:stretch>
            <a:fillRect/>
          </a:stretch>
        </p:blipFill>
        <p:spPr bwMode="auto">
          <a:xfrm>
            <a:off x="10444208" y="3387762"/>
            <a:ext cx="1293921" cy="42116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Norges flagg – Wikipedia">
            <a:extLst>
              <a:ext uri="{FF2B5EF4-FFF2-40B4-BE49-F238E27FC236}">
                <a16:creationId xmlns:a16="http://schemas.microsoft.com/office/drawing/2014/main" id="{B92C5A34-AD5F-CE88-DAE0-EE2B2270656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13240" y="3892599"/>
            <a:ext cx="648173" cy="4718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Norges flagg – Wikipedia">
            <a:extLst>
              <a:ext uri="{FF2B5EF4-FFF2-40B4-BE49-F238E27FC236}">
                <a16:creationId xmlns:a16="http://schemas.microsoft.com/office/drawing/2014/main" id="{D60118FE-5213-359E-6DA6-EF0DA6612D5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00180" y="3892599"/>
            <a:ext cx="648173" cy="47187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descr="Norges flagg – Wikipedia">
            <a:extLst>
              <a:ext uri="{FF2B5EF4-FFF2-40B4-BE49-F238E27FC236}">
                <a16:creationId xmlns:a16="http://schemas.microsoft.com/office/drawing/2014/main" id="{651E011C-EAA8-FF50-62EC-4FECB0806AF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9468" y="3876543"/>
            <a:ext cx="648173" cy="4718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Norges flagg – Wikipedia">
            <a:extLst>
              <a:ext uri="{FF2B5EF4-FFF2-40B4-BE49-F238E27FC236}">
                <a16:creationId xmlns:a16="http://schemas.microsoft.com/office/drawing/2014/main" id="{B2B32224-AEE3-DD23-1151-DDFBE2C7A8A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436322" y="3872590"/>
            <a:ext cx="648173" cy="47187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24B8F45-3561-FAC2-B700-E5B8908A9397}"/>
              </a:ext>
            </a:extLst>
          </p:cNvPr>
          <p:cNvPicPr>
            <a:picLocks noChangeAspect="1"/>
          </p:cNvPicPr>
          <p:nvPr/>
        </p:nvPicPr>
        <p:blipFill>
          <a:blip r:embed="rId19"/>
          <a:stretch>
            <a:fillRect/>
          </a:stretch>
        </p:blipFill>
        <p:spPr>
          <a:xfrm>
            <a:off x="9119821" y="3872590"/>
            <a:ext cx="648173" cy="491879"/>
          </a:xfrm>
          <a:prstGeom prst="rect">
            <a:avLst/>
          </a:prstGeom>
        </p:spPr>
      </p:pic>
      <p:pic>
        <p:nvPicPr>
          <p:cNvPr id="1042" name="Picture 18" descr="Finland - Wikipedia">
            <a:extLst>
              <a:ext uri="{FF2B5EF4-FFF2-40B4-BE49-F238E27FC236}">
                <a16:creationId xmlns:a16="http://schemas.microsoft.com/office/drawing/2014/main" id="{5DB44B43-18A2-5F66-3D94-24DB81BD5EF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61548" y="3879373"/>
            <a:ext cx="648173" cy="48509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F1B11402-2908-7F40-AF9F-2CF3A174B2BE}"/>
              </a:ext>
            </a:extLst>
          </p:cNvPr>
          <p:cNvCxnSpPr>
            <a:cxnSpLocks/>
          </p:cNvCxnSpPr>
          <p:nvPr/>
        </p:nvCxnSpPr>
        <p:spPr>
          <a:xfrm>
            <a:off x="2949870" y="4502619"/>
            <a:ext cx="8972904" cy="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66D049F2-B00B-F004-4B41-F4028C47657B}"/>
              </a:ext>
            </a:extLst>
          </p:cNvPr>
          <p:cNvCxnSpPr>
            <a:cxnSpLocks/>
          </p:cNvCxnSpPr>
          <p:nvPr/>
        </p:nvCxnSpPr>
        <p:spPr>
          <a:xfrm>
            <a:off x="2949870" y="5016912"/>
            <a:ext cx="8972904" cy="0"/>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0B0E2B00-3565-87AD-8774-48261266237F}"/>
              </a:ext>
            </a:extLst>
          </p:cNvPr>
          <p:cNvCxnSpPr>
            <a:cxnSpLocks/>
          </p:cNvCxnSpPr>
          <p:nvPr/>
        </p:nvCxnSpPr>
        <p:spPr>
          <a:xfrm>
            <a:off x="2949870" y="5509046"/>
            <a:ext cx="8972904" cy="0"/>
          </a:xfrm>
          <a:prstGeom prst="line">
            <a:avLst/>
          </a:prstGeom>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F432AABF-EF16-02DE-7477-DE1AEFD6BD9A}"/>
              </a:ext>
            </a:extLst>
          </p:cNvPr>
          <p:cNvSpPr txBox="1"/>
          <p:nvPr/>
        </p:nvSpPr>
        <p:spPr>
          <a:xfrm>
            <a:off x="3103232" y="4601762"/>
            <a:ext cx="813858" cy="276999"/>
          </a:xfrm>
          <a:prstGeom prst="rect">
            <a:avLst/>
          </a:prstGeom>
          <a:noFill/>
        </p:spPr>
        <p:txBody>
          <a:bodyPr wrap="square" rtlCol="0">
            <a:spAutoFit/>
          </a:bodyPr>
          <a:lstStyle/>
          <a:p>
            <a:pPr marL="144000" indent="-144000"/>
            <a:r>
              <a:rPr lang="en-GB" sz="1200">
                <a:solidFill>
                  <a:schemeClr val="tx2"/>
                </a:solidFill>
              </a:rPr>
              <a:t>15.282</a:t>
            </a:r>
            <a:endParaRPr lang="en-NO" sz="800">
              <a:solidFill>
                <a:schemeClr val="tx2"/>
              </a:solidFill>
            </a:endParaRPr>
          </a:p>
        </p:txBody>
      </p:sp>
      <p:sp>
        <p:nvSpPr>
          <p:cNvPr id="26" name="TextBox 25">
            <a:extLst>
              <a:ext uri="{FF2B5EF4-FFF2-40B4-BE49-F238E27FC236}">
                <a16:creationId xmlns:a16="http://schemas.microsoft.com/office/drawing/2014/main" id="{1CE4EF1E-F15A-9F0B-E185-01F91130E5CE}"/>
              </a:ext>
            </a:extLst>
          </p:cNvPr>
          <p:cNvSpPr txBox="1"/>
          <p:nvPr/>
        </p:nvSpPr>
        <p:spPr>
          <a:xfrm>
            <a:off x="4449608" y="4602727"/>
            <a:ext cx="813858" cy="276999"/>
          </a:xfrm>
          <a:prstGeom prst="rect">
            <a:avLst/>
          </a:prstGeom>
          <a:noFill/>
        </p:spPr>
        <p:txBody>
          <a:bodyPr wrap="square" rtlCol="0">
            <a:spAutoFit/>
          </a:bodyPr>
          <a:lstStyle/>
          <a:p>
            <a:pPr marL="144000" indent="-144000"/>
            <a:r>
              <a:rPr lang="en-GB" sz="1200">
                <a:solidFill>
                  <a:schemeClr val="tx2"/>
                </a:solidFill>
              </a:rPr>
              <a:t>7.579</a:t>
            </a:r>
            <a:endParaRPr lang="en-NO" sz="800">
              <a:solidFill>
                <a:schemeClr val="tx2"/>
              </a:solidFill>
            </a:endParaRPr>
          </a:p>
        </p:txBody>
      </p:sp>
      <p:sp>
        <p:nvSpPr>
          <p:cNvPr id="27" name="TextBox 26">
            <a:extLst>
              <a:ext uri="{FF2B5EF4-FFF2-40B4-BE49-F238E27FC236}">
                <a16:creationId xmlns:a16="http://schemas.microsoft.com/office/drawing/2014/main" id="{481418DA-3FDF-0186-B5FD-30FD792F0FAC}"/>
              </a:ext>
            </a:extLst>
          </p:cNvPr>
          <p:cNvSpPr txBox="1"/>
          <p:nvPr/>
        </p:nvSpPr>
        <p:spPr>
          <a:xfrm>
            <a:off x="5757111" y="4615256"/>
            <a:ext cx="813858" cy="276999"/>
          </a:xfrm>
          <a:prstGeom prst="rect">
            <a:avLst/>
          </a:prstGeom>
          <a:noFill/>
        </p:spPr>
        <p:txBody>
          <a:bodyPr wrap="square" rtlCol="0">
            <a:spAutoFit/>
          </a:bodyPr>
          <a:lstStyle/>
          <a:p>
            <a:pPr marL="144000" indent="-144000"/>
            <a:r>
              <a:rPr lang="en-GB" sz="1200">
                <a:solidFill>
                  <a:schemeClr val="tx2"/>
                </a:solidFill>
              </a:rPr>
              <a:t>18.935</a:t>
            </a:r>
            <a:endParaRPr lang="en-NO" sz="800">
              <a:solidFill>
                <a:schemeClr val="tx2"/>
              </a:solidFill>
            </a:endParaRPr>
          </a:p>
        </p:txBody>
      </p:sp>
      <p:sp>
        <p:nvSpPr>
          <p:cNvPr id="28" name="TextBox 27">
            <a:extLst>
              <a:ext uri="{FF2B5EF4-FFF2-40B4-BE49-F238E27FC236}">
                <a16:creationId xmlns:a16="http://schemas.microsoft.com/office/drawing/2014/main" id="{26050860-290F-63C9-2382-C065FB5316C7}"/>
              </a:ext>
            </a:extLst>
          </p:cNvPr>
          <p:cNvSpPr txBox="1"/>
          <p:nvPr/>
        </p:nvSpPr>
        <p:spPr>
          <a:xfrm>
            <a:off x="7470567" y="4618844"/>
            <a:ext cx="813858" cy="276999"/>
          </a:xfrm>
          <a:prstGeom prst="rect">
            <a:avLst/>
          </a:prstGeom>
          <a:noFill/>
        </p:spPr>
        <p:txBody>
          <a:bodyPr wrap="square" rtlCol="0">
            <a:spAutoFit/>
          </a:bodyPr>
          <a:lstStyle/>
          <a:p>
            <a:pPr marL="144000" indent="-144000"/>
            <a:r>
              <a:rPr lang="en-GB" sz="1200">
                <a:solidFill>
                  <a:schemeClr val="tx2"/>
                </a:solidFill>
              </a:rPr>
              <a:t>5.720</a:t>
            </a:r>
            <a:endParaRPr lang="en-NO" sz="800">
              <a:solidFill>
                <a:schemeClr val="tx2"/>
              </a:solidFill>
            </a:endParaRPr>
          </a:p>
        </p:txBody>
      </p:sp>
      <p:sp>
        <p:nvSpPr>
          <p:cNvPr id="29" name="TextBox 28">
            <a:extLst>
              <a:ext uri="{FF2B5EF4-FFF2-40B4-BE49-F238E27FC236}">
                <a16:creationId xmlns:a16="http://schemas.microsoft.com/office/drawing/2014/main" id="{50F66EE3-655C-21BF-7DF4-6E7699C75B55}"/>
              </a:ext>
            </a:extLst>
          </p:cNvPr>
          <p:cNvSpPr txBox="1"/>
          <p:nvPr/>
        </p:nvSpPr>
        <p:spPr>
          <a:xfrm>
            <a:off x="9115189" y="4623853"/>
            <a:ext cx="813858" cy="276999"/>
          </a:xfrm>
          <a:prstGeom prst="rect">
            <a:avLst/>
          </a:prstGeom>
          <a:noFill/>
        </p:spPr>
        <p:txBody>
          <a:bodyPr wrap="square" rtlCol="0">
            <a:spAutoFit/>
          </a:bodyPr>
          <a:lstStyle/>
          <a:p>
            <a:pPr marL="144000" indent="-144000"/>
            <a:r>
              <a:rPr lang="en-GB" sz="1200">
                <a:solidFill>
                  <a:schemeClr val="tx2"/>
                </a:solidFill>
              </a:rPr>
              <a:t>31.748</a:t>
            </a:r>
            <a:endParaRPr lang="en-NO" sz="800">
              <a:solidFill>
                <a:schemeClr val="tx2"/>
              </a:solidFill>
            </a:endParaRPr>
          </a:p>
        </p:txBody>
      </p:sp>
      <p:sp>
        <p:nvSpPr>
          <p:cNvPr id="30" name="TextBox 29">
            <a:extLst>
              <a:ext uri="{FF2B5EF4-FFF2-40B4-BE49-F238E27FC236}">
                <a16:creationId xmlns:a16="http://schemas.microsoft.com/office/drawing/2014/main" id="{0A7AB7C7-F870-74F6-855C-39F6DF2E2EA7}"/>
              </a:ext>
            </a:extLst>
          </p:cNvPr>
          <p:cNvSpPr txBox="1"/>
          <p:nvPr/>
        </p:nvSpPr>
        <p:spPr>
          <a:xfrm>
            <a:off x="10646636" y="4627277"/>
            <a:ext cx="813858" cy="276999"/>
          </a:xfrm>
          <a:prstGeom prst="rect">
            <a:avLst/>
          </a:prstGeom>
          <a:noFill/>
        </p:spPr>
        <p:txBody>
          <a:bodyPr wrap="square" rtlCol="0">
            <a:spAutoFit/>
          </a:bodyPr>
          <a:lstStyle/>
          <a:p>
            <a:pPr marL="144000" indent="-144000"/>
            <a:r>
              <a:rPr lang="en-GB" sz="1200">
                <a:solidFill>
                  <a:schemeClr val="tx2"/>
                </a:solidFill>
              </a:rPr>
              <a:t>137.367</a:t>
            </a:r>
            <a:endParaRPr lang="en-NO" sz="800">
              <a:solidFill>
                <a:schemeClr val="tx2"/>
              </a:solidFill>
            </a:endParaRPr>
          </a:p>
        </p:txBody>
      </p:sp>
      <p:sp>
        <p:nvSpPr>
          <p:cNvPr id="31" name="TextBox 30">
            <a:extLst>
              <a:ext uri="{FF2B5EF4-FFF2-40B4-BE49-F238E27FC236}">
                <a16:creationId xmlns:a16="http://schemas.microsoft.com/office/drawing/2014/main" id="{72538194-34E3-0FB1-A2B0-B27A30C0F980}"/>
              </a:ext>
            </a:extLst>
          </p:cNvPr>
          <p:cNvSpPr txBox="1"/>
          <p:nvPr/>
        </p:nvSpPr>
        <p:spPr>
          <a:xfrm>
            <a:off x="3209245" y="5124481"/>
            <a:ext cx="497784" cy="276999"/>
          </a:xfrm>
          <a:prstGeom prst="rect">
            <a:avLst/>
          </a:prstGeom>
          <a:noFill/>
        </p:spPr>
        <p:txBody>
          <a:bodyPr wrap="square" rtlCol="0">
            <a:spAutoFit/>
          </a:bodyPr>
          <a:lstStyle/>
          <a:p>
            <a:pPr marL="144000" indent="-144000"/>
            <a:r>
              <a:rPr lang="en-GB" sz="1200">
                <a:solidFill>
                  <a:schemeClr val="tx2"/>
                </a:solidFill>
              </a:rPr>
              <a:t>38%</a:t>
            </a:r>
            <a:endParaRPr lang="en-NO" sz="800">
              <a:solidFill>
                <a:schemeClr val="tx2"/>
              </a:solidFill>
            </a:endParaRPr>
          </a:p>
        </p:txBody>
      </p:sp>
      <p:sp>
        <p:nvSpPr>
          <p:cNvPr id="32" name="TextBox 31">
            <a:extLst>
              <a:ext uri="{FF2B5EF4-FFF2-40B4-BE49-F238E27FC236}">
                <a16:creationId xmlns:a16="http://schemas.microsoft.com/office/drawing/2014/main" id="{4BB7BF17-D4A3-110B-D7CE-D2B1926F687D}"/>
              </a:ext>
            </a:extLst>
          </p:cNvPr>
          <p:cNvSpPr txBox="1"/>
          <p:nvPr/>
        </p:nvSpPr>
        <p:spPr>
          <a:xfrm>
            <a:off x="4487731" y="5124481"/>
            <a:ext cx="497784" cy="276999"/>
          </a:xfrm>
          <a:prstGeom prst="rect">
            <a:avLst/>
          </a:prstGeom>
          <a:noFill/>
        </p:spPr>
        <p:txBody>
          <a:bodyPr wrap="square" rtlCol="0">
            <a:spAutoFit/>
          </a:bodyPr>
          <a:lstStyle/>
          <a:p>
            <a:pPr marL="144000" indent="-144000"/>
            <a:r>
              <a:rPr lang="en-GB" sz="1200">
                <a:solidFill>
                  <a:schemeClr val="tx2"/>
                </a:solidFill>
              </a:rPr>
              <a:t>25%</a:t>
            </a:r>
            <a:endParaRPr lang="en-NO" sz="800">
              <a:solidFill>
                <a:schemeClr val="tx2"/>
              </a:solidFill>
            </a:endParaRPr>
          </a:p>
        </p:txBody>
      </p:sp>
      <p:sp>
        <p:nvSpPr>
          <p:cNvPr id="33" name="TextBox 32">
            <a:extLst>
              <a:ext uri="{FF2B5EF4-FFF2-40B4-BE49-F238E27FC236}">
                <a16:creationId xmlns:a16="http://schemas.microsoft.com/office/drawing/2014/main" id="{02AAB627-15B4-E8F7-0A50-3BDAFE49DDFD}"/>
              </a:ext>
            </a:extLst>
          </p:cNvPr>
          <p:cNvSpPr txBox="1"/>
          <p:nvPr/>
        </p:nvSpPr>
        <p:spPr>
          <a:xfrm>
            <a:off x="5852770" y="5124481"/>
            <a:ext cx="497784" cy="276999"/>
          </a:xfrm>
          <a:prstGeom prst="rect">
            <a:avLst/>
          </a:prstGeom>
          <a:noFill/>
        </p:spPr>
        <p:txBody>
          <a:bodyPr wrap="square" rtlCol="0">
            <a:spAutoFit/>
          </a:bodyPr>
          <a:lstStyle/>
          <a:p>
            <a:pPr marL="144000" indent="-144000"/>
            <a:r>
              <a:rPr lang="en-GB" sz="1200">
                <a:solidFill>
                  <a:schemeClr val="tx2"/>
                </a:solidFill>
              </a:rPr>
              <a:t>16%</a:t>
            </a:r>
            <a:endParaRPr lang="en-NO" sz="800">
              <a:solidFill>
                <a:schemeClr val="tx2"/>
              </a:solidFill>
            </a:endParaRPr>
          </a:p>
        </p:txBody>
      </p:sp>
      <p:sp>
        <p:nvSpPr>
          <p:cNvPr id="34" name="TextBox 33">
            <a:extLst>
              <a:ext uri="{FF2B5EF4-FFF2-40B4-BE49-F238E27FC236}">
                <a16:creationId xmlns:a16="http://schemas.microsoft.com/office/drawing/2014/main" id="{9133FA9C-BC30-DC9B-92F5-4C306768BC47}"/>
              </a:ext>
            </a:extLst>
          </p:cNvPr>
          <p:cNvSpPr txBox="1"/>
          <p:nvPr/>
        </p:nvSpPr>
        <p:spPr>
          <a:xfrm>
            <a:off x="7511516" y="5128215"/>
            <a:ext cx="497784" cy="276999"/>
          </a:xfrm>
          <a:prstGeom prst="rect">
            <a:avLst/>
          </a:prstGeom>
          <a:noFill/>
        </p:spPr>
        <p:txBody>
          <a:bodyPr wrap="square" rtlCol="0">
            <a:spAutoFit/>
          </a:bodyPr>
          <a:lstStyle/>
          <a:p>
            <a:pPr marL="144000" indent="-144000"/>
            <a:r>
              <a:rPr lang="en-GB" sz="1200">
                <a:solidFill>
                  <a:schemeClr val="tx2"/>
                </a:solidFill>
              </a:rPr>
              <a:t>64%</a:t>
            </a:r>
            <a:endParaRPr lang="en-NO" sz="800">
              <a:solidFill>
                <a:schemeClr val="tx2"/>
              </a:solidFill>
            </a:endParaRPr>
          </a:p>
        </p:txBody>
      </p:sp>
      <p:sp>
        <p:nvSpPr>
          <p:cNvPr id="35" name="TextBox 34">
            <a:extLst>
              <a:ext uri="{FF2B5EF4-FFF2-40B4-BE49-F238E27FC236}">
                <a16:creationId xmlns:a16="http://schemas.microsoft.com/office/drawing/2014/main" id="{CBAC0B70-505E-4317-FD81-391E8DE55D81}"/>
              </a:ext>
            </a:extLst>
          </p:cNvPr>
          <p:cNvSpPr txBox="1"/>
          <p:nvPr/>
        </p:nvSpPr>
        <p:spPr>
          <a:xfrm>
            <a:off x="9195015" y="5131859"/>
            <a:ext cx="497784" cy="276999"/>
          </a:xfrm>
          <a:prstGeom prst="rect">
            <a:avLst/>
          </a:prstGeom>
          <a:noFill/>
        </p:spPr>
        <p:txBody>
          <a:bodyPr wrap="square" rtlCol="0">
            <a:spAutoFit/>
          </a:bodyPr>
          <a:lstStyle/>
          <a:p>
            <a:pPr marL="144000" indent="-144000"/>
            <a:r>
              <a:rPr lang="en-GB" sz="1200">
                <a:solidFill>
                  <a:schemeClr val="tx2"/>
                </a:solidFill>
              </a:rPr>
              <a:t>18%</a:t>
            </a:r>
            <a:endParaRPr lang="en-NO" sz="800">
              <a:solidFill>
                <a:schemeClr val="tx2"/>
              </a:solidFill>
            </a:endParaRPr>
          </a:p>
        </p:txBody>
      </p:sp>
      <p:sp>
        <p:nvSpPr>
          <p:cNvPr id="36" name="TextBox 35">
            <a:extLst>
              <a:ext uri="{FF2B5EF4-FFF2-40B4-BE49-F238E27FC236}">
                <a16:creationId xmlns:a16="http://schemas.microsoft.com/office/drawing/2014/main" id="{E32B81CD-6BE8-76DC-7F39-9DF8A31617AE}"/>
              </a:ext>
            </a:extLst>
          </p:cNvPr>
          <p:cNvSpPr txBox="1"/>
          <p:nvPr/>
        </p:nvSpPr>
        <p:spPr>
          <a:xfrm>
            <a:off x="10804673" y="5140744"/>
            <a:ext cx="497784" cy="276999"/>
          </a:xfrm>
          <a:prstGeom prst="rect">
            <a:avLst/>
          </a:prstGeom>
          <a:noFill/>
        </p:spPr>
        <p:txBody>
          <a:bodyPr wrap="square" rtlCol="0">
            <a:spAutoFit/>
          </a:bodyPr>
          <a:lstStyle/>
          <a:p>
            <a:pPr marL="144000" indent="-144000"/>
            <a:r>
              <a:rPr lang="en-GB" sz="1200">
                <a:solidFill>
                  <a:schemeClr val="tx2"/>
                </a:solidFill>
              </a:rPr>
              <a:t>98%</a:t>
            </a:r>
            <a:endParaRPr lang="en-NO" sz="800">
              <a:solidFill>
                <a:schemeClr val="tx2"/>
              </a:solidFill>
            </a:endParaRPr>
          </a:p>
        </p:txBody>
      </p:sp>
      <p:sp>
        <p:nvSpPr>
          <p:cNvPr id="37" name="TextBox 36">
            <a:extLst>
              <a:ext uri="{FF2B5EF4-FFF2-40B4-BE49-F238E27FC236}">
                <a16:creationId xmlns:a16="http://schemas.microsoft.com/office/drawing/2014/main" id="{64414AC0-A19F-C095-0E09-495B409EA71D}"/>
              </a:ext>
            </a:extLst>
          </p:cNvPr>
          <p:cNvSpPr txBox="1"/>
          <p:nvPr/>
        </p:nvSpPr>
        <p:spPr>
          <a:xfrm>
            <a:off x="3215044" y="5665088"/>
            <a:ext cx="497784" cy="276999"/>
          </a:xfrm>
          <a:prstGeom prst="rect">
            <a:avLst/>
          </a:prstGeom>
          <a:noFill/>
        </p:spPr>
        <p:txBody>
          <a:bodyPr wrap="square" rtlCol="0">
            <a:spAutoFit/>
          </a:bodyPr>
          <a:lstStyle/>
          <a:p>
            <a:pPr marL="144000" indent="-144000"/>
            <a:r>
              <a:rPr lang="en-GB" sz="1200">
                <a:solidFill>
                  <a:schemeClr val="tx2"/>
                </a:solidFill>
              </a:rPr>
              <a:t>9%</a:t>
            </a:r>
            <a:endParaRPr lang="en-NO" sz="800">
              <a:solidFill>
                <a:schemeClr val="tx2"/>
              </a:solidFill>
            </a:endParaRPr>
          </a:p>
        </p:txBody>
      </p:sp>
      <p:sp>
        <p:nvSpPr>
          <p:cNvPr id="38" name="TextBox 37">
            <a:extLst>
              <a:ext uri="{FF2B5EF4-FFF2-40B4-BE49-F238E27FC236}">
                <a16:creationId xmlns:a16="http://schemas.microsoft.com/office/drawing/2014/main" id="{78C2A8E3-4066-53E5-DADD-4ABA1CBA60CE}"/>
              </a:ext>
            </a:extLst>
          </p:cNvPr>
          <p:cNvSpPr txBox="1"/>
          <p:nvPr/>
        </p:nvSpPr>
        <p:spPr>
          <a:xfrm>
            <a:off x="4487733" y="5670617"/>
            <a:ext cx="497784" cy="276999"/>
          </a:xfrm>
          <a:prstGeom prst="rect">
            <a:avLst/>
          </a:prstGeom>
          <a:noFill/>
        </p:spPr>
        <p:txBody>
          <a:bodyPr wrap="square" rtlCol="0">
            <a:spAutoFit/>
          </a:bodyPr>
          <a:lstStyle/>
          <a:p>
            <a:pPr marL="144000" indent="-144000"/>
            <a:r>
              <a:rPr lang="en-GB" sz="1200">
                <a:solidFill>
                  <a:schemeClr val="tx2"/>
                </a:solidFill>
              </a:rPr>
              <a:t>2%</a:t>
            </a:r>
            <a:endParaRPr lang="en-NO" sz="800">
              <a:solidFill>
                <a:schemeClr val="tx2"/>
              </a:solidFill>
            </a:endParaRPr>
          </a:p>
        </p:txBody>
      </p:sp>
      <p:sp>
        <p:nvSpPr>
          <p:cNvPr id="39" name="TextBox 38">
            <a:extLst>
              <a:ext uri="{FF2B5EF4-FFF2-40B4-BE49-F238E27FC236}">
                <a16:creationId xmlns:a16="http://schemas.microsoft.com/office/drawing/2014/main" id="{89D7E46E-75E8-7E50-6995-77665B380629}"/>
              </a:ext>
            </a:extLst>
          </p:cNvPr>
          <p:cNvSpPr txBox="1"/>
          <p:nvPr/>
        </p:nvSpPr>
        <p:spPr>
          <a:xfrm>
            <a:off x="5852770" y="5664741"/>
            <a:ext cx="497784" cy="276999"/>
          </a:xfrm>
          <a:prstGeom prst="rect">
            <a:avLst/>
          </a:prstGeom>
          <a:noFill/>
        </p:spPr>
        <p:txBody>
          <a:bodyPr wrap="square" rtlCol="0">
            <a:spAutoFit/>
          </a:bodyPr>
          <a:lstStyle/>
          <a:p>
            <a:pPr marL="144000" indent="-144000"/>
            <a:r>
              <a:rPr lang="en-GB" sz="1200">
                <a:solidFill>
                  <a:schemeClr val="tx2"/>
                </a:solidFill>
              </a:rPr>
              <a:t>17%</a:t>
            </a:r>
            <a:endParaRPr lang="en-NO" sz="800">
              <a:solidFill>
                <a:schemeClr val="tx2"/>
              </a:solidFill>
            </a:endParaRPr>
          </a:p>
        </p:txBody>
      </p:sp>
      <p:sp>
        <p:nvSpPr>
          <p:cNvPr id="40" name="TextBox 39">
            <a:extLst>
              <a:ext uri="{FF2B5EF4-FFF2-40B4-BE49-F238E27FC236}">
                <a16:creationId xmlns:a16="http://schemas.microsoft.com/office/drawing/2014/main" id="{ACD6A56C-3001-B65C-197B-C7F707EF9578}"/>
              </a:ext>
            </a:extLst>
          </p:cNvPr>
          <p:cNvSpPr txBox="1"/>
          <p:nvPr/>
        </p:nvSpPr>
        <p:spPr>
          <a:xfrm>
            <a:off x="7511516" y="5671951"/>
            <a:ext cx="497784" cy="276999"/>
          </a:xfrm>
          <a:prstGeom prst="rect">
            <a:avLst/>
          </a:prstGeom>
          <a:noFill/>
        </p:spPr>
        <p:txBody>
          <a:bodyPr wrap="square" rtlCol="0">
            <a:spAutoFit/>
          </a:bodyPr>
          <a:lstStyle/>
          <a:p>
            <a:pPr marL="144000" indent="-144000"/>
            <a:r>
              <a:rPr lang="en-GB" sz="1200">
                <a:solidFill>
                  <a:schemeClr val="tx2"/>
                </a:solidFill>
              </a:rPr>
              <a:t>27%</a:t>
            </a:r>
            <a:endParaRPr lang="en-NO" sz="800">
              <a:solidFill>
                <a:schemeClr val="tx2"/>
              </a:solidFill>
            </a:endParaRPr>
          </a:p>
        </p:txBody>
      </p:sp>
      <p:sp>
        <p:nvSpPr>
          <p:cNvPr id="41" name="TextBox 40">
            <a:extLst>
              <a:ext uri="{FF2B5EF4-FFF2-40B4-BE49-F238E27FC236}">
                <a16:creationId xmlns:a16="http://schemas.microsoft.com/office/drawing/2014/main" id="{45571966-E993-3BBD-A6D8-D1FE74137E5F}"/>
              </a:ext>
            </a:extLst>
          </p:cNvPr>
          <p:cNvSpPr txBox="1"/>
          <p:nvPr/>
        </p:nvSpPr>
        <p:spPr>
          <a:xfrm>
            <a:off x="9232086" y="5664740"/>
            <a:ext cx="497784" cy="276999"/>
          </a:xfrm>
          <a:prstGeom prst="rect">
            <a:avLst/>
          </a:prstGeom>
          <a:noFill/>
        </p:spPr>
        <p:txBody>
          <a:bodyPr wrap="square" rtlCol="0">
            <a:spAutoFit/>
          </a:bodyPr>
          <a:lstStyle/>
          <a:p>
            <a:pPr marL="144000" indent="-144000"/>
            <a:r>
              <a:rPr lang="en-GB" sz="1200">
                <a:solidFill>
                  <a:schemeClr val="tx2"/>
                </a:solidFill>
              </a:rPr>
              <a:t>9%</a:t>
            </a:r>
            <a:endParaRPr lang="en-NO" sz="800">
              <a:solidFill>
                <a:schemeClr val="tx2"/>
              </a:solidFill>
            </a:endParaRPr>
          </a:p>
        </p:txBody>
      </p:sp>
      <p:sp>
        <p:nvSpPr>
          <p:cNvPr id="42" name="TextBox 41">
            <a:extLst>
              <a:ext uri="{FF2B5EF4-FFF2-40B4-BE49-F238E27FC236}">
                <a16:creationId xmlns:a16="http://schemas.microsoft.com/office/drawing/2014/main" id="{0B566A8C-D9A9-6C80-6282-DCC56983E470}"/>
              </a:ext>
            </a:extLst>
          </p:cNvPr>
          <p:cNvSpPr txBox="1"/>
          <p:nvPr/>
        </p:nvSpPr>
        <p:spPr>
          <a:xfrm>
            <a:off x="10829387" y="5671950"/>
            <a:ext cx="497784" cy="276999"/>
          </a:xfrm>
          <a:prstGeom prst="rect">
            <a:avLst/>
          </a:prstGeom>
          <a:noFill/>
        </p:spPr>
        <p:txBody>
          <a:bodyPr wrap="square" rtlCol="0">
            <a:spAutoFit/>
          </a:bodyPr>
          <a:lstStyle/>
          <a:p>
            <a:pPr marL="144000" indent="-144000"/>
            <a:r>
              <a:rPr lang="en-GB" sz="1200">
                <a:solidFill>
                  <a:schemeClr val="tx2"/>
                </a:solidFill>
              </a:rPr>
              <a:t>5%</a:t>
            </a:r>
            <a:endParaRPr lang="en-NO" sz="800">
              <a:solidFill>
                <a:schemeClr val="tx2"/>
              </a:solidFill>
            </a:endParaRPr>
          </a:p>
        </p:txBody>
      </p:sp>
      <p:sp>
        <p:nvSpPr>
          <p:cNvPr id="43" name="Grunt object 9f16d7583b485ad86fc78bf6716606b5-svg">
            <a:extLst>
              <a:ext uri="{FF2B5EF4-FFF2-40B4-BE49-F238E27FC236}">
                <a16:creationId xmlns:a16="http://schemas.microsoft.com/office/drawing/2014/main" id="{EDB1DDDE-82E0-C709-7E4C-36F2AFCE05CC}"/>
              </a:ext>
            </a:extLst>
          </p:cNvPr>
          <p:cNvSpPr/>
          <p:nvPr>
            <p:custDataLst>
              <p:tags r:id="rId2"/>
            </p:custDataLst>
          </p:nvPr>
        </p:nvSpPr>
        <p:spPr>
          <a:xfrm>
            <a:off x="1155397" y="1516835"/>
            <a:ext cx="1518833" cy="1477282"/>
          </a:xfrm>
          <a:prstGeom prst="rect">
            <a:avLst/>
          </a:prstGeom>
          <a:blipFill dpi="0" rotWithShape="1">
            <a:blip>
              <a:extLst>
                <a:ext uri="{96DAC541-7B7A-43D3-8B79-37D633B846F1}">
                  <asvg:svgBlip xmlns:asvg="http://schemas.microsoft.com/office/drawing/2016/SVG/main" r:embed="rId2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44" name="Grunt object 24a7e8b294b872008b683e978dee2b75-svg">
            <a:extLst>
              <a:ext uri="{FF2B5EF4-FFF2-40B4-BE49-F238E27FC236}">
                <a16:creationId xmlns:a16="http://schemas.microsoft.com/office/drawing/2014/main" id="{2C69020D-0AE4-00F6-AC3C-07A9C83C5D72}"/>
              </a:ext>
            </a:extLst>
          </p:cNvPr>
          <p:cNvSpPr/>
          <p:nvPr>
            <p:custDataLst>
              <p:tags r:id="rId3"/>
            </p:custDataLst>
          </p:nvPr>
        </p:nvSpPr>
        <p:spPr>
          <a:xfrm>
            <a:off x="431800" y="1117601"/>
            <a:ext cx="1270000" cy="1873341"/>
          </a:xfrm>
          <a:prstGeom prst="rect">
            <a:avLst/>
          </a:prstGeom>
          <a:blipFill dpi="0" rotWithShape="1">
            <a:blip>
              <a:extLst>
                <a:ext uri="{96DAC541-7B7A-43D3-8B79-37D633B846F1}">
                  <asvg:svgBlip xmlns:asvg="http://schemas.microsoft.com/office/drawing/2016/SVG/main" r:embed="rId22"/>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46" name="Straight Connector 45">
            <a:extLst>
              <a:ext uri="{FF2B5EF4-FFF2-40B4-BE49-F238E27FC236}">
                <a16:creationId xmlns:a16="http://schemas.microsoft.com/office/drawing/2014/main" id="{BD62A443-6BC1-CCF0-65FC-D5168DA80758}"/>
              </a:ext>
            </a:extLst>
          </p:cNvPr>
          <p:cNvCxnSpPr/>
          <p:nvPr/>
        </p:nvCxnSpPr>
        <p:spPr>
          <a:xfrm>
            <a:off x="2674230" y="1103631"/>
            <a:ext cx="0" cy="189048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562E05C7-F372-F63B-CEE1-A8B3A8B053A6}"/>
              </a:ext>
            </a:extLst>
          </p:cNvPr>
          <p:cNvCxnSpPr/>
          <p:nvPr/>
        </p:nvCxnSpPr>
        <p:spPr>
          <a:xfrm>
            <a:off x="429156" y="1103631"/>
            <a:ext cx="0" cy="1890486"/>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B691D172-E266-E826-545B-C1ABFEA6E14B}"/>
              </a:ext>
            </a:extLst>
          </p:cNvPr>
          <p:cNvCxnSpPr>
            <a:cxnSpLocks/>
          </p:cNvCxnSpPr>
          <p:nvPr/>
        </p:nvCxnSpPr>
        <p:spPr>
          <a:xfrm flipH="1">
            <a:off x="416093" y="2994117"/>
            <a:ext cx="225813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6CC78634-7167-E9F9-E048-F3BCA45F97F5}"/>
              </a:ext>
            </a:extLst>
          </p:cNvPr>
          <p:cNvCxnSpPr>
            <a:cxnSpLocks/>
          </p:cNvCxnSpPr>
          <p:nvPr/>
        </p:nvCxnSpPr>
        <p:spPr>
          <a:xfrm flipH="1" flipV="1">
            <a:off x="446133" y="1098869"/>
            <a:ext cx="2228097" cy="476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7" name="Grunt object fe194ed3e2a047d1c0e881b82bb0c810-svg">
            <a:extLst>
              <a:ext uri="{FF2B5EF4-FFF2-40B4-BE49-F238E27FC236}">
                <a16:creationId xmlns:a16="http://schemas.microsoft.com/office/drawing/2014/main" id="{521BF69C-EBD2-031D-D802-6EDE63269B93}"/>
              </a:ext>
            </a:extLst>
          </p:cNvPr>
          <p:cNvSpPr/>
          <p:nvPr>
            <p:custDataLst>
              <p:tags r:id="rId4"/>
            </p:custDataLst>
          </p:nvPr>
        </p:nvSpPr>
        <p:spPr>
          <a:xfrm>
            <a:off x="5537344" y="2058121"/>
            <a:ext cx="1031117" cy="939171"/>
          </a:xfrm>
          <a:prstGeom prst="rect">
            <a:avLst/>
          </a:prstGeom>
          <a:blipFill dpi="0" rotWithShape="1">
            <a:blip>
              <a:extLst>
                <a:ext uri="{96DAC541-7B7A-43D3-8B79-37D633B846F1}">
                  <asvg:svgBlip xmlns:asvg="http://schemas.microsoft.com/office/drawing/2016/SVG/main" r:embed="rId23"/>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1" name="Grunt object bd867296914321d76034f6eba3109aca-svg">
            <a:extLst>
              <a:ext uri="{FF2B5EF4-FFF2-40B4-BE49-F238E27FC236}">
                <a16:creationId xmlns:a16="http://schemas.microsoft.com/office/drawing/2014/main" id="{0910846F-D004-ACA9-5833-CBA184D28575}"/>
              </a:ext>
            </a:extLst>
          </p:cNvPr>
          <p:cNvSpPr/>
          <p:nvPr>
            <p:custDataLst>
              <p:tags r:id="rId5"/>
            </p:custDataLst>
          </p:nvPr>
        </p:nvSpPr>
        <p:spPr>
          <a:xfrm>
            <a:off x="6305016" y="1049122"/>
            <a:ext cx="1270000" cy="208178"/>
          </a:xfrm>
          <a:prstGeom prst="rect">
            <a:avLst/>
          </a:prstGeom>
          <a:blipFill dpi="0" rotWithShape="1">
            <a:blip>
              <a:extLst>
                <a:ext uri="{96DAC541-7B7A-43D3-8B79-37D633B846F1}">
                  <asvg:svgBlip xmlns:asvg="http://schemas.microsoft.com/office/drawing/2016/SVG/main" r:embed="rId24"/>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63" name="Straight Connector 62">
            <a:extLst>
              <a:ext uri="{FF2B5EF4-FFF2-40B4-BE49-F238E27FC236}">
                <a16:creationId xmlns:a16="http://schemas.microsoft.com/office/drawing/2014/main" id="{78E68525-503E-3FAD-4705-A57393F49741}"/>
              </a:ext>
            </a:extLst>
          </p:cNvPr>
          <p:cNvCxnSpPr>
            <a:cxnSpLocks/>
          </p:cNvCxnSpPr>
          <p:nvPr/>
        </p:nvCxnSpPr>
        <p:spPr>
          <a:xfrm>
            <a:off x="2922048" y="2990623"/>
            <a:ext cx="88160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4B902DD9-AC66-8155-F7D8-35C2C1516545}"/>
              </a:ext>
            </a:extLst>
          </p:cNvPr>
          <p:cNvCxnSpPr>
            <a:cxnSpLocks/>
          </p:cNvCxnSpPr>
          <p:nvPr/>
        </p:nvCxnSpPr>
        <p:spPr>
          <a:xfrm>
            <a:off x="2962765" y="1905001"/>
            <a:ext cx="8800083"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31" name="Triangle 1030">
            <a:extLst>
              <a:ext uri="{FF2B5EF4-FFF2-40B4-BE49-F238E27FC236}">
                <a16:creationId xmlns:a16="http://schemas.microsoft.com/office/drawing/2014/main" id="{F690DAA0-F6E7-5A56-7E27-8CA90E78AD5D}"/>
              </a:ext>
            </a:extLst>
          </p:cNvPr>
          <p:cNvSpPr/>
          <p:nvPr/>
        </p:nvSpPr>
        <p:spPr>
          <a:xfrm rot="16200000">
            <a:off x="11708203" y="1871149"/>
            <a:ext cx="103994" cy="6770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033" name="Text Placeholder 14">
            <a:extLst>
              <a:ext uri="{FF2B5EF4-FFF2-40B4-BE49-F238E27FC236}">
                <a16:creationId xmlns:a16="http://schemas.microsoft.com/office/drawing/2014/main" id="{A33DE6D1-58FC-4601-1759-9539A3618FDF}"/>
              </a:ext>
            </a:extLst>
          </p:cNvPr>
          <p:cNvSpPr txBox="1">
            <a:spLocks/>
          </p:cNvSpPr>
          <p:nvPr/>
        </p:nvSpPr>
        <p:spPr>
          <a:xfrm>
            <a:off x="11809457" y="1848386"/>
            <a:ext cx="282229" cy="103993"/>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700">
                <a:solidFill>
                  <a:schemeClr val="tx1"/>
                </a:solidFill>
              </a:rPr>
              <a:t>15,5</a:t>
            </a:r>
          </a:p>
        </p:txBody>
      </p:sp>
      <p:sp>
        <p:nvSpPr>
          <p:cNvPr id="1037" name="Triangle 1036">
            <a:extLst>
              <a:ext uri="{FF2B5EF4-FFF2-40B4-BE49-F238E27FC236}">
                <a16:creationId xmlns:a16="http://schemas.microsoft.com/office/drawing/2014/main" id="{E8EDC56A-D2D5-764D-785D-A188F03E0002}"/>
              </a:ext>
            </a:extLst>
          </p:cNvPr>
          <p:cNvSpPr/>
          <p:nvPr/>
        </p:nvSpPr>
        <p:spPr>
          <a:xfrm rot="16200000">
            <a:off x="11711450" y="1765104"/>
            <a:ext cx="103994" cy="6770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1038" name="Text Placeholder 14">
            <a:extLst>
              <a:ext uri="{FF2B5EF4-FFF2-40B4-BE49-F238E27FC236}">
                <a16:creationId xmlns:a16="http://schemas.microsoft.com/office/drawing/2014/main" id="{118FFECB-8FE8-3C41-0A7C-0309F551EFA7}"/>
              </a:ext>
            </a:extLst>
          </p:cNvPr>
          <p:cNvSpPr txBox="1">
            <a:spLocks/>
          </p:cNvSpPr>
          <p:nvPr/>
        </p:nvSpPr>
        <p:spPr>
          <a:xfrm>
            <a:off x="11809457" y="1740603"/>
            <a:ext cx="282229" cy="103993"/>
          </a:xfrm>
          <a:prstGeom prst="rect">
            <a:avLst/>
          </a:prstGeom>
        </p:spPr>
        <p:txBody>
          <a:bodyPr vert="horz" lIns="0" tIns="0" rIns="0" bIns="0" rtlCol="0" anchor="t">
            <a:no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700">
                <a:solidFill>
                  <a:schemeClr val="tx1"/>
                </a:solidFill>
              </a:rPr>
              <a:t>16,1</a:t>
            </a:r>
          </a:p>
        </p:txBody>
      </p:sp>
      <p:cxnSp>
        <p:nvCxnSpPr>
          <p:cNvPr id="1040" name="Straight Connector 1039">
            <a:extLst>
              <a:ext uri="{FF2B5EF4-FFF2-40B4-BE49-F238E27FC236}">
                <a16:creationId xmlns:a16="http://schemas.microsoft.com/office/drawing/2014/main" id="{ACD159A1-00F5-0550-9146-B78CDA9094DA}"/>
              </a:ext>
            </a:extLst>
          </p:cNvPr>
          <p:cNvCxnSpPr>
            <a:cxnSpLocks/>
            <a:stCxn id="1037" idx="0"/>
          </p:cNvCxnSpPr>
          <p:nvPr/>
        </p:nvCxnSpPr>
        <p:spPr>
          <a:xfrm flipH="1" flipV="1">
            <a:off x="2936109" y="1776650"/>
            <a:ext cx="8793487" cy="22306"/>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 name="Grunt object 334899958e846d41d21e069b2392a853-svg">
            <a:extLst>
              <a:ext uri="{FF2B5EF4-FFF2-40B4-BE49-F238E27FC236}">
                <a16:creationId xmlns:a16="http://schemas.microsoft.com/office/drawing/2014/main" id="{1898B043-73B2-7D99-827E-704E6E3DB94D}"/>
              </a:ext>
            </a:extLst>
          </p:cNvPr>
          <p:cNvSpPr/>
          <p:nvPr>
            <p:custDataLst>
              <p:tags r:id="rId6"/>
            </p:custDataLst>
          </p:nvPr>
        </p:nvSpPr>
        <p:spPr>
          <a:xfrm>
            <a:off x="7218384" y="1829037"/>
            <a:ext cx="1031117" cy="1165079"/>
          </a:xfrm>
          <a:prstGeom prst="rect">
            <a:avLst/>
          </a:prstGeom>
          <a:blipFill dpi="0" rotWithShape="1">
            <a:blip>
              <a:extLst>
                <a:ext uri="{96DAC541-7B7A-43D3-8B79-37D633B846F1}">
                  <asvg:svgBlip xmlns:asvg="http://schemas.microsoft.com/office/drawing/2016/SVG/main" r:embed="rId25"/>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56" name="Grunt object 37815fb96059212326cc080809802616-svg">
            <a:extLst>
              <a:ext uri="{FF2B5EF4-FFF2-40B4-BE49-F238E27FC236}">
                <a16:creationId xmlns:a16="http://schemas.microsoft.com/office/drawing/2014/main" id="{678D5D8E-B9DE-3D75-A341-BB7695C6B5A6}"/>
              </a:ext>
            </a:extLst>
          </p:cNvPr>
          <p:cNvSpPr/>
          <p:nvPr>
            <p:custDataLst>
              <p:tags r:id="rId7"/>
            </p:custDataLst>
          </p:nvPr>
        </p:nvSpPr>
        <p:spPr>
          <a:xfrm>
            <a:off x="4210124" y="1422573"/>
            <a:ext cx="1031117" cy="1574718"/>
          </a:xfrm>
          <a:prstGeom prst="rect">
            <a:avLst/>
          </a:prstGeom>
          <a:blipFill dpi="0" rotWithShape="1">
            <a:blip>
              <a:extLst>
                <a:ext uri="{96DAC541-7B7A-43D3-8B79-37D633B846F1}">
                  <asvg:svgBlip xmlns:asvg="http://schemas.microsoft.com/office/drawing/2016/SVG/main" r:embed="rId26"/>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55" name="Grunt object 356f55172e5ddeadb35657afe9bc6419-svg">
            <a:extLst>
              <a:ext uri="{FF2B5EF4-FFF2-40B4-BE49-F238E27FC236}">
                <a16:creationId xmlns:a16="http://schemas.microsoft.com/office/drawing/2014/main" id="{BC87E414-86F2-73FB-1B7C-CBE58E74D872}"/>
              </a:ext>
            </a:extLst>
          </p:cNvPr>
          <p:cNvSpPr/>
          <p:nvPr>
            <p:custDataLst>
              <p:tags r:id="rId8"/>
            </p:custDataLst>
          </p:nvPr>
        </p:nvSpPr>
        <p:spPr>
          <a:xfrm>
            <a:off x="2922048" y="1682401"/>
            <a:ext cx="1031117" cy="1314891"/>
          </a:xfrm>
          <a:prstGeom prst="rect">
            <a:avLst/>
          </a:prstGeom>
          <a:blipFill dpi="0" rotWithShape="1">
            <a:blip>
              <a:extLst>
                <a:ext uri="{96DAC541-7B7A-43D3-8B79-37D633B846F1}">
                  <asvg:svgBlip xmlns:asvg="http://schemas.microsoft.com/office/drawing/2016/SVG/main" r:embed="rId27"/>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59" name="Grunt object e8f56a59c551ae4b8b75c8d0c39f4d8a-svg">
            <a:extLst>
              <a:ext uri="{FF2B5EF4-FFF2-40B4-BE49-F238E27FC236}">
                <a16:creationId xmlns:a16="http://schemas.microsoft.com/office/drawing/2014/main" id="{2E7B616B-0776-1B26-394D-FED5E7C0DC67}"/>
              </a:ext>
            </a:extLst>
          </p:cNvPr>
          <p:cNvSpPr/>
          <p:nvPr>
            <p:custDataLst>
              <p:tags r:id="rId9"/>
            </p:custDataLst>
          </p:nvPr>
        </p:nvSpPr>
        <p:spPr>
          <a:xfrm>
            <a:off x="8863006" y="1682401"/>
            <a:ext cx="1031117" cy="1314891"/>
          </a:xfrm>
          <a:prstGeom prst="rect">
            <a:avLst/>
          </a:prstGeom>
          <a:blipFill dpi="0" rotWithShape="1">
            <a:blip>
              <a:extLst>
                <a:ext uri="{96DAC541-7B7A-43D3-8B79-37D633B846F1}">
                  <asvg:svgBlip xmlns:asvg="http://schemas.microsoft.com/office/drawing/2016/SVG/main" r:embed="rId28"/>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0" name="Grunt object 041a88f51f197822f8a1b184e710c432-svg">
            <a:extLst>
              <a:ext uri="{FF2B5EF4-FFF2-40B4-BE49-F238E27FC236}">
                <a16:creationId xmlns:a16="http://schemas.microsoft.com/office/drawing/2014/main" id="{9BC7E130-72FB-E6DB-2C5B-9CBF51AD67E0}"/>
              </a:ext>
            </a:extLst>
          </p:cNvPr>
          <p:cNvSpPr/>
          <p:nvPr>
            <p:custDataLst>
              <p:tags r:id="rId10"/>
            </p:custDataLst>
          </p:nvPr>
        </p:nvSpPr>
        <p:spPr>
          <a:xfrm>
            <a:off x="10516461" y="1422574"/>
            <a:ext cx="1031117" cy="1574718"/>
          </a:xfrm>
          <a:prstGeom prst="rect">
            <a:avLst/>
          </a:prstGeom>
          <a:blipFill dpi="0" rotWithShape="1">
            <a:blip>
              <a:extLst>
                <a:ext uri="{96DAC541-7B7A-43D3-8B79-37D633B846F1}">
                  <asvg:svgBlip xmlns:asvg="http://schemas.microsoft.com/office/drawing/2016/SVG/main" r:embed="rId29"/>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Tree>
    <p:custDataLst>
      <p:tags r:id="rId1"/>
    </p:custDataLst>
    <p:extLst>
      <p:ext uri="{BB962C8B-B14F-4D97-AF65-F5344CB8AC3E}">
        <p14:creationId xmlns:p14="http://schemas.microsoft.com/office/powerpoint/2010/main" val="1473658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1EAF3-5846-65AE-82CD-C4183C8ACE9B}"/>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B322382E-6743-9F57-B4D2-184A15D7DA5C}"/>
              </a:ext>
            </a:extLst>
          </p:cNvPr>
          <p:cNvSpPr>
            <a:spLocks noGrp="1"/>
          </p:cNvSpPr>
          <p:nvPr>
            <p:ph type="body" sz="quarter" idx="11"/>
          </p:nvPr>
        </p:nvSpPr>
        <p:spPr>
          <a:xfrm>
            <a:off x="428496" y="882739"/>
            <a:ext cx="8252660" cy="244355"/>
          </a:xfrm>
        </p:spPr>
        <p:txBody>
          <a:bodyPr>
            <a:normAutofit/>
          </a:bodyPr>
          <a:lstStyle/>
          <a:p>
            <a:r>
              <a:rPr lang="en-GB"/>
              <a:t>SATS ASA vs. Comparable Companies</a:t>
            </a:r>
          </a:p>
        </p:txBody>
      </p:sp>
      <p:sp>
        <p:nvSpPr>
          <p:cNvPr id="14" name="Title 13">
            <a:extLst>
              <a:ext uri="{FF2B5EF4-FFF2-40B4-BE49-F238E27FC236}">
                <a16:creationId xmlns:a16="http://schemas.microsoft.com/office/drawing/2014/main" id="{A36B430A-624C-ACDC-78B1-DE44699B70BD}"/>
              </a:ext>
            </a:extLst>
          </p:cNvPr>
          <p:cNvSpPr>
            <a:spLocks noGrp="1"/>
          </p:cNvSpPr>
          <p:nvPr>
            <p:ph type="title"/>
          </p:nvPr>
        </p:nvSpPr>
        <p:spPr/>
        <p:txBody>
          <a:bodyPr/>
          <a:lstStyle/>
          <a:p>
            <a:r>
              <a:rPr lang="en-GB"/>
              <a:t>Key Value Drivers</a:t>
            </a:r>
          </a:p>
        </p:txBody>
      </p:sp>
      <p:sp>
        <p:nvSpPr>
          <p:cNvPr id="17" name="Text Placeholder 16">
            <a:extLst>
              <a:ext uri="{FF2B5EF4-FFF2-40B4-BE49-F238E27FC236}">
                <a16:creationId xmlns:a16="http://schemas.microsoft.com/office/drawing/2014/main" id="{6023A855-743C-73D7-9576-76835AA62528}"/>
              </a:ext>
            </a:extLst>
          </p:cNvPr>
          <p:cNvSpPr>
            <a:spLocks noGrp="1"/>
          </p:cNvSpPr>
          <p:nvPr>
            <p:ph type="body" sz="quarter" idx="13"/>
          </p:nvPr>
        </p:nvSpPr>
        <p:spPr/>
        <p:txBody>
          <a:bodyPr/>
          <a:lstStyle/>
          <a:p>
            <a:r>
              <a:rPr lang="en-US" noProof="1"/>
              <a:t>#Appendix 4.3</a:t>
            </a:r>
          </a:p>
        </p:txBody>
      </p:sp>
      <p:sp>
        <p:nvSpPr>
          <p:cNvPr id="16" name="Text Placeholder 15">
            <a:extLst>
              <a:ext uri="{FF2B5EF4-FFF2-40B4-BE49-F238E27FC236}">
                <a16:creationId xmlns:a16="http://schemas.microsoft.com/office/drawing/2014/main" id="{7DD0887A-64FF-4D85-E691-69C75B513D4A}"/>
              </a:ext>
            </a:extLst>
          </p:cNvPr>
          <p:cNvSpPr>
            <a:spLocks noGrp="1"/>
          </p:cNvSpPr>
          <p:nvPr>
            <p:ph type="body" sz="quarter" idx="12"/>
          </p:nvPr>
        </p:nvSpPr>
        <p:spPr/>
        <p:txBody>
          <a:bodyPr/>
          <a:lstStyle/>
          <a:p>
            <a:r>
              <a:rPr lang="en-GB"/>
              <a:t>Sources: Company Financial Reports, Bloomberg </a:t>
            </a:r>
          </a:p>
          <a:p>
            <a:r>
              <a:rPr lang="en-GB"/>
              <a:t>Note:</a:t>
            </a:r>
          </a:p>
        </p:txBody>
      </p:sp>
      <p:pic>
        <p:nvPicPr>
          <p:cNvPr id="2" name="Picture 2" descr="SATS Group – Elkraft">
            <a:extLst>
              <a:ext uri="{FF2B5EF4-FFF2-40B4-BE49-F238E27FC236}">
                <a16:creationId xmlns:a16="http://schemas.microsoft.com/office/drawing/2014/main" id="{8E962B8F-8B80-E23C-56F9-2BA3B349FB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62603" y="370379"/>
            <a:ext cx="1397891" cy="921770"/>
          </a:xfrm>
          <a:prstGeom prst="rect">
            <a:avLst/>
          </a:prstGeom>
          <a:noFill/>
          <a:extLst>
            <a:ext uri="{909E8E84-426E-40DD-AFC4-6F175D3DCCD1}">
              <a14:hiddenFill xmlns:a14="http://schemas.microsoft.com/office/drawing/2010/main">
                <a:solidFill>
                  <a:srgbClr val="FFFFFF"/>
                </a:solidFill>
              </a14:hiddenFill>
            </a:ext>
          </a:extLst>
        </p:spPr>
      </p:pic>
      <p:sp>
        <p:nvSpPr>
          <p:cNvPr id="3" name="Grunt object 1207411d83279b5facd7debe6e000e9f-svg">
            <a:extLst>
              <a:ext uri="{FF2B5EF4-FFF2-40B4-BE49-F238E27FC236}">
                <a16:creationId xmlns:a16="http://schemas.microsoft.com/office/drawing/2014/main" id="{E2BBB175-D979-B1D5-A001-DE51E7E79BAD}"/>
              </a:ext>
            </a:extLst>
          </p:cNvPr>
          <p:cNvSpPr/>
          <p:nvPr>
            <p:custDataLst>
              <p:tags r:id="rId2"/>
            </p:custDataLst>
          </p:nvPr>
        </p:nvSpPr>
        <p:spPr>
          <a:xfrm>
            <a:off x="430688" y="1697780"/>
            <a:ext cx="3302821" cy="3277143"/>
          </a:xfrm>
          <a:prstGeom prst="rect">
            <a:avLst/>
          </a:prstGeom>
          <a:blipFill dpi="0" rotWithShape="1">
            <a:blip>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4" name="Grunt object 9a914d290f78fe60c9dbfc0e59bff518-svg">
            <a:extLst>
              <a:ext uri="{FF2B5EF4-FFF2-40B4-BE49-F238E27FC236}">
                <a16:creationId xmlns:a16="http://schemas.microsoft.com/office/drawing/2014/main" id="{7EBE0F13-0042-CACA-41A2-831C4864338C}"/>
              </a:ext>
            </a:extLst>
          </p:cNvPr>
          <p:cNvSpPr/>
          <p:nvPr>
            <p:custDataLst>
              <p:tags r:id="rId3"/>
            </p:custDataLst>
          </p:nvPr>
        </p:nvSpPr>
        <p:spPr>
          <a:xfrm>
            <a:off x="3161195" y="1219200"/>
            <a:ext cx="1702905" cy="309793"/>
          </a:xfrm>
          <a:prstGeom prst="rect">
            <a:avLst/>
          </a:prstGeom>
          <a:blipFill dpi="0" rotWithShape="1">
            <a:blip>
              <a:extLst>
                <a:ext uri="{96DAC541-7B7A-43D3-8B79-37D633B846F1}">
                  <asvg:svgBlip xmlns:asvg="http://schemas.microsoft.com/office/drawing/2016/SVG/main" r:embed="rId9"/>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6" name="Grunt object ff635bde44ad8c0c9a55684d73a482ca-svg">
            <a:extLst>
              <a:ext uri="{FF2B5EF4-FFF2-40B4-BE49-F238E27FC236}">
                <a16:creationId xmlns:a16="http://schemas.microsoft.com/office/drawing/2014/main" id="{69F39490-76CD-3FC6-0668-5886D95E33A4}"/>
              </a:ext>
            </a:extLst>
          </p:cNvPr>
          <p:cNvSpPr/>
          <p:nvPr>
            <p:custDataLst>
              <p:tags r:id="rId4"/>
            </p:custDataLst>
          </p:nvPr>
        </p:nvSpPr>
        <p:spPr>
          <a:xfrm>
            <a:off x="4249313" y="1697780"/>
            <a:ext cx="3362686" cy="3277143"/>
          </a:xfrm>
          <a:prstGeom prst="rect">
            <a:avLst/>
          </a:prstGeom>
          <a:blipFill dpi="0" rotWithShape="1">
            <a:blip>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sp>
        <p:nvSpPr>
          <p:cNvPr id="7" name="Grunt object a1b6c3734a59976e71ed6ae19fda186c-svg">
            <a:extLst>
              <a:ext uri="{FF2B5EF4-FFF2-40B4-BE49-F238E27FC236}">
                <a16:creationId xmlns:a16="http://schemas.microsoft.com/office/drawing/2014/main" id="{1E4340E5-126A-6A8F-7BFB-B6209B793601}"/>
              </a:ext>
            </a:extLst>
          </p:cNvPr>
          <p:cNvSpPr/>
          <p:nvPr>
            <p:custDataLst>
              <p:tags r:id="rId5"/>
            </p:custDataLst>
          </p:nvPr>
        </p:nvSpPr>
        <p:spPr>
          <a:xfrm>
            <a:off x="8070297" y="1697780"/>
            <a:ext cx="3393373" cy="3277143"/>
          </a:xfrm>
          <a:prstGeom prst="rect">
            <a:avLst/>
          </a:prstGeom>
          <a:blipFill dpi="0" rotWithShape="1">
            <a:blip>
              <a:extLst>
                <a:ext uri="{96DAC541-7B7A-43D3-8B79-37D633B846F1}">
                  <asvg:svgBlip xmlns:asvg="http://schemas.microsoft.com/office/drawing/2016/SVG/main" r:embed="rId11"/>
                </a:ext>
              </a:extLst>
            </a:blip>
            <a:srcRect/>
            <a:stretch>
              <a:fillRect/>
            </a:stretch>
          </a:blipFill>
          <a:ln w="12700" cap="flat" cmpd="sng" algn="ctr">
            <a:noFill/>
            <a:prstDash val="solid"/>
            <a:miter lim="800000"/>
          </a:ln>
          <a:effectLst>
            <a:reflection stA="0"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O" sz="1200"/>
          </a:p>
        </p:txBody>
      </p:sp>
      <p:cxnSp>
        <p:nvCxnSpPr>
          <p:cNvPr id="9" name="Straight Connector 8">
            <a:extLst>
              <a:ext uri="{FF2B5EF4-FFF2-40B4-BE49-F238E27FC236}">
                <a16:creationId xmlns:a16="http://schemas.microsoft.com/office/drawing/2014/main" id="{8FBDD568-C70B-65E7-3FDA-D7C5ECDCAA1E}"/>
              </a:ext>
            </a:extLst>
          </p:cNvPr>
          <p:cNvCxnSpPr>
            <a:cxnSpLocks/>
          </p:cNvCxnSpPr>
          <p:nvPr/>
        </p:nvCxnSpPr>
        <p:spPr>
          <a:xfrm>
            <a:off x="428496" y="1598926"/>
            <a:ext cx="3305013"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E46C0BDC-D2B5-939E-EEDE-7A2A18C8C1AE}"/>
              </a:ext>
            </a:extLst>
          </p:cNvPr>
          <p:cNvCxnSpPr>
            <a:cxnSpLocks/>
          </p:cNvCxnSpPr>
          <p:nvPr/>
        </p:nvCxnSpPr>
        <p:spPr>
          <a:xfrm>
            <a:off x="428496" y="5113817"/>
            <a:ext cx="3305013"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a:extLst>
              <a:ext uri="{FF2B5EF4-FFF2-40B4-BE49-F238E27FC236}">
                <a16:creationId xmlns:a16="http://schemas.microsoft.com/office/drawing/2014/main" id="{36E9C9FF-C0BA-53AB-B161-3C9CCA586AA9}"/>
              </a:ext>
            </a:extLst>
          </p:cNvPr>
          <p:cNvCxnSpPr>
            <a:cxnSpLocks/>
          </p:cNvCxnSpPr>
          <p:nvPr/>
        </p:nvCxnSpPr>
        <p:spPr>
          <a:xfrm>
            <a:off x="428496" y="1598926"/>
            <a:ext cx="0" cy="351489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6D87E370-1A58-D39C-2782-211B1202E230}"/>
              </a:ext>
            </a:extLst>
          </p:cNvPr>
          <p:cNvCxnSpPr>
            <a:cxnSpLocks/>
          </p:cNvCxnSpPr>
          <p:nvPr/>
        </p:nvCxnSpPr>
        <p:spPr>
          <a:xfrm>
            <a:off x="3733637" y="1598926"/>
            <a:ext cx="0" cy="351489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0509BC62-FA01-BE69-3BEB-6888110AD1A7}"/>
              </a:ext>
            </a:extLst>
          </p:cNvPr>
          <p:cNvCxnSpPr>
            <a:cxnSpLocks/>
          </p:cNvCxnSpPr>
          <p:nvPr/>
        </p:nvCxnSpPr>
        <p:spPr>
          <a:xfrm>
            <a:off x="4234308" y="1598926"/>
            <a:ext cx="3376133"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DCA4ABE1-1314-121B-6A71-CDFC435BE6C6}"/>
              </a:ext>
            </a:extLst>
          </p:cNvPr>
          <p:cNvCxnSpPr>
            <a:cxnSpLocks/>
          </p:cNvCxnSpPr>
          <p:nvPr/>
        </p:nvCxnSpPr>
        <p:spPr>
          <a:xfrm>
            <a:off x="7610849" y="1598926"/>
            <a:ext cx="0" cy="351489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6" name="Straight Connector 25">
            <a:extLst>
              <a:ext uri="{FF2B5EF4-FFF2-40B4-BE49-F238E27FC236}">
                <a16:creationId xmlns:a16="http://schemas.microsoft.com/office/drawing/2014/main" id="{FD33C904-D65D-B091-E152-8C753EB6C8C7}"/>
              </a:ext>
            </a:extLst>
          </p:cNvPr>
          <p:cNvCxnSpPr>
            <a:cxnSpLocks/>
          </p:cNvCxnSpPr>
          <p:nvPr/>
        </p:nvCxnSpPr>
        <p:spPr>
          <a:xfrm>
            <a:off x="4230465" y="1598926"/>
            <a:ext cx="0" cy="3514891"/>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30013757-357E-7C67-F300-1C178EB79E77}"/>
              </a:ext>
            </a:extLst>
          </p:cNvPr>
          <p:cNvCxnSpPr>
            <a:cxnSpLocks/>
          </p:cNvCxnSpPr>
          <p:nvPr/>
        </p:nvCxnSpPr>
        <p:spPr>
          <a:xfrm>
            <a:off x="8070297" y="1598926"/>
            <a:ext cx="0" cy="3524939"/>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630B4D1A-1BE0-2929-97A3-52210206C33F}"/>
              </a:ext>
            </a:extLst>
          </p:cNvPr>
          <p:cNvCxnSpPr>
            <a:cxnSpLocks/>
          </p:cNvCxnSpPr>
          <p:nvPr/>
        </p:nvCxnSpPr>
        <p:spPr>
          <a:xfrm>
            <a:off x="11465193" y="1598926"/>
            <a:ext cx="0" cy="3524939"/>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257039A0-C650-38AF-75BB-67EC8EF3438A}"/>
              </a:ext>
            </a:extLst>
          </p:cNvPr>
          <p:cNvCxnSpPr>
            <a:cxnSpLocks/>
          </p:cNvCxnSpPr>
          <p:nvPr/>
        </p:nvCxnSpPr>
        <p:spPr>
          <a:xfrm>
            <a:off x="8110937" y="1598926"/>
            <a:ext cx="3305013"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DCE1D765-80C2-F54A-B2AB-D01822D8865C}"/>
              </a:ext>
            </a:extLst>
          </p:cNvPr>
          <p:cNvCxnSpPr>
            <a:cxnSpLocks/>
          </p:cNvCxnSpPr>
          <p:nvPr/>
        </p:nvCxnSpPr>
        <p:spPr>
          <a:xfrm>
            <a:off x="4230465" y="5099962"/>
            <a:ext cx="3366121"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689F013C-AD8D-5C0D-5456-E4F184F63922}"/>
              </a:ext>
            </a:extLst>
          </p:cNvPr>
          <p:cNvCxnSpPr>
            <a:cxnSpLocks/>
          </p:cNvCxnSpPr>
          <p:nvPr/>
        </p:nvCxnSpPr>
        <p:spPr>
          <a:xfrm>
            <a:off x="8094373" y="5123865"/>
            <a:ext cx="3366121" cy="0"/>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4" name="Text Placeholder 14">
            <a:extLst>
              <a:ext uri="{FF2B5EF4-FFF2-40B4-BE49-F238E27FC236}">
                <a16:creationId xmlns:a16="http://schemas.microsoft.com/office/drawing/2014/main" id="{6D56E2C7-BF96-F5C2-C7BB-6B8CB89D18F7}"/>
              </a:ext>
            </a:extLst>
          </p:cNvPr>
          <p:cNvSpPr txBox="1">
            <a:spLocks/>
          </p:cNvSpPr>
          <p:nvPr/>
        </p:nvSpPr>
        <p:spPr>
          <a:xfrm>
            <a:off x="1910584" y="1293868"/>
            <a:ext cx="333855" cy="206158"/>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200" b="1"/>
              <a:t>ROE</a:t>
            </a:r>
          </a:p>
        </p:txBody>
      </p:sp>
      <p:sp>
        <p:nvSpPr>
          <p:cNvPr id="45" name="Text Placeholder 14">
            <a:extLst>
              <a:ext uri="{FF2B5EF4-FFF2-40B4-BE49-F238E27FC236}">
                <a16:creationId xmlns:a16="http://schemas.microsoft.com/office/drawing/2014/main" id="{E45F3452-5D3D-DC8C-6887-97D0F49EFE96}"/>
              </a:ext>
            </a:extLst>
          </p:cNvPr>
          <p:cNvSpPr txBox="1">
            <a:spLocks/>
          </p:cNvSpPr>
          <p:nvPr/>
        </p:nvSpPr>
        <p:spPr>
          <a:xfrm>
            <a:off x="5772472" y="1293018"/>
            <a:ext cx="647056" cy="193954"/>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200" b="1"/>
              <a:t>ROIC</a:t>
            </a:r>
          </a:p>
        </p:txBody>
      </p:sp>
      <p:sp>
        <p:nvSpPr>
          <p:cNvPr id="47" name="Text Placeholder 14">
            <a:extLst>
              <a:ext uri="{FF2B5EF4-FFF2-40B4-BE49-F238E27FC236}">
                <a16:creationId xmlns:a16="http://schemas.microsoft.com/office/drawing/2014/main" id="{B5E362B5-5825-9CF5-E950-C7B11E8ED66E}"/>
              </a:ext>
            </a:extLst>
          </p:cNvPr>
          <p:cNvSpPr txBox="1">
            <a:spLocks/>
          </p:cNvSpPr>
          <p:nvPr/>
        </p:nvSpPr>
        <p:spPr>
          <a:xfrm>
            <a:off x="9280528" y="1306887"/>
            <a:ext cx="1397890" cy="193926"/>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200" b="1"/>
              <a:t>EBITDA Margin</a:t>
            </a:r>
          </a:p>
        </p:txBody>
      </p:sp>
      <p:sp>
        <p:nvSpPr>
          <p:cNvPr id="48" name="Rectangle 47">
            <a:extLst>
              <a:ext uri="{FF2B5EF4-FFF2-40B4-BE49-F238E27FC236}">
                <a16:creationId xmlns:a16="http://schemas.microsoft.com/office/drawing/2014/main" id="{88F0F7CB-4057-1C0C-98C4-81707930513D}"/>
              </a:ext>
            </a:extLst>
          </p:cNvPr>
          <p:cNvSpPr/>
          <p:nvPr/>
        </p:nvSpPr>
        <p:spPr>
          <a:xfrm>
            <a:off x="313041" y="5167313"/>
            <a:ext cx="11437588" cy="164528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1000">
              <a:solidFill>
                <a:schemeClr val="tx1"/>
              </a:solidFill>
              <a:ea typeface="+mn-lt"/>
              <a:cs typeface="+mn-lt"/>
            </a:endParaRPr>
          </a:p>
          <a:p>
            <a:pPr marL="171450" indent="-171450" algn="ctr">
              <a:buFont typeface="Arial" panose="020B0604020202020204" pitchFamily="34" charset="0"/>
              <a:buChar char="•"/>
            </a:pPr>
            <a:r>
              <a:rPr lang="en-GB" sz="1000">
                <a:solidFill>
                  <a:schemeClr val="tx1"/>
                </a:solidFill>
                <a:ea typeface="+mn-lt"/>
                <a:cs typeface="+mn-lt"/>
              </a:rPr>
              <a:t>SATS’ value drivers show clear outperformance versus peers in 2023–2024. After a weak 2022 (negative ROE and ROIC), the company rebounds strongly, with ROE improving to 23.8% (2023) and 27.6% (2024) versus peers at 9.1% and 12.3%.</a:t>
            </a:r>
          </a:p>
          <a:p>
            <a:pPr algn="ctr"/>
            <a:endParaRPr lang="en-GB" sz="1000">
              <a:solidFill>
                <a:schemeClr val="tx1"/>
              </a:solidFill>
              <a:ea typeface="+mn-lt"/>
              <a:cs typeface="+mn-lt"/>
            </a:endParaRPr>
          </a:p>
          <a:p>
            <a:pPr marL="171450" indent="-171450" algn="ctr">
              <a:buFont typeface="Arial" panose="020B0604020202020204" pitchFamily="34" charset="0"/>
              <a:buChar char="•"/>
            </a:pPr>
            <a:r>
              <a:rPr lang="en-GB" sz="1000">
                <a:solidFill>
                  <a:schemeClr val="tx1"/>
                </a:solidFill>
                <a:ea typeface="+mn-lt"/>
                <a:cs typeface="+mn-lt"/>
              </a:rPr>
              <a:t>Profitability and capital efficiency have both re-rated upward. ROIC moves from -0.4% (2022) to 5.7% (2023) and 7.1% (2024), outperforming peers (2.7% and 4.9%), while EBITDA margins remain structurally higher at 37.7–38.3% versus peers at 11.2–13.7%.</a:t>
            </a:r>
          </a:p>
          <a:p>
            <a:pPr algn="ctr"/>
            <a:endParaRPr lang="en-GB" sz="1000">
              <a:solidFill>
                <a:schemeClr val="tx1"/>
              </a:solidFill>
              <a:ea typeface="+mn-lt"/>
              <a:cs typeface="+mn-lt"/>
            </a:endParaRPr>
          </a:p>
          <a:p>
            <a:pPr marL="171450" indent="-171450" algn="ctr">
              <a:buFont typeface="Arial" panose="020B0604020202020204" pitchFamily="34" charset="0"/>
              <a:buChar char="•"/>
            </a:pPr>
            <a:r>
              <a:rPr lang="en-GB" sz="1000">
                <a:solidFill>
                  <a:schemeClr val="tx1"/>
                </a:solidFill>
                <a:ea typeface="+mn-lt"/>
                <a:cs typeface="+mn-lt"/>
              </a:rPr>
              <a:t>A ~+10pp ROE, +3pp ROIC and +19–27pp EBITDA margin premium versus peers underscores a structural profitability gap driven by operating leverage and higher club utilization. We therefore believe SATS merits a valuation premium, contingent on sustained utilization and cost discipline.</a:t>
            </a:r>
          </a:p>
        </p:txBody>
      </p:sp>
      <p:sp>
        <p:nvSpPr>
          <p:cNvPr id="49" name="Text Placeholder 14">
            <a:extLst>
              <a:ext uri="{FF2B5EF4-FFF2-40B4-BE49-F238E27FC236}">
                <a16:creationId xmlns:a16="http://schemas.microsoft.com/office/drawing/2014/main" id="{A85F5F81-69D6-0576-E5FC-3FC54C9DA77D}"/>
              </a:ext>
            </a:extLst>
          </p:cNvPr>
          <p:cNvSpPr txBox="1">
            <a:spLocks/>
          </p:cNvSpPr>
          <p:nvPr/>
        </p:nvSpPr>
        <p:spPr>
          <a:xfrm>
            <a:off x="457358" y="5217903"/>
            <a:ext cx="3087590" cy="192252"/>
          </a:xfrm>
          <a:prstGeom prst="rect">
            <a:avLst/>
          </a:prstGeom>
        </p:spPr>
        <p:txBody>
          <a:bodyPr vert="horz" lIns="0" tIns="0" rIns="0" bIns="0" rtlCol="0" anchor="t">
            <a:normAutofit/>
          </a:bodyPr>
          <a:lstStyle>
            <a:lvl1pPr marL="0" indent="0" algn="l" defTabSz="742950" rtl="0" eaLnBrk="1" latinLnBrk="0" hangingPunct="1">
              <a:lnSpc>
                <a:spcPct val="110000"/>
              </a:lnSpc>
              <a:spcBef>
                <a:spcPts val="200"/>
              </a:spcBef>
              <a:spcAft>
                <a:spcPts val="300"/>
              </a:spcAft>
              <a:buClr>
                <a:schemeClr val="tx2"/>
              </a:buClr>
              <a:buSzPct val="125000"/>
              <a:buFont typeface="Arial" panose="020B0604020202020204" pitchFamily="34" charset="0"/>
              <a:buNone/>
              <a:defRPr sz="1400" b="0" i="0" kern="1200" baseline="0">
                <a:solidFill>
                  <a:schemeClr val="tx2"/>
                </a:solidFill>
                <a:latin typeface="+mn-lt"/>
                <a:ea typeface="+mn-ea"/>
                <a:cs typeface="Segoe UI Historic" panose="020B0502040204020203" pitchFamily="34" charset="0"/>
              </a:defRPr>
            </a:lvl1pPr>
            <a:lvl2pPr marL="161929" indent="0" algn="l" defTabSz="742950" rtl="0" eaLnBrk="1" latinLnBrk="0" hangingPunct="1">
              <a:lnSpc>
                <a:spcPct val="110000"/>
              </a:lnSpc>
              <a:spcBef>
                <a:spcPts val="200"/>
              </a:spcBef>
              <a:spcAft>
                <a:spcPts val="300"/>
              </a:spcAft>
              <a:buFont typeface="Courier New" panose="02070309020205020404" pitchFamily="49" charset="0"/>
              <a:buNone/>
              <a:defRPr sz="1100" kern="1200">
                <a:solidFill>
                  <a:schemeClr val="tx1"/>
                </a:solidFill>
                <a:latin typeface="+mn-lt"/>
                <a:ea typeface="+mn-ea"/>
                <a:cs typeface="+mn-cs"/>
              </a:defRPr>
            </a:lvl2pPr>
            <a:lvl3pPr marL="333383" indent="0" algn="l" defTabSz="742950" rtl="0" eaLnBrk="1" latinLnBrk="0" hangingPunct="1">
              <a:lnSpc>
                <a:spcPct val="110000"/>
              </a:lnSpc>
              <a:spcBef>
                <a:spcPts val="200"/>
              </a:spcBef>
              <a:spcAft>
                <a:spcPts val="200"/>
              </a:spcAft>
              <a:buFont typeface="Courier New" panose="02070309020205020404" pitchFamily="49" charset="0"/>
              <a:buNone/>
              <a:defRPr sz="1000" kern="1200">
                <a:solidFill>
                  <a:schemeClr val="tx1"/>
                </a:solidFill>
                <a:latin typeface="+mn-lt"/>
                <a:ea typeface="+mn-ea"/>
                <a:cs typeface="+mn-cs"/>
              </a:defRPr>
            </a:lvl3pPr>
            <a:lvl4pPr marL="476262" indent="0" algn="l" defTabSz="742950" rtl="0" eaLnBrk="1" latinLnBrk="0" hangingPunct="1">
              <a:lnSpc>
                <a:spcPct val="110000"/>
              </a:lnSpc>
              <a:spcBef>
                <a:spcPts val="200"/>
              </a:spcBef>
              <a:spcAft>
                <a:spcPts val="200"/>
              </a:spcAft>
              <a:buFont typeface="Courier New" panose="02070309020205020404" pitchFamily="49" charset="0"/>
              <a:buNone/>
              <a:defRPr sz="900" kern="1200">
                <a:solidFill>
                  <a:schemeClr val="tx1"/>
                </a:solidFill>
                <a:latin typeface="+mn-lt"/>
                <a:ea typeface="+mn-ea"/>
                <a:cs typeface="+mn-cs"/>
              </a:defRPr>
            </a:lvl4pPr>
            <a:lvl5pPr marL="666017" indent="0" algn="l" defTabSz="742950" rtl="0" eaLnBrk="1" latinLnBrk="0" hangingPunct="1">
              <a:lnSpc>
                <a:spcPct val="110000"/>
              </a:lnSpc>
              <a:spcBef>
                <a:spcPts val="200"/>
              </a:spcBef>
              <a:spcAft>
                <a:spcPts val="200"/>
              </a:spcAft>
              <a:buFont typeface="Courier New" panose="02070309020205020404" pitchFamily="49" charset="0"/>
              <a:buNone/>
              <a:defRPr sz="8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n-GB" sz="1200" b="1"/>
              <a:t>Commentary</a:t>
            </a:r>
          </a:p>
        </p:txBody>
      </p:sp>
    </p:spTree>
    <p:custDataLst>
      <p:tags r:id="rId1"/>
    </p:custDataLst>
    <p:extLst>
      <p:ext uri="{BB962C8B-B14F-4D97-AF65-F5344CB8AC3E}">
        <p14:creationId xmlns:p14="http://schemas.microsoft.com/office/powerpoint/2010/main" val="15254096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RUNT-HP-3USE1R" val="uBEAA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GRUNT-PAGE" val="449a316e-2629-45fb-b07d-6318bec27a7d"/>
</p:tagLst>
</file>

<file path=ppt/tags/tag4.xml><?xml version="1.0" encoding="utf-8"?>
<p:tagLst xmlns:a="http://schemas.openxmlformats.org/drawingml/2006/main" xmlns:r="http://schemas.openxmlformats.org/officeDocument/2006/relationships" xmlns:p="http://schemas.openxmlformats.org/presentationml/2006/main">
  <p:tag name="GRUNT-PAGEOBJECT" val="0a74d767-fd36-4290-8ca5-96638227ecb3"/>
  <p:tag name="GRUNT-X-RESOURCES" val="AQIFBAQEAgEA"/>
  <p:tag name="GRUNT-VERSION" val="20.26.1.0"/>
  <p:tag name="GRUNT-VERSION-2" val="2026.1-r4-6060"/>
  <p:tag name="GRUNT-X-SHAPEBOUNDS" val="ASIBBAAAAOBWD1dAAAAAoHa1akAAAABgsCt1QAAAAIA9Kk5AAA=="/>
  <p:tag name="GRUNT-RENDERHASH" val="79e613a97a519ffc798c159615a28169-svg"/>
  <p:tag name="GRUNT-X-PAGEOBJECT" val="AQUC/RwKOEFsdHVhLk9hay5Db3JlLkRvY3VtZW50TW9kZWwuVGFibGVPYmplY3QsIEFsdHVhLk9hay5Db3JlBQJUBBIEEGfXdAo2/ZBCjKWWY4In7LMMEgQQAAAAAAAAAAAAAAAAAAAAABUNBCUVBi0cNSA9JQpVLGUwbTRwAHwSBBAAAAAAAAAAAAAAAAAAAAAAhQE4ElBBbHR1YS5PYWsuQ29yZS5Eb2N1bWVudE1vZGVsLlRlbXBsYXRpbmcuQ3VzdG9tUG9zaXRpb25EZWZpbml0aW9uLCBBbHR1YS5PYWsuQ29yZQ0EJAQiAQQoUFLeVg9XQNJP/p52tWpADPbPW7CrdEC4wAa09xZFQBovQWx0dWEuT2FrLkNvcmUuVGFibGVzLlN0cnVjdHVyZSwgQWx0dWEuT2FrLkNvcmUVBgYVPB1ALUQcAgVIIAQEAgVMKkpBbHR1YS5PYWsuQ29yZS5Nb2RpZmljYXRpb24uU3R5bGluZy5TdGF0aWNUYWJsZU9iamVjdFN0eWxlLCBBbHR1YS5PYWsuQ29yZSUKEzVQRVRNWFVcXWBlZG1odWyFAXAsEgV0DAVlbi1HQhV4HAVlbi1HQjACBXw0RAQUN3lqOGIzdzBnOWZvbjcyZzh3bjQMFDd5ajg4MWFjMjRxZG1zeTUzMGZ6FBQ3eWo4ODFhYTJybWdldTZrbTh2axkAOAYFgAENhAE8CgWIAR0AJQAtjAFACgWQAR0AJQAtlAFEAwWYAUgATBQBBp0BKKUBKq0BLLUBLr0BMMUBMlAFBAMFzAFUBQQDBdABWAUEAwXUAVwFBAMF2AFgBQQDBdwBZAUEAwXgAWgFBAMF5AFsBQQDBegBcAMF7AF0CgQBLgwBLBQCwqN4CQQFZW4tR0IIAXwBDoABBwgIEAYd8AGEAQMF9AGIAQL4AYwBTBIEEA5ZX6XAP4ZanZ4sQI7OcgASBBAWpIetM/NIUpgyA3nl70EKEgQQABQq0Jf4SFuKtCr469KkvRIEEK/MyfpxGqNbsJWXDijeNzSQAQL8AZQBJhIEED3E/FNka8Nbk+VJ3JK2L6YSBBBdvcd9/qJiUJ6EZIDmR+kvmAEBYKIBREFsdHVhLk9hay5Db3JlLk1vZGlmaWNhdGlvbi5Nb2RpZmllcnMuTWFyZ2luTW9kaWZpZXIsIEFsdHVhLk9hay5Db3JlnQEoBgWAAhWEAqoBREFsdHVhLk9hay5Db3JlLk1vZGlmaWNhdGlvbi5Nb2RpZmllcnMuQm9yZGVyTW9kaWZpZXIsIEFsdHVhLk9hay5Db3JlpQEqFgWIAhMAAAAAAADgPx2MAiWQAi2VAkayAU1BbHR1YS5PYWsuQ29yZS5Nb2RpZmljYXRpb24uTW9kaWZpZXJzLkZpbGxBbHRlcm5hdGluZ01vZGlmaWVyLCBBbHR1YS5PYWsuQ29yZa0BLBAFnAIIASWgAi2lAko1rQJGugFHQWx0dWEuT2FrLkNvcmUuTW9kaWZpY2F0aW9uLk1vZGlmaWVycy5BbGlnbm1lbnRNb2RpZmllciwgQWx0dWEuT2FrLkNvcmW1AS4JBbACDbQCFbgCwgFMQWx0dWEuT2FrLkNvcmUuTW9kaWZpY2F0aW9uLk1vZGlmaWVycy5DaGFyYWN0ZXJTdHlsZU1vZGlmaWVyLCBBbHR1YS5PYWsuQ29yZb0BMA8FvAIdwAIlxAItyAI1zALKAUVBbHR1YS5PYWsuQ29yZS5Nb2RpZmljYXRpb24uTW9kaWZpZXJzLkNoZXZyb25Nb2RpZmllciwgQWx0dWEuT2FrLkNvcmXFATIsBdACFdQCJdgCLdwCQQBN4AJV5AJd6AJjAAAAAAAAAABt7AJ18AJ99AKAAQDMAQIBANABAgEA1AECAQDYAQQBAfgC3AECAQDgAQIBAOQBAgEA6AEEAQH8AuwBAPABOQMBgAMBhAMBAxMjMSBDb21wYW55IE92ZXJ2aWV3AQAAAAAAAQAAAAAAAAAAADRA/x8BAAAAAAAAAPQBAPgBPQQSBBAd3hvlaomAXrCntLVVAiBPDBIEEHsCxojCAx1Gqww+rlO2KXUUCwACCwAAAAAAAPA/IAA0AQA8AQH8AT0EEgQQ1ROlkEZaclqZLZw1RXIV9AwSBBADUds3lAJ8R5ZzDBYcqM4AFAsAAQsK16NwPSpOQCABNAEAPAEBgAIlBBIEEIsm4ly940hAg6twba3CKqEMAwWIAxQDBYwDGQEgBC2QA4QCJgQiAQQAAAAAAAAgQAAAAAAAACBAAAAAAAAAIEAAAAAAAAAgQAgCiAIlBBIEEAx8LQ9ct+VCmr4dxZAH9VsMAwWUAxQDBZgDGQEgAS2cA4wCDAEACQARABkAIQApAZACBQQDBaADmgI3QWx0dWEuT2FrLkNvcmUuVGhlbWluZy5QYWdlQ29sb3JQb2ludGVyLCBBbHR1YS5PYWsuQ29yZZUCRgQAAQgDnAIlBBIEECFQK6RFZKlEtITGSnUEs+4MAwWkAxQDBagDGQEgAS2sA6ACBQQDBbADqgIzQWx0dWEuT2FrLkNvcmUuVGhlbWluZy5Db2xvclBvaW50ZXIsIEFsdHVhLk9hay5Db3JlpQJKAAAAAK0CRgQAAQgBsAIlBBIEEEcQGvCGlVtLq90Nc32u7cYMAwW0AxQDBbgDGQEgBC28A7QCBAABCAS4AgQAAAgCvAIlBBIEEO0S3Sqn8PFPk6hYW+sNh8EMAwXAAxQDBcQDGQEgBC3IA8ACCwMAAAAAAAAoQAgExAINBAkAkAMIAhEAGQAIAsgCDQQJBAdDYWxpYnJpCATMAgYFzQNGCALQAiUEEgQQh2zuBpCn1E6tNczSwMSTSQwDBdADFAMF1AMZASABLdgD1AILAwAAAAAAAChACALYAgsDAAAAAACAVkAIAdwCCwMAAAAAAABUQAgB4AImBCIBBAAAAAAAABBAAAAAAAAAFEAAAAAAAAAQQAAAAAAAABRACATkAgQAAQgE6AIEAAEIBOwCDBXcAx3gAyXkAy3oA/ACBgXtA0YIAvQCBgXxA0oIBPgCCQX1A34N/QOAAfwCCQWFBH4NiQSDAYADApAEhAMClASIAwYBAZkEhwGMAwIBAJADCwQHRGVmYXVsdAgBlAMGAQGhBIcBmAMCAQCcAwsEB0RlZmF1bHQIAaADBAECAQCkAwYBAaUEigGoAwYBAa0EhwGsAwsEB0RlZmF1bHQIAbADBAECAQq0AwYBAbEEhwG4AwIBALwDCwQHRGVmYXVsdAgBwAMGAQG1BIoBxAMCAQDIAwsEB0RlZmF1bHQIAc0DRgQAAQgF0AMGAQG5BIcB1AMGAQG9BIoB2AMLBAdEZWZhdWx0CAHcAwsDAAAAAAAANEAIAuADDQQJAJADCAARABkACALkAxEEDQQLX19yZXNvbHZlX18IBOgDBgXBBEoIBO0DRgQABAgA8QNKAAAA//oDWkFsdHVhLk9hay5Db3JlLk1vZGlmaWNhdGlvbi5TdHlsaW5nLlRleHRJblNwZWNpZmljQ2VsbHNDdXN0b21pemF0aW9uVGFyZ2V0LCBBbHR1YS5PYWsuQ29yZfUDfgMFxASCBERBbHR1YS5PYWsuQ29yZS5TeW50YXhTdHJ1Y3R1cmUuRm9udFNpemVGcm9tRGF0YVZhbHVlLCBBbHR1YS5PYWsuQ29yZf0DgAEAhQR+AwXIBI4ESkFsdHVhLk9hay5Db3JlLlN5bnRheFN0cnVjdHVyZS5BY3R1YWxQYXJhZ3JhcGhTcGFjaW5nVmFsdWUsIEFsdHVhLk9hay5Db3JliQSDAQkDAAAAAAAAGECQBBoEEgQQewLGiMIDHUarDD6uU7YpdQwCQzIZAZQEGgQSBBADUds3lAJ8R5ZzDBYcqM4ADAJSMRkBngQ+QWx0dWEuT2FrLkNvcmUuRmlsdGVyaW5nLkZpbHRlcnMuUm93VHlwZUZpbHRlciwgQWx0dWEuT2FrLkNvcmWZBIcBBQXMBAgAoQSHAQUF0AQIAKoEQUFsdHVhLk9hay5Db3JlLkZpbHRlcmluZy5GaWx0ZXJzLkNvbHVtblR5cGVGaWx0ZXIsIEFsdHVhLk9hay5Db3JlpQSKAQUF1AQIAK0EhwEFBdgECAGxBIcBBQXcBAgAtQSKAQUF4AQIAbkEhwEFBeQECAG9BIoBBQXoBAgBwQRKAAAA/8QEKSgEEgQQHd4b5WqJgF6wp7S1VQIgTwwSBBDVE6WQRlpyWpktnDVFchX0yATIAigEEgQQFqSHrTPzSFKYMgN55e9BCgwSBBA9xPxTZGvDW5PlSdySti+mKAQSBBAWpIetM/NIUpgyA3nl70EKDBIEEF29x33+omJQnoRkgOZH6S8oBBIEEAAUKtCX+EhbirQq+OvSpL0MEgQQPcT8U2Rrw1uT5UnckrYvpigEEgQQABQq0Jf4SFuKtCr469KkvQwSBBBdvcd9/qJiUJ6EZIDmR+kvKAQSBBAd3hvlaomAXrCntLVVAiBPDBIEED3E/FNka8Nbk+VJ3JK2L6YoBBIEEB3eG+VqiYBesKe0tVUCIE8MEgQQXb3Hff6iYlCehGSA5kfpLygEEgQQr8zJ+nEao1uwlZcOKN43NAwSBBA9xPxTZGvDW5PlSdySti+mKAQSBBCvzMn6cRqjW7CVlw4o3jc0DBIEEF29x33+omJQnoRkgOZH6S/MBBQEEgQQ8LSYdjoAUk2PBBgJymMEPdAEFAQSBBA7urIH8nw8SKzfOUCqSALE1AQUBBIEEEjfk9q7Q0VAg4XRwImnf9PYBBQEEgQQ4RoKCgnVMUSy4iYXg+SWstwEFAQSBBB2D3FlirgBRKFBjywvhy0l4AQUBBIEEDe6/M+mBn5PmVNjuUyObFzkBBQEEgQQaLkrpee8dkyhGUBTuzfqq+gEFAQSBBCfwyGNoou6Sa1RBBY+9PxQ"/>
  <p:tag name="GRUNT-SYNC" val="fca59787a47c48358881777ba9d1cb47"/>
</p:tagLst>
</file>

<file path=ppt/tags/tag5.xml><?xml version="1.0" encoding="utf-8"?>
<p:tagLst xmlns:a="http://schemas.openxmlformats.org/drawingml/2006/main" xmlns:r="http://schemas.openxmlformats.org/officeDocument/2006/relationships" xmlns:p="http://schemas.openxmlformats.org/presentationml/2006/main">
  <p:tag name="GRUNT-PAGEOBJECT" val="0a74d767-fd36-4290-8ca5-96638227ecb3"/>
  <p:tag name="GRUNT-X-RESOURCES" val="AQIFBAQEAgEA"/>
  <p:tag name="GRUNT-VERSION" val="20.26.1.0"/>
  <p:tag name="GRUNT-VERSION-2" val="2026.1-r4-6060"/>
  <p:tag name="GRUNT-RENDERHASH" val="24bba081b4727a261dab70e5c08bb3e5-svg"/>
  <p:tag name="GRUNT-X-SHAPEBOUNDS" val="ASIBBAAAAOBWD1dAAAAAAAMgcUAAAABgsCt1QAAAAAAAgEtAAA=="/>
  <p:tag name="GRUNT-X-PAGEOBJECT" val="AQUC7RsKOEFsdHVhLk9hay5Db3JlLkRvY3VtZW50TW9kZWwuVGFibGVPYmplY3QsIEFsdHVhLk9hay5Db3JlBQJUBBIEEGfcn4pe2NlNrIROkOvhuEsMEgQQAAAAAAAAAAAAAAAAAAAAABUNBCUVBi0cNSA9JQpVLGUwbTRwAHwSBBAAAAAAAAAAAAAAAAAAAAAAhQE4ElBBbHR1YS5PYWsuQ29yZS5Eb2N1bWVudE1vZGVsLlRlbXBsYXRpbmcuQ3VzdG9tUG9zaXRpb25EZWZpbml0aW9uLCBBbHR1YS5PYWsuQ29yZQ0EJAQiAQQoUFLeVg9XQMqik/0CIHFADPbPW7CrdECw6WIT6P9IQBovQWx0dWEuT2FrLkNvcmUuVGFibGVzLlN0cnVjdHVyZSwgQWx0dWEuT2FrLkNvcmUVBgYVPB1ALUQcAgVIIAQEAgVMKkpBbHR1YS5PYWsuQ29yZS5Nb2RpZmljYXRpb24uU3R5bGluZy5TdGF0aWNUYWJsZU9iamVjdFN0eWxlLCBBbHR1YS5PYWsuQ29yZSUKEzVQRVRNWFVcXWBlZG1odWyFAXAsEgV0DAVlbi1HQhV4HAVlbi1HQjACBXw0RAQUN3lqOGIzdzBnOWZvbjcyZzh3bjQMFDd5ajg4MWFjMjRxZG1zeTUzMGZ6FBQ3eWo4ODFhYTJybWdldTZrbTh2axkAOAYFgAENhAE8CgWIAR0AJQAtjAFACgWQAR0AJQAtlAFEAwWYAUgATBQBBp0BKKUBKq0BLLUBLr0BMMUBMlAFBAMFzAFUBQQDBdABWAUEAwXUAVwFBAMF2AFgBQQDBdwBZAUEAwXgAWgFBAMF5AFsBQQDBegBcAMF7AF0CgQBLgwBLBQCwqN4CQQFZW4tR0IIAXwBDoABBwgIEAYd8AGEAQMF9AGIAQL4AYwBTBIEEA5ZX6XAP4ZanZ4sQI7OcgASBBAWpIetM/NIUpgyA3nl70EKEgQQABQq0Jf4SFuKtCr469KkvRIEEK/MyfpxGqNbsJWXDijeNzSQAQL8AZQBJhIEED3E/FNka8Nbk+VJ3JK2L6YSBBBdvcd9/qJiUJ6EZIDmR+kvmAEBYKIBREFsdHVhLk9hay5Db3JlLk1vZGlmaWNhdGlvbi5Nb2RpZmllcnMuTWFyZ2luTW9kaWZpZXIsIEFsdHVhLk9hay5Db3JlnQEoBgWAAhWEAqoBREFsdHVhLk9hay5Db3JlLk1vZGlmaWNhdGlvbi5Nb2RpZmllcnMuQm9yZGVyTW9kaWZpZXIsIEFsdHVhLk9hay5Db3JlpQEqFgWIAhMAAAAAAADgPx2MAiWQAi2VAkayAU1BbHR1YS5PYWsuQ29yZS5Nb2RpZmljYXRpb24uTW9kaWZpZXJzLkZpbGxBbHRlcm5hdGluZ01vZGlmaWVyLCBBbHR1YS5PYWsuQ29yZa0BLBAFnAIIASWgAi2lAko1rQJGugFHQWx0dWEuT2FrLkNvcmUuTW9kaWZpY2F0aW9uLk1vZGlmaWVycy5BbGlnbm1lbnRNb2RpZmllciwgQWx0dWEuT2FrLkNvcmW1AS4JBbACDbQCFbgCwgFMQWx0dWEuT2FrLkNvcmUuTW9kaWZpY2F0aW9uLk1vZGlmaWVycy5DaGFyYWN0ZXJTdHlsZU1vZGlmaWVyLCBBbHR1YS5PYWsuQ29yZb0BMA8FvAIdwAIlxAItyAI1zALKAUVBbHR1YS5PYWsuQ29yZS5Nb2RpZmljYXRpb24uTW9kaWZpZXJzLkNoZXZyb25Nb2RpZmllciwgQWx0dWEuT2FrLkNvcmXFATIsBdACFdQCJdgCLdwCQQBN4AJV5AJd6AJjAAAAAAAAAABt7AJ18AJ99AKAAQDMAQIBANABAgEA1AECAQDYAQIBANwBAgEA4AECAQDkAQIBAOgBBAEB+ALsAQDwATgDAfwCAYADAQMSIzIgTWFya2V0IE92ZXJ2aWV3AQAAAAAAAQAAAAAAAAAAAPj//x8BAAAAAAAAAPQBAPgBPQQSBBAd3hvlaomAXrCntLVVAiBPDBIEEHsCxojCAx1Gqww+rlO2KXUUCwACCwAAAAAAAPA/IAA0AQA8AQH8AT0EEgQQ1ROlkEZaclqZLZw1RXIV9AwSBBADUds3lAJ8R5ZzDBYcqM4AFAsAAQsAAAAAAIBLQCABNAEAPAEBgAIlBBIEEHNNShKGPUpFqMH8gz9sf3MMAwWEAxQDBYgDGQEgBC2MA4QCJgQiAQQAAAAAAAAgQAAAAAAAACBAAAAAAAAAIEAAAAAAAAAgQAgCiAIlBBIEEKfaAv58Ob1HlkMP/dbFVJUMAwWQAxQDBZQDGQEgAS2YA4wCDAEACQARABkAIQApAZACBQQDBZwDmgI3QWx0dWEuT2FrLkNvcmUuVGhlbWluZy5QYWdlQ29sb3JQb2ludGVyLCBBbHR1YS5PYWsuQ29yZZUCRgQAAQgDnAIlBBIEEGrThUrHyH9Kh6jY6KDurWQMAwWgAxQDBaQDGQEgAS2oA6ACBQQDBawDqgIzQWx0dWEuT2FrLkNvcmUuVGhlbWluZy5Db2xvclBvaW50ZXIsIEFsdHVhLk9hay5Db3JlpQJKAAAAAK0CRgQAAQgBsAIlBBIEEKjqBqQWC8ZLmq40xB4vPGcMAwWwAxQDBbQDGQEgBC24A7QCBAABCAS4AgQAAAgCvAIlBBIEEHXgfd2rPpRLuvvVbvlP9KAMAwW8AxQDBcADGQEgBC3EA8ACCwMAAAAAAAAoQAgExAINBAkAkAMIAhEAGQAIAsgCDQQJBAdDYWxpYnJpCATMAgYFyQNGCALQAiUEEgQQO9ErWykbmUGtEfZW44K/oQwDBcwDFAMF0AMZASABLdQD1AILAwAAAAAAAChACALYAgsDAAAAAACAVkAIAdwCCwMAAAAAAABUQAgB4AImBCIBBAAAAAAAABBAAAAAAAAAFEAAAAAAAAAQQAAAAAAAABRACATkAgQAAQgE6AIEAAEIBOwCDBXYAx3cAyXgAy3kA/ACBgXpA0YIAvQCBgXtA0oIBPgCCAXxA30N+QN//AICgASAAwKEBIQDBgEBiQSDAYgDAgEAjAMLBAdEZWZhdWx0CAGQAwYBAZEEgwGUAwIBAJgDCwQHRGVmYXVsdAgBnAMEAQIBAKADBgEBlQSGAaQDBgEBnQSDAagDCwQHRGVmYXVsdAgBrAMEAQIBCrADBgEBoQSDAbQDAgEAuAMLBAdEZWZhdWx0CAG8AwYBAaUEhgHAAwIBAMQDCwQHRGVmYXVsdAgByQNGBAABCAXMAwYBAakEgwHQAwYBAa0EhgHUAwsEB0RlZmF1bHQIAdgDCwMAAAAAAAA0QAgC3AMNBAkAkAMIABEAGQAIAuADEQQNBAtfX3Jlc29sdmVfXwgE5AMGBbEESggE6QNGBAAECADtA0oAAAD/9gNaQWx0dWEuT2FrLkNvcmUuTW9kaWZpY2F0aW9uLlN0eWxpbmcuVGV4dEluU3BlY2lmaWNDZWxsc0N1c3RvbWl6YXRpb25UYXJnZXQsIEFsdHVhLk9hay5Db3Jl8QN9AwW0BP4DSkFsdHVhLk9hay5Db3JlLlN5bnRheFN0cnVjdHVyZS5BY3R1YWxQYXJhZ3JhcGhTcGFjaW5nVmFsdWUsIEFsdHVhLk9hay5Db3Jl+QN/CQMAAAAAAAAYQIAEGgQSBBB7AsaIwgMdRqsMPq5Ttil1DAJDMhkBhAQaBBIEEANR2zeUAnxHlnMMFhyozgAMAlIxGQGOBD5BbHR1YS5PYWsuQ29yZS5GaWx0ZXJpbmcuRmlsdGVycy5Sb3dUeXBlRmlsdGVyLCBBbHR1YS5PYWsuQ29yZYkEgwEFBbgECACRBIMBBQW8BAgAmgRBQWx0dWEuT2FrLkNvcmUuRmlsdGVyaW5nLkZpbHRlcnMuQ29sdW1uVHlwZUZpbHRlciwgQWx0dWEuT2FrLkNvcmWVBIYBBQXABAgAnQSDAQUFxAQIAaEEgwEFBcgECAClBIYBBQXMBAgBqQSDAQUF0AQIAa0EhgEFBdQECAGxBEoAAAD/tATIAigEEgQQFqSHrTPzSFKYMgN55e9BCgwSBBA9xPxTZGvDW5PlSdySti+mKAQSBBAWpIetM/NIUpgyA3nl70EKDBIEEF29x33+omJQnoRkgOZH6S8oBBIEEAAUKtCX+EhbirQq+OvSpL0MEgQQPcT8U2Rrw1uT5UnckrYvpigEEgQQABQq0Jf4SFuKtCr469KkvQwSBBBdvcd9/qJiUJ6EZIDmR+kvKAQSBBAd3hvlaomAXrCntLVVAiBPDBIEED3E/FNka8Nbk+VJ3JK2L6YoBBIEEB3eG+VqiYBesKe0tVUCIE8MEgQQXb3Hff6iYlCehGSA5kfpLygEEgQQr8zJ+nEao1uwlZcOKN43NAwSBBA9xPxTZGvDW5PlSdySti+mKAQSBBCvzMn6cRqjW7CVlw4o3jc0DBIEEF29x33+omJQnoRkgOZH6S+4BBQEEgQQ9eqABnif3UeDEI2wrnqgLbwEFAQSBBCUyRp2KXdUQYpweIbvpsLZwAQUBBIEEDNjt24HrAZFmClbMvSDN1/EBBQEEgQQjbmL3vG6Kkef7fVf7IImBsgEFAQSBBDIYic7FFd1Ro65qGQxdTrhzAQUBBIEEPWNVpKhwwVFremrA8oAF0LQBBQEEgQQmJ7aNxd7NES31IT9m+V6idQEFAQSBBDFs/xkKM7gRqKQgljWd8WI"/>
  <p:tag name="GRUNT-SYNC" val="708fba83f6314454a4e4526bb8eba058"/>
</p:tagLst>
</file>

<file path=ppt/tags/tag6.xml><?xml version="1.0" encoding="utf-8"?>
<p:tagLst xmlns:a="http://schemas.openxmlformats.org/drawingml/2006/main" xmlns:r="http://schemas.openxmlformats.org/officeDocument/2006/relationships" xmlns:p="http://schemas.openxmlformats.org/presentationml/2006/main">
  <p:tag name="GRUNT-PAGEOBJECT" val="0a74d767-fd36-4290-8ca5-96638227ecb3"/>
  <p:tag name="GRUNT-X-RESOURCES" val="AQIFBAQEAgEA"/>
  <p:tag name="GRUNT-VERSION" val="20.26.1.0"/>
  <p:tag name="GRUNT-VERSION-2" val="2026.1-r4-6060"/>
  <p:tag name="GRUNT-RENDERHASH" val="fc3e81d4b1232ab10ce1b4fa55dbccb3-svg"/>
  <p:tag name="GRUNT-X-SHAPEBOUNDS" val="ASIBBAAAAOBWD1dAAAAAgEHldEAAAABgsCt1QAAAAAAAgEtAAA=="/>
  <p:tag name="GRUNT-X-PAGEOBJECT" val="AQUC9hsKOEFsdHVhLk9hay5Db3JlLkRvY3VtZW50TW9kZWwuVGFibGVPYmplY3QsIEFsdHVhLk9hay5Db3JlBQJUBBIEEMz0USLeKodIhZMeb8GhHZ0MEgQQAAAAAAAAAAAAAAAAAAAAABUNBCUVBi0cNSA9JQpVLGUwbTRwAHwSBBAAAAAAAAAAAAAAAAAAAAAAhQE4ElBBbHR1YS5PYWsuQ29yZS5Eb2N1bWVudE1vZGVsLlRlbXBsYXRpbmcuQ3VzdG9tUG9zaXRpb25EZWZpbml0aW9uLCBBbHR1YS5PYWsuQ29yZQ0EJAQiAQQoUFLeVg9XQJ2+/oVB5XRADPbPW7CrdEAYCwoQsBZFQBovQWx0dWEuT2FrLkNvcmUuVGFibGVzLlN0cnVjdHVyZSwgQWx0dWEuT2FrLkNvcmUVBgYVPB1ALUQcAgVIIAQEAgVMKkpBbHR1YS5PYWsuQ29yZS5Nb2RpZmljYXRpb24uU3R5bGluZy5TdGF0aWNUYWJsZU9iamVjdFN0eWxlLCBBbHR1YS5PYWsuQ29yZSUKEzVQRVRNWFVcXWBlZG1odWyFAXAsEgV0DAVlbi1HQhV4HAVlbi1HQjACBXw0RAQUN3lqOGIzdzBnOWZvbjcyZzh3bjQMFDd5ajg4MWFjMjRxZG1zeTUzMGZ6FBQ3eWo4ODFhYTJybWdldTZrbTh2axkAOAYFgAENhAE8CgWIAR0AJQAtjAFACgWQAR0AJQAtlAFEAwWYAUgATBQBBp0BKKUBKq0BLLUBLr0BMMUBMlAFBAMFzAFUBQQDBdABWAUEAwXUAVwFBAMF2AFgBQQDBdwBZAUEAwXgAWgFBAMF5AFsBQQDBegBcAMF7AF0CgQBLgwBLBQCwqN4CQQFZW4tR0IIAXwBDoABBwgIEAYd8AGEAQMF9AGIAQL4AYwBTBIEEA5ZX6XAP4ZanZ4sQI7OcgASBBAWpIetM/NIUpgyA3nl70EKEgQQABQq0Jf4SFuKtCr469KkvRIEEK/MyfpxGqNbsJWXDijeNzSQAQL8AZQBJhIEED3E/FNka8Nbk+VJ3JK2L6YSBBBdvcd9/qJiUJ6EZIDmR+kvmAEBYKIBREFsdHVhLk9hay5Db3JlLk1vZGlmaWNhdGlvbi5Nb2RpZmllcnMuTWFyZ2luTW9kaWZpZXIsIEFsdHVhLk9hay5Db3JlnQEoBgWAAhWEAqoBREFsdHVhLk9hay5Db3JlLk1vZGlmaWNhdGlvbi5Nb2RpZmllcnMuQm9yZGVyTW9kaWZpZXIsIEFsdHVhLk9hay5Db3JlpQEqFgWIAhMAAAAAAADgPx2MAiWQAi2VAkayAU1BbHR1YS5PYWsuQ29yZS5Nb2RpZmljYXRpb24uTW9kaWZpZXJzLkZpbGxBbHRlcm5hdGluZ01vZGlmaWVyLCBBbHR1YS5PYWsuQ29yZa0BLBAFnAIIASWgAi2lAko1rQJGugFHQWx0dWEuT2FrLkNvcmUuTW9kaWZpY2F0aW9uLk1vZGlmaWVycy5BbGlnbm1lbnRNb2RpZmllciwgQWx0dWEuT2FrLkNvcmW1AS4JBbACDbQCFbgCwgFMQWx0dWEuT2FrLkNvcmUuTW9kaWZpY2F0aW9uLk1vZGlmaWVycy5DaGFyYWN0ZXJTdHlsZU1vZGlmaWVyLCBBbHR1YS5PYWsuQ29yZb0BMA8FvAIdwAIlxAItyAI1zALKAUVBbHR1YS5PYWsuQ29yZS5Nb2RpZmljYXRpb24uTW9kaWZpZXJzLkNoZXZyb25Nb2RpZmllciwgQWx0dWEuT2FrLkNvcmXFATIsBdACFdQCJdgCLdwCQQBN4AJV5AJd6AJjAAAAAAAAAABt7AJ18AJ99AKAAQDMAQIBANABAgEA1AECAQDYAQIBANwBAgEA4AECAQDkAQIBAOgBBAEB+ALsAQDwAUEDAfwCAYADAQMbIzMgRmluYW5jaWFscyBhbmQgRXN0aW1hdGVzAQAAAAAAAQAAAAAAAAAAAPj//x8BAAAAAAAAAPQBAPgBPQQSBBAd3hvlaomAXrCntLVVAiBPDBIEEHsCxojCAx1Gqww+rlO2KXUUCwACCwAAAAAAAPA/IAA0AQA8AQH8AT0EEgQQ1ROlkEZaclqZLZw1RXIV9AwSBBADUds3lAJ8R5ZzDBYcqM4AFAsAAQsAAAAAAIBLQCABNAEAPAEBgAIlBBIEEMe+0LuJ33VKvtiDmmNWsJYMAwWEAxQDBYgDGQEgBC2MA4QCJgQiAQQAAAAAAAAgQAAAAAAAACBAAAAAAAAAIEAAAAAAAAAgQAgCiAIlBBIEEJ4SIzH0SA1Pp64v4wXNUB4MAwWQAxQDBZQDGQEgAS2YA4wCDAEACQARABkAIQApAZACBQQDBZwDmgI3QWx0dWEuT2FrLkNvcmUuVGhlbWluZy5QYWdlQ29sb3JQb2ludGVyLCBBbHR1YS5PYWsuQ29yZZUCRgQAAQgDnAIlBBIEEEYl1FhyFeFEsY2is4hl0X0MAwWgAxQDBaQDGQEgAS2oA6ACBQQDBawDqgIzQWx0dWEuT2FrLkNvcmUuVGhlbWluZy5Db2xvclBvaW50ZXIsIEFsdHVhLk9hay5Db3JlpQJKAAAAAK0CRgQAAQgBsAIlBBIEEFI+Uv0TwldInsi+cJfCbIkMAwWwAxQDBbQDGQEgBC24A7QCBAABCAS4AgQAAAgCvAIlBBIEEJWwbRCMMzlDmlPZQRMcXCkMAwW8AxQDBcADGQEgBC3EA8ACCwMAAAAAAAAoQAgExAINBAkAkAMIAhEAGQAIAsgCDQQJBAdDYWxpYnJpCATMAgYFyQNGCALQAiUEEgQQGWaZOXnMg0K2dMYO0vCEvwwDBcwDFAMF0AMZASABLdQD1AILAwAAAAAAAChACALYAgsDAAAAAACAVkAIAdwCCwMAAAAAAABUQAgB4AImBCIBBAAAAAAAABBAAAAAAAAAFEAAAAAAAAAQQAAAAAAAABRACATkAgQAAQgE6AIEAAEIBOwCDBXYAx3cAyXgAy3kA/ACBgXpA0YIAvQCBgXtA0oIBPgCCAXxA30N+QN//AICgASAAwKEBIQDBgEBiQSDAYgDAgEAjAMLBAdEZWZhdWx0CAGQAwYBAZEEgwGUAwIBAJgDCwQHRGVmYXVsdAgBnAMEAQIBAKADBgEBlQSGAaQDBgEBnQSDAagDCwQHRGVmYXVsdAgBrAMEAQIBCrADBgEBoQSDAbQDAgEAuAMLBAdEZWZhdWx0CAG8AwYBAaUEhgHAAwIBAMQDCwQHRGVmYXVsdAgByQNGBAABCAXMAwYBAakEgwHQAwYBAa0EhgHUAwsEB0RlZmF1bHQIAdgDCwMAAAAAAAA0QAgC3AMNBAkAkAMIABEAGQAIAuADEQQNBAtfX3Jlc29sdmVfXwgE5AMGBbEESggE6QNGBAAECADtA0oAAAD/9gNaQWx0dWEuT2FrLkNvcmUuTW9kaWZpY2F0aW9uLlN0eWxpbmcuVGV4dEluU3BlY2lmaWNDZWxsc0N1c3RvbWl6YXRpb25UYXJnZXQsIEFsdHVhLk9hay5Db3Jl8QN9AwW0BP4DSkFsdHVhLk9hay5Db3JlLlN5bnRheFN0cnVjdHVyZS5BY3R1YWxQYXJhZ3JhcGhTcGFjaW5nVmFsdWUsIEFsdHVhLk9hay5Db3Jl+QN/CQMAAAAAAAAYQIAEGgQSBBB7AsaIwgMdRqsMPq5Ttil1DAJDMhkBhAQaBBIEEANR2zeUAnxHlnMMFhyozgAMAlIxGQGOBD5BbHR1YS5PYWsuQ29yZS5GaWx0ZXJpbmcuRmlsdGVycy5Sb3dUeXBlRmlsdGVyLCBBbHR1YS5PYWsuQ29yZYkEgwEFBbgECACRBIMBBQW8BAgAmgRBQWx0dWEuT2FrLkNvcmUuRmlsdGVyaW5nLkZpbHRlcnMuQ29sdW1uVHlwZUZpbHRlciwgQWx0dWEuT2FrLkNvcmWVBIYBBQXABAgAnQSDAQUFxAQIAaEEgwEFBcgECAClBIYBBQXMBAgBqQSDAQUF0AQIAa0EhgEFBdQECAGxBEoAAAD/tATIAigEEgQQFqSHrTPzSFKYMgN55e9BCgwSBBA9xPxTZGvDW5PlSdySti+mKAQSBBAWpIetM/NIUpgyA3nl70EKDBIEEF29x33+omJQnoRkgOZH6S8oBBIEEAAUKtCX+EhbirQq+OvSpL0MEgQQPcT8U2Rrw1uT5UnckrYvpigEEgQQABQq0Jf4SFuKtCr469KkvQwSBBBdvcd9/qJiUJ6EZIDmR+kvKAQSBBAd3hvlaomAXrCntLVVAiBPDBIEED3E/FNka8Nbk+VJ3JK2L6YoBBIEEB3eG+VqiYBesKe0tVUCIE8MEgQQXb3Hff6iYlCehGSA5kfpLygEEgQQr8zJ+nEao1uwlZcOKN43NAwSBBA9xPxTZGvDW5PlSdySti+mKAQSBBCvzMn6cRqjW7CVlw4o3jc0DBIEEF29x33+omJQnoRkgOZH6S+4BBQEEgQQnvZnFO+t0UqyLfQJe4X/MbwEFAQSBBBHaqS0wHcNQ5RpzkAxnNT8wAQUBBIEEIvBZGWzm9pJvtuKM3KKBzzEBBQEEgQQlvmaPcdN9EapT+to8vN0C8gEFAQSBBBonCnAr2HgQ7Q/NRrsJDgBzAQUBBIEENbNGidRUGZFvwQpizrI34jQBBQEEgQQrtkeReAJ30Cp9Jjh9aLuW9QEFAQSBBAzieeUsNWKSZt8We9g3Sek"/>
  <p:tag name="GRUNT-SYNC" val="4ef56e379eda481f8474c2ccfd34a508"/>
</p:tagLst>
</file>

<file path=ppt/tags/tag7.xml><?xml version="1.0" encoding="utf-8"?>
<p:tagLst xmlns:a="http://schemas.openxmlformats.org/drawingml/2006/main" xmlns:r="http://schemas.openxmlformats.org/officeDocument/2006/relationships" xmlns:p="http://schemas.openxmlformats.org/presentationml/2006/main">
  <p:tag name="GRUNT-PAGEOBJECT" val="0a74d767-fd36-4290-8ca5-96638227ecb3"/>
  <p:tag name="GRUNT-X-RESOURCES" val="AQIFBAQEAgEA"/>
  <p:tag name="GRUNT-VERSION" val="20.26.1.0"/>
  <p:tag name="GRUNT-VERSION-2" val="2026.1-r4-6060"/>
  <p:tag name="GRUNT-RENDERHASH" val="9790ab07171c0d44d17e06b12db935ad-svg"/>
  <p:tag name="GRUNT-X-SHAPEBOUNDS" val="ASIBBAAAAOBWD1dAAAAAAICqeEAAAABgsCt1QAAAAAAAgEtAAA=="/>
  <p:tag name="GRUNT-X-PAGEOBJECT" val="AQUCtR0KOEFsdHVhLk9hay5Db3JlLkRvY3VtZW50TW9kZWwuVGFibGVPYmplY3QsIEFsdHVhLk9hay5Db3JlBQJUBBIEEB2wyENH6hZPlbF1HXPSm0sMEgQQAAAAAAAAAAAAAAAAAAAAABUNBCUVBi0cNSA9JQpVLGUwbTRwAHwSBBAAAAAAAAAAAAAAAAAAAAAAhQE4ElBBbHR1YS5PYWsuQ29yZS5Eb2N1bWVudE1vZGVsLlRlbXBsYXRpbmcuQ3VzdG9tUG9zaXRpb25EZWZpbml0aW9uLCBBbHR1YS5PYWsuQ29yZQ0EJAQiAQQoUFLeVg9XQHDaaQ6AqnhADPbPW7CrdECwOAm1ZAhAQBovQWx0dWEuT2FrLkNvcmUuVGFibGVzLlN0cnVjdHVyZSwgQWx0dWEuT2FrLkNvcmUVBgYVPB1ALUQcAgVIIAQEAgVMKkpBbHR1YS5PYWsuQ29yZS5Nb2RpZmljYXRpb24uU3R5bGluZy5TdGF0aWNUYWJsZU9iamVjdFN0eWxlLCBBbHR1YS5PYWsuQ29yZSUKEzVQRVRNWFVcXWBlZG1odWyFAXAsEgV0DAVlbi1HQhV4HAVlbi1HQjACBXw0RAQUN3lqOGIzdzBnOWZvbjcyZzh3bjQMFDd5ajg4MWFjMjRxZG1zeTUzMGZ6FBQ3eWo4ODFhYTJybWdldTZrbTh2axkAOAYFgAENhAE8CgWIAR0AJQAtjAFACgWQAR0AJQAtlAFEAwWYAUgATBQBBp0BKKUBKq0BLLUBLr0BMMUBMlAFBAMFzAFUBQQDBdABWAUEAwXUAVwFBAMF2AFgBQQDBdwBZAUEAwXgAWgFBAMF5AFsBQQDBegBcAMF7AF0CgQBLgwBLBQCwqN4CQQFZW4tR0IIAXwBDoABBwgIEAYd8AGEAQMF9AGIAQL4AYwBTBIEEA5ZX6XAP4ZanZ4sQI7OcgASBBAWpIetM/NIUpgyA3nl70EKEgQQABQq0Jf4SFuKtCr469KkvRIEEK/MyfpxGqNbsJWXDijeNzSQAQL8AZQBJhIEED3E/FNka8Nbk+VJ3JK2L6YSBBBdvcd9/qJiUJ6EZIDmR+kvmAEBYKIBREFsdHVhLk9hay5Db3JlLk1vZGlmaWNhdGlvbi5Nb2RpZmllcnMuTWFyZ2luTW9kaWZpZXIsIEFsdHVhLk9hay5Db3JlnQEoBgWAAhWEAqoBREFsdHVhLk9hay5Db3JlLk1vZGlmaWNhdGlvbi5Nb2RpZmllcnMuQm9yZGVyTW9kaWZpZXIsIEFsdHVhLk9hay5Db3JlpQEqFgWIAhMAAAAAAADgPx2MAiWQAi2VAkayAU1BbHR1YS5PYWsuQ29yZS5Nb2RpZmljYXRpb24uTW9kaWZpZXJzLkZpbGxBbHRlcm5hdGluZ01vZGlmaWVyLCBBbHR1YS5PYWsuQ29yZa0BLBAFnAIIASWgAi2lAko1rQJGugFHQWx0dWEuT2FrLkNvcmUuTW9kaWZpY2F0aW9uLk1vZGlmaWVycy5BbGlnbm1lbnRNb2RpZmllciwgQWx0dWEuT2FrLkNvcmW1AS4JBbACDbQCFbgCwgFMQWx0dWEuT2FrLkNvcmUuTW9kaWZpY2F0aW9uLk1vZGlmaWVycy5DaGFyYWN0ZXJTdHlsZU1vZGlmaWVyLCBBbHR1YS5PYWsuQ29yZb0BMA8FvAIdwAIlxAItyAI1zALKAUVBbHR1YS5PYWsuQ29yZS5Nb2RpZmljYXRpb24uTW9kaWZpZXJzLkNoZXZyb25Nb2RpZmllciwgQWx0dWEuT2FrLkNvcmXFATIsBdACFdQCJdgCLdwCQQBN4AJV5AJd6AJjAAAAAAAAAABt7AJ18AJ99AKAAQDMAQIBANABAgEA1AECAQDYAQIBANwBBAEB+ALgAQIBAOQBAgEA6AEEAQH8AuwBAPABRQMBgAMBhAMBAx8jNCBWYWx1YXRpb24gYW5kIFJlY29tbWVuZGF0aW9uAQAAAAAAAQAAAAAAAAAAAPj//x8BAAAAAAAAAPQBAPgBPQQSBBAd3hvlaomAXrCntLVVAiBPDBIEEHsCxojCAx1Gqww+rlO2KXUUCwACCwAAAAAAAPA/IAA0AQA8AQH8AT0EEgQQ1ROlkEZaclqZLZw1RXIV9AwSBBADUds3lAJ8R5ZzDBYcqM4AFAsAAQsAAAAAAIBLQCABNAEAPAEBgAIlBBIEEOeYor7nUK5Hh0OGQEclm5EMAwWIAxQDBYwDGQEgBC2QA4QCJgQiAQQAAAAAAAAgQAAAAAAAACBAAAAAAAAAIEAAAAAAAAAgQAgCiAIlBBIEEHs5XgbrciFLj+vmBwusf2kMAwWUAxQDBZgDGQEgAS2cA4wCDAEACQARABkAIQApAZACBQQDBaADmgI3QWx0dWEuT2FrLkNvcmUuVGhlbWluZy5QYWdlQ29sb3JQb2ludGVyLCBBbHR1YS5PYWsuQ29yZZUCRgQAAQgDnAIlBBIEEOFPRRyNb4JDkJi0Aci27YwMAwWkAxQDBagDGQEgAS2sA6ACBQQDBbADqgIzQWx0dWEuT2FrLkNvcmUuVGhlbWluZy5Db2xvclBvaW50ZXIsIEFsdHVhLk9hay5Db3JlpQJKAAAAAK0CRgQAAQgBsAIlBBIEEAKu5GasvpBNubZ1lCmb8cEMAwW0AxQDBbgDGQEgBC28A7QCBAABCAS4AgQAAAgCvAIlBBIEENPlzG4ZE0FPlifZDTNGhHsMAwXAAxQDBcQDGQEgBC3IA8ACCwMAAAAAAAAoQAgExAINBAkAkAMIAhEAGQAIAsgCDQQJBAdDYWxpYnJpCATMAgYFzQNGCALQAiUEEgQQQ4egWByXsEqx+sFvYmojGQwDBdADFAMF1AMZASABLdgD1AILAwAAAAAAAChACALYAgsDAAAAAACAVkAIAdwCCwMAAAAAAABUQAgB4AImBCIBBAAAAAAAABBAAAAAAAAAFEAAAAAAAAAQQAAAAAAAABRACATkAgQAAQgE6AIEAAEIBOwCDBXcAx3gAyXkAy3oA/ACBgXtA0YIAvQCBgXxA0oIBPgCCQX1A34N/QOAAfwCCgWFBIIBDY0EhAGAAwKUBIQDApgEiAMGAQGdBIgBjAMCAQCQAwsEB0RlZmF1bHQIAZQDBgEBpQSIAZgDAgEAnAMLBAdEZWZhdWx0CAGgAwQBAgEApAMGAQGpBIsBqAMGAQGxBIgBrAMLBAdEZWZhdWx0CAGwAwQBAgEKtAMGAQG1BIgBuAMCAQC8AwsEB0RlZmF1bHQIAcADBgEBuQSLAcQDAgEAyAMLBAdEZWZhdWx0CAHNA0YEAAEIBdADBgEBvQSIAdQDBgEBwQSLAdgDCwQHRGVmYXVsdAgB3AMLAwAAAAAAADRACALgAw0ECQCQAwgAEQAZAAgC5AMRBA0EC19fcmVzb2x2ZV9fCAToAwYFxQRKCATtA0YEAAQIAPEDSgAAAP/6A1VBbHR1YS5PYWsuQ29yZS5Nb2RpZmljYXRpb24uU3R5bGluZy5UZXh0SW5BbGxDZWxsc0N1c3RvbWl6YXRpb25UYXJnZXQsIEFsdHVhLk9hay5Db3Jl9QN+AIIEQ0FsdHVhLk9hay5Db3JlLlN5bnRheFN0cnVjdHVyZS5BY3R1YWxGb250U3R5bGVWYWx1ZSwgQWx0dWEuT2FrLkNvcmX9A4ABAgACigRaQWx0dWEuT2FrLkNvcmUuTW9kaWZpY2F0aW9uLlN0eWxpbmcuVGV4dEluU3BlY2lmaWNDZWxsc0N1c3RvbWl6YXRpb25UYXJnZXQsIEFsdHVhLk9hay5Db3JlhQSCAQMFyASSBEpBbHR1YS5PYWsuQ29yZS5TeW50YXhTdHJ1Y3R1cmUuQWN0dWFsUGFyYWdyYXBoU3BhY2luZ1ZhbHVlLCBBbHR1YS5PYWsuQ29yZY0EhAEJAwAAAAAAABhAlAQaBBIEEHsCxojCAx1Gqww+rlO2KXUMAkMyGQGYBBoEEgQQA1HbN5QCfEeWcwwWHKjOAAwCUjEZAaIEPkFsdHVhLk9hay5Db3JlLkZpbHRlcmluZy5GaWx0ZXJzLlJvd1R5cGVGaWx0ZXIsIEFsdHVhLk9hay5Db3JlnQSIAQUFzAQIAKUEiAEFBdAECACuBEFBbHR1YS5PYWsuQ29yZS5GaWx0ZXJpbmcuRmlsdGVycy5Db2x1bW5UeXBlRmlsdGVyLCBBbHR1YS5PYWsuQ29yZakEiwEFBdQECACxBIgBBQXYBAgBtQSIAQUF3AQIALkEiwEFBeAECAG9BIgBBQXkBAgBwQSLAQUF6AQIAcUESgAAAP/IBMgCKAQSBBAWpIetM/NIUpgyA3nl70EKDBIEED3E/FNka8Nbk+VJ3JK2L6YoBBIEEBakh60z80hSmDIDeeXvQQoMEgQQXb3Hff6iYlCehGSA5kfpLygEEgQQABQq0Jf4SFuKtCr469KkvQwSBBA9xPxTZGvDW5PlSdySti+mKAQSBBAAFCrQl/hIW4q0Kvjr0qS9DBIEEF29x33+omJQnoRkgOZH6S8oBBIEEB3eG+VqiYBesKe0tVUCIE8MEgQQPcT8U2Rrw1uT5UnckrYvpigEEgQQHd4b5WqJgF6wp7S1VQIgTwwSBBBdvcd9/qJiUJ6EZIDmR+kvKAQSBBCvzMn6cRqjW7CVlw4o3jc0DBIEED3E/FNka8Nbk+VJ3JK2L6YoBBIEEK/MyfpxGqNbsJWXDijeNzQMEgQQXb3Hff6iYlCehGSA5kfpL8wEFAQSBBD4KUTRsSFpRKPqehhqvNMF0AQUBBIEEBXVAiMf1lxOkvkV3B9i73jUBBQEEgQQ8ILGX5JkSEqpelXtNP49IdgEFAQSBBB4AfftfQfkSJYPOLp/hMLz3AQUBBIEEJ1FnPJgzbZPpjqwOL4dlYjgBBQEEgQQhTlXWS+jaU2LWhnpQW4d5OQEFAQSBBCDI0jDEdESRIh2es5lS6uJ6AQUBBIEEN12BYrwFcpAqauULPg/jZc="/>
  <p:tag name="GRUNT-SYNC" val="ea36356ab75a4181a5caf528c31f65cd"/>
</p:tagLst>
</file>

<file path=ppt/tags/tag8.xml><?xml version="1.0" encoding="utf-8"?>
<p:tagLst xmlns:a="http://schemas.openxmlformats.org/drawingml/2006/main" xmlns:r="http://schemas.openxmlformats.org/officeDocument/2006/relationships" xmlns:p="http://schemas.openxmlformats.org/presentationml/2006/main">
  <p:tag name="GRUNT-PAGE" val="f4b121fc-99a8-4e4a-bf02-540e20772f78"/>
</p:tagLst>
</file>

<file path=ppt/tags/tag9.xml><?xml version="1.0" encoding="utf-8"?>
<p:tagLst xmlns:a="http://schemas.openxmlformats.org/drawingml/2006/main" xmlns:r="http://schemas.openxmlformats.org/officeDocument/2006/relationships" xmlns:p="http://schemas.openxmlformats.org/presentationml/2006/main">
  <p:tag name="GRUNT-PAGEOBJECT" val="1c58e7f8-5d58-4bdf-877d-d6c2fcb8d733"/>
  <p:tag name="GRUNT-X-RESOURCES" val="AQIFBAQEAgEA"/>
  <p:tag name="GRUNT-VERSION" val="20.26.1.0"/>
  <p:tag name="GRUNT-X-SHAPEBOUNDS" val="ASIBBAAAACCz3kBAAAAAYLNIZEAAAAAgWMGCQAAAAADSBGNAAA=="/>
  <p:tag name="GRUNT-VERSION-2" val="2026.1-r5-6063"/>
  <p:tag name="GRUNT-X-PAGEOBJECT" val="AQUCzSAKOEFsdHVhLk9hay5Db3JlLkRvY3VtZW50TW9kZWwuVGFibGVPYmplY3QsIEFsdHVhLk9hay5Db3JlBQJUBBIEEPjnWBxYXd9Lh33Wwvy41zMMEgQQAAAAAAAAAAAAAAAAAAAAABUNBCUVBi0cNSA9JQpVLGUwbTRwAHwSBBAAAAAAAAAAAAAAAAAAAAAAhQE4ElBBbHR1YS5PYWsuQ29yZS5Eb2N1bWVudE1vZGVsLlRlbXBsYXRpbmcuQ3VzdG9tUG9zaXRpb25EZWZpbml0aW9uLCBBbHR1YS5PYWsuQ29yZQ0EJAQiAQQAAAAgs95AQAAAAGCzSGRAAQAAFljBgkAAAAAA0gRjQBovQWx0dWEuT2FrLkNvcmUuVGFibGVzLlN0cnVjdHVyZSwgQWx0dWEuT2FrLkNvcmUVBgYVPB1ALUQcAgVIIAQEAgVMKkpBbHR1YS5PYWsuQ29yZS5Nb2RpZmljYXRpb24uU3R5bGluZy5TdGF0aWNUYWJsZU9iamVjdFN0eWxlLCBBbHR1YS5PYWsuQ29yZSUKEzVQRVRNWFVcXWBlZG1odWyFAXAsEgV0DAVlbi1HQhV4HAVlbi1HQjACBXw0RAQUN3lqZG16cW9xaDJ3cjVlMXdrYW8MFDd5ajhiZ3RobzI3aXRoOG9iODBsFBQ3eWo4Ymd0Zm9qb3F1eHU5dnBwdhkAOAYFgAENhAE8CgWIAR0AJQAtjAFACgWQAR0AJQAtjAFEAwWUAUgATAUBAZkBJ1AFBAMFoAFUBQQDBaQBWAUEAwWoAVwFBAMFrAFgBQQDBbABZAUEAwW0AWgFBAMFuAFsBQQDBbwBcAMFwAF0CgQBLgwBLBQCwqN4CQQFZW4tR0IIAXwBDoABBwgFEAodxAGEAQMFyAGIAQbMAdAB1AGMAQCQARDYAdwB4AHkAegB7AHwAfQBlAEBYJ4BRUFsdHVhLk9hay5Db3JlLk1vZGlmaWNhdGlvbi5Nb2RpZmllcnMuQ2hldnJvbk1vZGlmaWVyLCBBbHR1YS5PYWsuQ29yZZkBJywF+AEV/AElgAIthAJBAU2IAlWMAl2QAmMAAAAAAAAAAG2UAnWYAn2cAoABAKABEAEHoAKkAqgCrAKwArQCuAKkAQIBAKgBBAEBvAKsAQYBAsACxAKwAQIBALQBAgEAuAECAQC8AQIBAMABAMQB3AEDA8gCCMwCDAAKAAgQERITFBUWFwMGU2VjdG9yAQEDAkhRAQIDCUVtcGxveWVlcwEDAwdGb3VuZGVkAQQDBUNsdWJzAQUDB01lbWJlcnMBBgMRTWFya2V0IENhcCAoTk9LbSkBBwMWQ29uc3VtZXIgRGlzY3JldGlvbmFyeQEJAwxPc2xvLCBOb3J3YXkBCgMHfjEwIDAwMAELAwg3NTUgMDAwKwEOAwAAAAAA0J5AAAAAAAAQcUAAAAAAANTAQAAAAAEAAAAAAAAAAAD4//8fAQAAAAAAAQLRAlUAyAEAzAE9BBIEEEr9m0g+5khVofm8QpedJEwMEgQQRvxODiyRK02Y7KQnFhWThBQLAAILAAAAAAAA8D8gATQBADwBAdABPQQSBBCNdlMpsFb1Wq1WzByDBF59DBIEEJDO+qxoF45Lg5Hb1TT/0/IUCwABCwAAAAAAADBAIAA0AQA8AQHUAT0EEgQQ712/Lo4r9lObTVixyT6GtQwSBBAPXn1QqbmOR6jB8FW0Vk/kFAsAAgsAAAAAAAAQQCAANAEAPAEB2AE9BBIEED2pW2k/eBdXkEu3gF1OdkAMEgQQRtL5kEr7dEOZCUeHLo/P4RQLAAALAAAAAAAA8D8gATQBADwBAdwBPQQSBBDEFZJeEU7hVbnoErOhxKQ8DBIEEC+QBnd7btRJh4yw9jTJ+q4UCwACCwAAAAAAAPA/IAA0AQA8AQHgAT0EEgQQHDv4M6oBnlW6GcMyw93YZQwSBBDFkyVn5aM+Q53QNvyn+6YJFAsAAgsAAAAAAADwPyAANAEAPAEB5AE9BBIEELPSmbPkkx9VtYMFIq9iiV4MEgQQPBVhf34T1kCLn9vTseNzCRQLAAILAAAAAAAA8D8gADQBADwBAegBPQQSBBA1apJ+QX9rUowCwmcHZaNHDBIEELrMUA2L061OstUu75qX79wUCwACCwAAAAAAAPA/IAA0AQA8AQHsAT0EEgQQtUvzdTDPulimsdykrCUaQAwSBBDhpca2zuXXQY17neFnBblgFAsAAgsAAAAAAADwPyAANAEAPAEB8AE9BBIEEOKnTlVCngJSiTIvFthmELcMEgQQ0s27MqQbSkmzVedYSR4f4BQLAAILAAAAAAAA8D8gADQBADwBAfQBPQQSBBBnikwD68ZsUqdh9kGYIYREDBIEELhMpZL4Ga1LrX1uCiAWQRcUCwACCwAAAAAAAPA/IAA0AQA8AQH4ASUEEgQQHY0z+54qbUKXDIoQ66EeRwwDBdgCFAMF3AIZASABLeAC/AELAwAAAAAAACBACAKAAgsDAAAAAACAVkAIIIQCCwMAAAAAAABUQAggiAImBCIBBAAAAAAAABBAAAAAAAAAEEAAAAAAAAAQQAAAAAAAABBACASMAgQAAAgCkAIEAAEIBJQCDBXkAh3oAiXsAi3wApgCBgX1Al4IApwCBgX9AmAIBKACBgWFA2IIAaQCBgWNA2QIAKgCBgWVA2QIAKwCBgWZA2QIALACBgWdA2QIALQCBgWhA2QIALgCBgWlA2QIALwCCAWpA2QNrQNswAIIBbUDbg29A3DEAggFxQNkDckDc8gCBtAD1APYA8wCENwD4APkA+gD7APwA/QD+APWAj1BbHR1YS5EYXRhLk51bWJlckZvcm1hdHRpbmcuQ29tcG9zaXRlTnVtYmVyRm9ybWF0LCBBbHR1YS5EYXRh0QJVCx38AyWABDWEBD0A2AIGAQGJBIMB3AIGAQGRBIUB4AILBAdEZWZhdWx0CAHkAgsDAAAAAAAALEAIBOgCDQQJALwFCAARABkACATsAhEEDQQLX19yZXNvbHZlX18IBPACBgWZBGAIBPoCN0FsdHVhLk9hay5Db3JlLlRoZW1pbmcuUGFnZUNvbG9yUG9pbnRlciwgQWx0dWEuT2FrLkNvcmX1Al4EAAQIAIIDM0FsdHVhLk9hay5Db3JlLlRoZW1pbmcuQ29sb3JQb2ludGVyLCBBbHR1YS5PYWsuQ29yZf0CYAAAAP+KA1FBbHR1YS5PYWsuQ29yZS5Nb2RpZmljYXRpb24uU3R5bGluZy5UZXh0SW5Sb3dzQ3VzdG9taXphdGlvblRhcmdldCwgQWx0dWEuT2FrLkNvcmWFA2IDBZwEkgNaQWx0dWEuT2FrLkNvcmUuTW9kaWZpY2F0aW9uLlN0eWxpbmcuVGV4dEluU3BlY2lmaWNDZWxsc0N1c3RvbWl6YXRpb25UYXJnZXQsIEFsdHVhLk9hay5Db3JljQNkAwWgBJUDZAMFpASZA2QDBagEnQNkAwWsBKEDZAMFsASlA2QDBbQEqQNkAwW4BLIDRkFsdHVhLk9hay5Db3JlLlN5bnRheFN0cnVjdHVyZS5Gb250V2VpZ2h0RnJvbURhdGFWYWx1ZSwgQWx0dWEuT2FrLkNvcmWtA2wAugNVQWx0dWEuT2FrLkNvcmUuTW9kaWZpY2F0aW9uLlN0eWxpbmcuVGV4dEluQWxsQ2VsbHNDdXN0b21pemF0aW9uVGFyZ2V0LCBBbHR1YS5PYWsuQ29yZbUDbgDCA0JBbHR1YS5PYWsuQ29yZS5TeW50YXhTdHJ1Y3R1cmUuQWN0dWFsRm9udFNpemVWYWx1ZSwgQWx0dWEuT2FrLkNvcmW9A3AJAwAAAAAAACRAxQNkAwW8BM4DREFsdHVhLk9hay5Db3JlLlN5bnRheFN0cnVjdHVyZS5Gb250U2l6ZUZyb21EYXRhVmFsdWUsIEFsdHVhLk9hay5Db3JlyQNzANADGgQSBBBG/E4OLJErTZjspCcWFZOEDAJDMhkB1AMaBBIEEA9efVCpuY5HqMHwVbRWT+QMAkMzGQHYAxoEEgQQkM76rGgXjkuDkdvVNP/T8gwCQzQZAdwDGgQSBBBG0vmQSvt0Q5kJR4cuj8/hDAJSMRkB4AMaBBIEEC+QBnd7btRJh4yw9jTJ+q4MAlIyGQHkAxoEEgQQxZMlZ+WjPkOd0Db8p/umCQwCUjMZAegDGgQSBBA8FWF/fhPWQIuf29Ox43MJDAJSNBkB7AMaBBIEELrMUA2L061OstUu75qX79wMAlI1GQHwAxoEEgQQ4aXGts7l10GNe53hZwW5YAwCUjcZAfQDGgQSBBDSzbsypBtKSbNV51hJHh/gDAJSOBkB+AMaBBIEELhMpZL4Ga1LrX1uCiAWQRcMAlI5GQH8AwkAAAwDBcAEEQCABAkAAAwDBcQEEQCEBAwEASwMAsKgFANOT0uOBEFBbHR1YS5PYWsuQ29yZS5GaWx0ZXJpbmcuRmlsdGVycy5Db2x1bW5UeXBlRmlsdGVyLCBBbHR1YS5PYWsuQ29yZYkEgwEFBcgECAGWBD5BbHR1YS5PYWsuQ29yZS5GaWx0ZXJpbmcuRmlsdGVycy5Sb3dUeXBlRmlsdGVyLCBBbHR1YS5PYWsuQ29yZZEEhQEFBcwECAGZBGAAAAD/nAQTEgQQPalbaT94F1eQS7eAXU52QKAEKSgEEgQQ712/Lo4r9lObTVixyT6GtQwSBBA9qVtpP3gXV5BLt4BdTnZApAQpKAQSBBDvXb8ujiv2U5tNWLHJPoa1DBIEEBw7+DOqAZ5VuhnDMsPd2GWoBCkoBBIEEO9dvy6OK/ZTm01Ysck+hrUMEgQQs9KZs+STH1W1gwUir2KJXqwEKSgEEgQQ712/Lo4r9lObTVixyT6GtQwSBBA1apJ+QX9rUowCwmcHZaNHsAQpKAQSBBDvXb8ujiv2U5tNWLHJPoa1DBIEELVL83Uwz7pYprHcpKwlGkC0BCkoBBIEEO9dvy6OK/ZTm01Ysck+hrUMEgQQZ4pMA+vGbFKnYfZBmCGERLgEKSgEEgQQSv2bSD7mSFWh+bxCl50kTAwSBBA9qVtpP3gXV5BLt4BdTnZAvAQpKAQSBBBK/ZtIPuZIVaH5vEKXnSRMDBIEEBw7+DOqAZ5VuhnDMsPd2GXABAYBAdEElQHEBAoBAtkElwHRBJUByAQUBBIEEJ8/Gqi/B9NDhnodFQHURRjMBBQEEgQQuHVL08MHsUmd0i0AKrGdYNYEQEFsdHVhLkRhdGEuTnVtYmVyRm9ybWF0dGluZy5OdW1iZXJGb3JtYXRWYWx1ZVNlZ21lbnQsIEFsdHVhLkRhdGHRBJUBBQQDBeAE3gQ/QWx0dWEuRGF0YS5OdW1iZXJGb3JtYXR0aW5nLk51bWJlckZvcm1hdFRleHRTZWdtZW50LCBBbHR1YS5EYXRh2QSXAQUEAS0JAeAEBgEB5QSaAeoEOUFsdHVhLkRhdGEuTnVtYmVyRm9ybWF0dGluZy5OdW1iZXJQbGFjZWhvbGRlciwgQWx0dWEuRGF0YeUEmgEFAjAAAAA="/>
  <p:tag name="GRUNT-RENDERHASH" val="3044fb03e8ced71fc932b682135545cd-svg"/>
  <p:tag name="GRUNT-SYNC" val="ec9c6523261542d3ae263bc67c3b533a"/>
</p:tagLst>
</file>

<file path=ppt/tags/tag10.xml><?xml version="1.0" encoding="utf-8"?>
<p:tagLst xmlns:a="http://schemas.openxmlformats.org/drawingml/2006/main" xmlns:r="http://schemas.openxmlformats.org/officeDocument/2006/relationships" xmlns:p="http://schemas.openxmlformats.org/presentationml/2006/main">
  <p:tag name="GRUNT-PAGEOBJECT" val="19743bac-d61c-4819-967e-294ee18e1868"/>
  <p:tag name="GRUNT-X-RESOURCES" val="AQIFBAQEAgEA"/>
  <p:tag name="GRUNT-VERSION" val="20.26.1.0"/>
  <p:tag name="GRUNT-X-SHAPEBOUNDS" val="ASIBBAAAAKDt6HNAAAAA4LKPdkAAAADA3nlyQAAAACCL52BAAA=="/>
  <p:tag name="GRUNT-X-PAGEOBJECT" val="AQUC7zsKOEFsdHVhLk9hay5Db3JlLkRvY3VtZW50TW9kZWwuQ2hhcnRPYmplY3QsIEFsdHVhLk9hay5Db3JlBQI/BBIEEKw7dBkc1hlIln4pTuGOGGgMEgQQ0XPWPh6JmkCKGvfkJ73D6xUNBCUUNRg9HFUgbSR1AHkBgAEAjQEoElBBbHR1YS5PYWsuQ29yZS5Eb2N1bWVudE1vZGVsLlRlbXBsYXRpbmcuQ3VzdG9tUG9zaXRpb25EZWZpbml0aW9uLCBBbHR1YS5PYWsuQ29yZQ0EJAQiAQQcuISZ7fRzQMTp8tt6X3dAyht3tt5hckCwkIxb1tBaQBQTFSwdMDU0OABFOQ9VQGQCBURtSBgEBAIFTBwCBVAgEgVUDAVlbi1OTxVYHAVlbi1OTyQCBVwoBAVgDWQsFgQSBBAAAAAAAAAAAAAAAAAAAAAACAEwFgQSBBAAAAAAAAAAAAAAAAAAAAAACAE0AD5HQWx0dWEuT2FrLkNvcmUuQ2hhcnQuQ2x1c3RlcmVkQmFyV2l0aExpbmVQbG90RGVmaW5pdGlvbiwgQWx0dWEuT2FrLkNvcmU5Dz4EEgQQ50cWGkcBjUmxC6tu5ZGtDRwCBWglbDVwPAIFdEkBbXiNAXylAYABtQGFASK5AQDFAY0BJMwBAwWUAUAIBZgBDQAVnAFEBAEBoAFIAwWkAUwCAQBQAFQLBAEsDAEgFANOT0tYCQQFZW4tTk8IAVwDhJ8JYAcIARABHagBZAMFrAFoBgECsAG0AWwNAAAIARQDBbgBHAAlAHAmBCIBBAAAAAAAABBAAAAAAAAAEEAAAAAAAAAQQAAAAAAAABBACAR0AgEAeAsDAAAAAACATUAIIHwLAwAAAAAAABRACCCAAU41vAE9wAFFxAFVyAFdzAF10AGNAdQBnQHYAaUB3AGtAeABzQHkAdUB6AHdAewB5QHwAe0B9AH1AfgB/QH8AYUCgAKNAoQClQKIAp0CjAKKAUVBbHR1YS5PYWsuQ29yZS5QbG90dGluZy5BdXRvbWF0aWNDYXRlZ29yeUF4aXNTZXR0aW5ncywgQWx0dWEuT2FrLkNvcmWFASIVAQENkAIQABkBMAA9lAJFmAJIAVAAkgE9QWx0dWEuT2FrLkNvcmUuVGhlbWluZy5QYWdlQ29sb3JTY2hlbWVQb2ludGVyLCBBbHR1YS5PYWsuQ29yZY0BJACUAQIBAJgBAJwBAKABSAQSBBCqpCsb8x56WZqa5m3BdwwADBIEEJ4pJdFw2S5IrALmHKzKCz4VnAIcEgQQAgAAAAAAAAAAAAAAAwAAAyQALaACNaUCSqQBAkBAqAEQAwCsAgCsAgAAAAAAAAAAAKwBALABQgEBGAMlsAIpADEBQABIAlW0Al24AmQSBBAWibLEiBunR6XE2w/98A4NbbwCdcACjQHEApEBAZ0ByAKlAcwCtQHQArQBQgEBGAMl1AIpADEBQAJIAlXYAl3cAmQSBBCeKSXRcNkuSKwC5hysygs+bbwCdeACjQHkApEBAZ0B6AKlAewCtQHwArgBAgEAvAEFBAMF9ALAAQUEAwX4AsQBBQQDBfwCyAEFBAMFgAPMAQUEAwX0AtABBQQDBfQC1AEFBAMFhAPYAQUEAwWIA9wBBQQDBYwD4AEFBAMFkAPkAQUEAwWUA+gBBQQDBZgD7AEFBAMFnAPwAQUEAwWgA/QBBQQDBaQD+AEFBAMFqAP8AQUEAwWsA4ACBQQDBbADhAIFBAMFtAOIAgUEAwW4A4wCBQQDBbwDkAICAQCUAgYFwQNxCASYAgYFyQNxCAScAgUFzAMIAaACBAUACAGqAkRBbHR1YS5PYWsuQ29yZS5DaGFydC5Db21iaW5lQXNMaW5lUGxvdFNlcmllc1NldHRpbmdzLCBBbHR1YS5PYWsuQ29yZaUCSgCsAgCwAgsDAAAAAAAAAAAIArQCCwMAAAAAAAAAAAgBuAILAwAAAAAAAAAACAG8AhgF0AMN1AMV2AMd3AMl4AMt5AM16AM97APAAgcN8AMV9QNxxAILAwAAAAAAAAAACATIAgYF+QNxCATMAgYF+QNxCATQAgUEAwX8A9QCCwOamZmZmZm5PwgC2AILAwAAAAAAAAAACAHcAgsDNDMzMzMz0z8IAuACBw2ABBWFBHHkAgsDAAAAAAAAAAAIBOgCBgX5A3EIBOwCBgX5A3EIBPACBQQDBfwD9AICAQD4AhgBC4gEjASQBJQEmAScBKAEpASoBKwEsAT8AgYBArQEuASAAwIBAIQDAgEAiAMCAQCMAxYBCrwEwATEBMgEzATQBNQE2ATcBOAEkAMGAQLkBOgElAMaAQzsBPAE9AT4BPwEgAWEBYgFjAWQBZQFmAWYAxQBCZwFoAWkBagFrAWwBbQFuAW8BZwDAgEAoAMEAQHABaQDDAEFxAXIBcwF0AXUBagDAgEArAMCAQCwAwIBALQDBAEB2AW4AwIBALwDAgEAxgMzQWx0dWEuT2FrLkNvcmUuVGhlbWluZy5Db2xvclBvaW50ZXIsIEFsdHVhLk9hay5Db3JlwQNxUFBQ/8kDcVBQUP/MAwUEAwXcBdADBwQDBAEACATUAwUEAS4IBNgDBAABCATcAwQAAAgE4AMEBAAIBOQDBAQACAToAwQAAAgE7AMEAAAIBPADBQQDBeAF9QNxPj7l//kDcVBQUP/8AwIBAIAEBQQDBeQFhQRxPj7l/4gEDgXpBbsBCwAAAAAAAAAAjAQOBfEFvQELAAAAAAAA4D+QBA4F+QW/AQsAAAAAAADgP5QEDgWBBsEBCwAAAAAAAOA/mAQOBYkGwwELAAAAAAAA+D+cBA4FkQbFAQsAAAAAAADgP6AEDgWZBscBCwAAAAAAAOA/pAQOBaEGyQELAAAAAAAAAACoBA4FqQbJAQsAAAAAAAAAAKwEDgWtBswBCwAAAAAAAAAAsAQOBbUGzAELAAAAAAAAAAC0BAgFuQbBAQ28BrgECAXBBsUBDcQGvAQKBckG0wEN0QbVAcAECgXZBscBDd0G2AHEBAoF5Qa9AQ3pBtgByAQKBe0GvwEN8QbYAcwECQX1Bt4BDf0GcdAECgWBB+EBDYkH2AHUBAkFjQfhAQ2RB3HYBAoFlQfmAQ2dB9gB3AQKBaEH5gENpQfYAeAECgWpB+YBDa0H2AHkBAoFsQfhAQ21B+4B6AQKBb0H4QENwQfuAewEBwXFB/IBCQHwBAcFzQf0AQkB9AQHBdUH9AEJAfgEBwXZB/cBCQH8BAcF4Qf5AQkBgAUHBekH+wEJAYQFBwXxB/0BCQGIBQcF+QfMAQkBjAUHBf0HgAIJAJAFBwWFCIICCQCUBQcFjQiAAgkAmAUHBZEIggIJAJwFCgWVCIYCDZ0IiAKgBQoFpQiKAg2tCIwCpAUKBbUI9AENuQiPAqgFCgXBCPQBDcUIkgKsBQoFzQj3AQ3RCJUCsAUKBdkI+wEN0QiVArQFCgXdCP0BDeEImQK4BQoF6QjMAQ3tCJICvAUKBfEIzAEN9QiPAsAFCgX5CJ8CDYEJoQLEBQoFiQn3AQ2NCaQCyAUKBZUJigINmQmkAswFCgWdCfsBDaEJpALQBQoFpQmGAg2pCaQC1AUKBa0JzAENsQmkAtgFCgW1Ca4CDb0JsALcBQYBAcUJsgLgBQQBAgEE5AUEAQIBBO4FWUFsdHVhLk9hay5Db3JlLk1vZGlmaWNhdGlvbi5TdHlsaW5nLlZhbHVlQXhpc0dyaWRsaW5lc0N1c3RvbWl6YXRpb25UYXJnZXQsIEFsdHVhLk9hay5Db3Jl6QW7AQD2BVNBbHR1YS5PYWsuQ29yZS5Nb2RpZmljYXRpb24uU3R5bGluZy5DYXRlZ29yeUF4aXNDdXN0b21pemF0aW9uVGFyZ2V0LCBBbHR1YS5PYWsuQ29yZfEFvQEA/gVQQWx0dWEuT2FrLkNvcmUuTW9kaWZpY2F0aW9uLlN0eWxpbmcuT3JpZ29MaW5lQ3VzdG9taXphdGlvblRhcmdldCwgQWx0dWEuT2FrLkNvcmX5Bb8BAIYGXUFsdHVhLk9hay5Db3JlLk1vZGlmaWNhdGlvbi5TdHlsaW5nLkFsbENvbm5lY3RvcnNBdXhpbGlhcnlDdXN0b21pemF0aW9uVGFyZ2V0LCBBbHR1YS5PYWsuQ29yZYEGwQEAjgZZQWx0dWEuT2FrLkNvcmUuTW9kaWZpY2F0aW9uLlN0eWxpbmcuU2VyaWVzV2l0aFBsb3RLaW5kQ3VzdG9taXphdGlvblRhcmdldCwgQWx0dWEuT2FrLkNvcmWJBsMBAwXMCZYGYUFsdHVhLk9hay5Db3JlLk1vZGlmaWNhdGlvbi5TdHlsaW5nLlRhcmdldHMuV2F0ZXJmYWxsQ29ubmVjdG9yQ3VzdG9taXphdGlvblRhcmdldCwgQWx0dWEuT2FrLkNvcmWRBsUBAJ4GU0FsdHVhLk9hay5Db3JlLk1vZGlmaWNhdGlvbi5TdHlsaW5nLkFsbFZhbHVlQXhpc0N1c3RvbWl6YXRpb25UYXJnZXQsIEFsdHVhLk9hay5Db3JlmQbHAQCmBlZBbHR1YS5PYWsuQ29yZS5Nb2RpZmljYXRpb24uU3R5bGluZy5TaW5nbGVWYWx1ZUF4aXNDdXN0b21pemF0aW9uVGFyZ2V0LCBBbHR1YS5PYWsuQ29yZaEGyQEUBBIEEBaJssSIG6dHpcTbD/3wDg2pBskBFAQSBBCeKSXRcNkuSKwC5hysygs+sgZSQWx0dWEuT2FrLkNvcmUuTW9kaWZpY2F0aW9uLlN0eWxpbmcuU2VyaWVzTGFiZWxDdXN0b21pemF0aW9uVGFyZ2V0LCBBbHR1YS5PYWsuQ29yZa0GzAEWBBIEECvUP8zDQMlaiAqgu8NeRTIIALUGzAEWBBIEEKqkKxvzHnpZmprmbcF3DAAIALkGwQEAvAYFDAMF0AnBBsUBAMQGBQwDBdQJzgZWQWx0dWEuT2FrLkNvcmUuTW9kaWZpY2F0aW9uLlN0eWxpbmcuQWxsU2VyaWVzTWFya2VyQ3VzdG9taXphdGlvblRhcmdldCwgQWx0dWEuT2FrLkNvcmXJBtMBANYGOkFsdHVhLk9hay5Db3JlLlRoZW1pbmcuQmluZGluZ0NvbG9yUG9pbnRlciwgQWx0dWEuT2FrLkNvcmXRBtUBBQXZCbcC2QbHAQDiBjdBbHR1YS5PYWsuQ29yZS5UaGVtaW5nLlBhZ2VDb2xvclBvaW50ZXIsIEFsdHVhLk9hay5Db3Jl3QbYAQQAAAgA5Qa9AQDpBtgBBAAACADtBr8BAPEG2AEEAAAIAPoGU0FsdHVhLk9hay5Db3JlLk1vZGlmaWNhdGlvbi5TdHlsaW5nLkFsbEdyaWRsaW5lc0N1c3RvbWl6YXRpb25UYXJnZXQsIEFsdHVhLk9hay5Db3Jl9QbeAQD9BnGAgID/hgdnQWx0dWEuT2FrLkNvcmUuTW9kaWZpY2F0aW9uLlN0eWxpbmcuVGFyZ2V0cy5BbGxBdXhpbGlhcnlTaGFwZXNPZlR5cGVDdXN0b21pemF0aW9uVGFyZ2V0LCBBbHR1YS5PYWsuQ29yZYEH4QECAAOJB9gBBAAECACNB+EBAgABkQdx////AJoHTUFsdHVhLk9hay5Db3JlLk1vZGlmaWNhdGlvbi5TdHlsaW5nLlNlcmllc0N1c3RvbWl6YXRpb25UYXJnZXQsIEFsdHVhLk9hay5Db3JllQfmARQEEgQQXKzRXilRqVay1jhQyXfBXJ0H2AEEAAUIAKEH5gEUBBIEECvUP8zDQMlaiAqgu8NeRTKlB9gBBAAECACpB+YBFAQSBBCqpCsb8x56WZqa5m3BdwwArQfYAQQABAgAsQfhAQIAAboHVkFsdHVhLk9hay5Db3JlLlN5bnRheFN0cnVjdHVyZS5SZWN0YW5nbGVBdXhpbGlhcnlTaGFwZUxhYmVsQ2FsY3VsYXRpb24sIEFsdHVhLk9hay5Db3JltQfuAQC9B+EBAgADwQfuAQDKB1hBbHR1YS5PYWsuQ29yZS5Nb2RpZmljYXRpb24uU3R5bGluZy5TZXJpZXNMYWJlbE9mVHlwZUN1c3RvbWl6YXRpb25UYXJnZXQsIEFsdHVhLk9hay5Db3JlxQfyAQIAAtIHX0FsdHVhLk9hay5Db3JlLk1vZGlmaWNhdGlvbi5TdHlsaW5nLlNlcmllc0xhYmVsc1dpdGhQbG90S2luZEN1c3RvbWl6YXRpb25UYXJnZXQsIEFsdHVhLk9hay5Db3JlzQf0AQUF4AkIANUH9AEFBeQJCADeB1hBbHR1YS5PYWsuQ29yZS5Nb2RpZmljYXRpb24uU3R5bGluZy5BbGxWYWx1ZUF4aXNMYWJlbEN1c3RvbWl6YXRpb25UYXJnZXQsIEFsdHVhLk9hay5Db3Jl2Qf3AQDmB1VBbHR1YS5PYWsuQ29yZS5Nb2RpZmljYXRpb24uU3R5bGluZy5BbGxUb3RhbExhYmVsc0N1c3RvbWl6YXRpb25UYXJnZXQsIEFsdHVhLk9hay5Db3Jl4Qf5AQDuB1dBbHR1YS5PYWsuQ29yZS5Nb2RpZmljYXRpb24uU3R5bGluZy5BbGxDYXRlZ29yeUxhYmVsQ3VzdG9taXphdGlvblRhcmdldCwgQWx0dWEuT2FrLkNvcmXpB/sBAPYHWEFsdHVhLk9hay5Db3JlLk1vZGlmaWNhdGlvbi5TdHlsaW5nLkFsbEF1eGlsaWFyeUxhYmVsQ3VzdG9taXphdGlvblRhcmdldCwgQWx0dWEuT2FrLkNvcmXxB/0BAPkHzAEWBBIEEKqkKxvzHnpZmprmbcF3DAAIAIIIVUFsdHVhLk9hay5Db3JlLk1vZGlmaWNhdGlvbi5TdHlsaW5nLlZhbHVlQXhpc0xhYmVsQ3VzdG9taXphdGlvblRhcmdldCwgQWx0dWEuT2FrLkNvcmX9B4ACFAQSBBAWibLEiBunR6XE2w/98A4NighaQWx0dWEuT2FrLkNvcmUuTW9kaWZpY2F0aW9uLlN0eWxpbmcuVmFsdWVBeGlzVGl0bGVMYWJlbEN1c3RvbWl6YXRpb25UYXJnZXQsIEFsdHVhLk9hay5Db3JlhQiCAhQEEgQQFomyxIgbp0elxNsP/fAODY0IgAIUBBIEEJ4pJdFw2S5IrALmHKzKCz6RCIICFAQSBBCeKSXRcNkuSKwC5hysygs+mghYQWx0dWEuT2FrLkNvcmUuTW9kaWZpY2F0aW9uLlN0eWxpbmcuQ2F0ZWdvcnlBeGlzVGl0bGVDdXN0b21pemF0aW9uVGFyZ2V0LCBBbHR1YS5PYWsuQ29yZZUIhgIAoghGQWx0dWEuT2FrLkNvcmUuUGxvdHRpbmcuQXhpc1RpdGxlTGFiZWxQbGFjZW1lbnRPdXRzaWRlLCBBbHR1YS5PYWsuQ29yZZ0IiAICAAGqCF1BbHR1YS5PYWsuQ29yZS5Nb2RpZmljYXRpb24uU3R5bGluZy5BbGxWYWx1ZUF4aXNUaXRsZUxhYmVsQ3VzdG9taXphdGlvblRhcmdldCwgQWx0dWEuT2FrLkNvcmWlCIoCALIIQkFsdHVhLk9hay5Db3JlLlBsb3R0aW5nLkF4aXNUaXRsZUxhYmVsUGxhY2VtZW50RmFyLCBBbHR1YS5PYWsuQ29yZa0IjAICAAC1CPQBBQXoCQgAvgg9QWx0dWEuT2FrLkNvcmUuUGxvdHRpbmcuTGFiZWxQbGFjZW1lbnRPdXRzaWRlLCBBbHR1YS5PYWsuQ29yZbkIjwIAwQj0AQUF7AkIAMoIQEFsdHVhLk9hay5Db3JlLlBsb3R0aW5nLkxhYmVsUGxhY2VtZW50UG9pbnRPdXRlciwgQWx0dWEuT2FrLkNvcmXFCJICAM0I9wEA1ghBQWx0dWEuT2FrLkNvcmUuUGxvdHRpbmcuQXhpc0xhYmVsUGxhY2VtZW50T3V0c2lkZSwgQWx0dWEuT2FrLkNvcmXRCJUCAgEA2Qj7AQDdCP0BAOYIRkFsdHVhLk9hay5Db3JlLlBsb3R0aW5nLkF1eGlsaWFyeUxhYmVsUGxhY2VtZW50RGVmYXVsdCwgQWx0dWEuT2FrLkNvcmXhCJkCAOkIzAEWBBIEEKqkKxvzHnpZmprmbcF3DAAIAO0IkgIA8QjMARYEEgQQK9Q/zMNAyVqICqC7w15FMggA9QiPAgD+CFBBbHR1YS5PYWsuQ29yZS5Nb2RpZmljYXRpb24uU3R5bGluZy5BbGxMYWJlbHNDdXN0b21pemF0aW9uVGFyZ2V0LCBBbHR1YS5PYWsuQ29yZfkInwIAhglCQWx0dWEuT2FrLkNvcmUuU3ludGF4U3RydWN0dXJlLkFjdHVhbEZvbnRTaXplVmFsdWUsIEFsdHVhLk9hay5Db3JlgQmhAgkDAAAAAAAAIkCJCfcBAJIJQ0FsdHVhLk9hay5Db3JlLlN5bnRheFN0cnVjdHVyZS5BY3R1YWxGb250Q29sb3JWYWx1ZSwgQWx0dWEuT2FrLkNvcmWNCaQCBQXxCdgBlQmKAgCZCaQCBQX1CdgBnQn7AQChCaQCBQX5CdgBpQmGAgCpCaQCBQX9CdgBrQnMARYEEgQQqqQrG/MeelmamuZtwXcMAAgAsQmkAgUFgQrBAroJVUFsdHVhLk9hay5Db3JlLk1vZGlmaWNhdGlvbi5TdHlsaW5nLkRhdGFQb2ludExhYmVsQ3VzdG9taXphdGlvblRhcmdldCwgQWx0dWEuT2FrLkNvcmW1Ca4CKgQSBBCqpCsb8x56WZqa5m3BdwwADBIEEOhEE2dCxvxahpmXCc55xkwQAMIJRkFsdHVhLk9hay5Db3JlLlN5bnRheFN0cnVjdHVyZS5BY3R1YWxOdW1iZXJGb3JtYXRWYWx1ZSwgQWx0dWEuT2FrLkNvcmW9CbACBQWJCsMCygkvQWx0dWEuRGF0YS5JbmZyYXN0cnVjdHVyZS5QYXJhZ3JhcGgsIEFsdHVhLkRhdGHFCbICBQwDBZAKzAkBBdAJCgECAACAQAAAQEDUCQoBAgAAgEAAAEBA3glIQWx0dWEuT2FrLkNvcmUuU3ludGF4U3RydWN0dXJlLlBsb3RTZXJpZXNCaW5kaW5nU3RyYXRlZ3ksIEFsdHVhLk9hay5Db3Jl2Qm3AgDgCQIJCuQJAQXoCQIJCuwJAQXxCdgBBAAACAD1CdgBBAAACAD5CdgBBAAACAD9CdgBBAAACACGCj9BbHR1YS5PYWsuQ29yZS5UaGVtaW5nLkhpZ2hDb250cmFzdENvbG9yUG9pbnRlciwgQWx0dWEuT2FrLkNvcmWBCsECAI4KPUFsdHVhLkRhdGEuTnVtYmVyRm9ybWF0dGluZy5Db21wb3NpdGVOdW1iZXJGb3JtYXQsIEFsdHVhLkRhdGGJCsMCCh2UCiWYCjVUPQCQCgYBAZ0KyAKUCgkAAgwDBaQKEQCYCgkAAgwDBagKEQCiCi1BbHR1YS5EYXRhLkluZnJhc3RydWN0dXJlLlRleHRSdW4sIEFsdHVhLkRhdGGdCsgCEAQLRUJJVC1tYXJnaW4NrAqkCgoBArEKzQK5Cs8CqAoOAQPBCtECyQrNArkKzwKsChIEABwAJAAsADQAPABMAFQAXQC2CkBBbHR1YS5EYXRhLk51bWJlckZvcm1hdHRpbmcuTnVtYmVyRm9ybWF0VmFsdWVTZWdtZW50LCBBbHR1YS5EYXRhsQrNAgUEAwXMCr4KQkFsdHVhLkRhdGEuTnVtYmVyRm9ybWF0dGluZy5OdW1iZXJGb3JtYXRQZXJjZW50U2VnbWVudCwgQWx0dWEuRGF0YbkKzwIAxgo/QWx0dWEuRGF0YS5OdW1iZXJGb3JtYXR0aW5nLk51bWJlckZvcm1hdFRleHRTZWdtZW50LCBBbHR1YS5EYXRhwQrRAgUEAS0JAckKzQIFBAMF0ArMCg4BA9UK1gLdCtgC1QrWAtAKDgED1QrWAt0K2ALVCtYC2go5QWx0dWEuRGF0YS5OdW1iZXJGb3JtYXR0aW5nLk51bWJlclBsYWNlaG9sZGVyLCBBbHR1YS5EYXRh1QrWAgUCMAAAAOIKP0FsdHVhLkRhdGEuTnVtYmVyRm9ybWF0dGluZy5EZWNpbWFsUG9pbnRQbGFjZWhvbGRlciwgQWx0dWEuRGF0Yd0K2AIA"/>
  <p:tag name="GRUNT-RENDERHASH" val="6013847dc3ed13ef841ace6094f5510b-svg"/>
  <p:tag name="GRUNT-VERSION-2" val="2026.1-r5-6063"/>
  <p:tag name="GRUNT-X-DATASERVICE" val="AQUChxQKNEFsdHVhLkRhdGEuRGF0YVNlcnZpY2VzLkV4Y2VsRGF0YVNlcnZpY2UsIEFsdHVhLkRhdGEFAhwEEgQQ0XPWPh6JmkCKGvfkJ73D6x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3ZBkdgKat5IFWBMDgMAZABkAAAAAAAAAAAAUABUBQkBFWkbXjdBbHR1YS5EYXRhLlJlYWRlcnMuRXhjZWwuU3BlY2lmaWNFeGNlbFJhbmdlLCBBbHR1YS5EYXRhWRcKBXAMBkdSQVBIU2C1AwMIdAR4CwMEWWVhcgEAAwdSZXZlbnVlAQEDBUVCSVQgAQIDC0VCSVQtbWFyZ2luAQMDBTIwMjJBAQQDBTIwMjNBAQgDBTIwMjRBAQwDBTIwMjVBARADBTIwMjZGARQDBTIwMjdGARgDBTIwMjhGARwVAAAAAADir0AAAAAAAAA0QJ5BiqTREnQ/AAAAAAB+skAAAAAAAPCCQKIZLeGiYsA/AAAAAADKs0AAAAAAAECHQPQXl/VazMI/AAAAAACFtUAAAAAAAOCLQGWyTRixucQ/AcgkhtAGt0Bhw8qWyuOQQJzFGWPBeMc/hEDAzUjeuEB5xVnJEumQQMP1KFyPwsU/trZcWX3gukA3GrcQLG2UQFC4HoXrUcg/AAAAAQAAAAAAAAAAAPj//x8BAAAAAAACAn0gAoUBIAcHCw8TFxsfAx09J1Jlb3JnYW5pemVkIElTICYgQlMnIVI3Q1s3XQcFCQ0RFRkdHj0nUmVvcmdhbml6ZWQgSVMgJiBCUychUjE1Q1s3XQcGCg4SFhoeHj0nUmVvcmdhbml6ZWQgSVMgJiBCUychUjE2Q1s3XQcHCw8TFxsfZABuT0FsdHVhLkxpYnJhcnkuU2VyaWFsaXphYmxlLlN0b3JhZ2UuQWJzb2x1dGVGaWxlUGF0aCwgQWx0dWEuTGlicmFyeS5TZXJpYWxpemFibGVpG1YEVGh0dHBzOi8vYmllZHUtbXkuc2hhcmVwb2ludC5jb20vcGVyc29uYWwvczIzMTc3NDBfYmlfbm8vRG9jdW1lbnRzL1BhcmV0byBlcXVpdHkueGxzeHAIBYkBIw2RASV0EJgBnAGgAaQBqAGsAbABtAF4CLgBvAHAAcQBggE9QWx0dWEuRGF0YS5OdW1iZXJGb3JtYXR0aW5nLkNvbXBvc2l0ZU51bWJlckZvcm1hdCwgQWx0dWEuRGF0YX0gDB3IASXMATXQAT3UAYUBIAsd2AEl3AE14AE9AI4BN0FsdHVhLkRhdGEuUHJpbWl0aXZlcy5Db25zdHJhaW5lZENvbHVtblNwYW4sIEFsdHVhLkRhdGGJASMFAwXkAQCWATRBbHR1YS5EYXRhLlByaW1pdGl2ZXMuQ29uc3RyYWluZWRSb3dTcGFuLCBBbHR1YS5EYXRhkQElBQMF6AEAmAEZBBIEEAEAAAAAAAAAAAAAAAAAAAAMAUIZAZwBGQQSBBABAAAAAAAAAAAAAAABAAABDAFDGQGgARkEEgQQAQAAAAAAAAAAAAAAAgAAAgwBRBkBpAEZBBIEEAEAAAAAAAAAAAAAAAMAAAMMAUUZAagBGQQSBBABAAAAAAAAAAAAAAAEAAAEDAFGGQGsARkEEgQQAQAAAAAAAAAAAAAABQAABQwBRxkBsAEZBBIEEAEAAAAAAAAAAAAAAAYAAAYMAUgZAbQBGQQSBBABAAAAAAAAAAAAAAAHAAAHDAFJGQG4ARkEEgQQAgAAAAAAAAAAAAAAAAAAAAwBNBkBvAEZBBIEEAIAAAAAAAAAAAAAAAEAAAEMATUZAcABGQQSBBACAAAAAAAAAAAAAAACAAACDAE2GQHEARkEEgQQAgAAAAAAAAAAAAAAAwAAAwwBNxkByAEJAAAMAwXsAREAzAEJAAAMAwXwAREA0AELBAEsDAEgFANOT0vUAQkAAAwDBfQBEQDYAQkAAgwDBfgBEQHcAQkAAgwDBfwBEQHgAQsEASwMASAUA05PS+QBBAECAgroAQQBAgQI7AEOAQSBAkGJAkORAkWZAkHwAQ4BBJ0CQaECQ6UCRakCQfQBEQEFrQJBsQJDtQJBuQJFvQJB+AELAQPBAkXFAkHJAlP8AQ4BBNECQcECRcUCQckCU4YCP0FsdHVhLkRhdGEuTnVtYmVyRm9ybWF0dGluZy5OdW1iZXJGb3JtYXRUZXh0U2VnbWVudCwgQWx0dWEuRGF0YYECQQUEAS0JAI4CQ0FsdHVhLkRhdGEuTnVtYmVyRm9ybWF0dGluZy5OdW1iZXJGb3JtYXRSZXBlYXRlclNlZ21lbnQsIEFsdHVhLkRhdGGJAkMFAiAAAACWAkBBbHR1YS5EYXRhLk51bWJlckZvcm1hdHRpbmcuTnVtYmVyRm9ybWF0VmFsdWVTZWdtZW50LCBBbHR1YS5EYXRhkQJFBQQDBdQCmQJBBQQBLQkAnQJBBQQBLQkBoQJDBQIgAAAApQJFBQQDBdgCqQJBBQQBLQkArQJBBQQBLQkAsQJDBQIgAAAAtQJBBQQBLQkBuQJFBQQDBdwCvQJBBQQBLQkAwQJFBQQDBeACxQJBBQQBIAkBzgJCQWx0dWEuRGF0YS5OdW1iZXJGb3JtYXR0aW5nLk51bWJlckZvcm1hdFBlcmNlbnRTZWdtZW50LCBBbHR1YS5EYXRhyQJTANECQQUEAS0JAdQCEQEF5QJa7QJc5QJa5QJa9QJa2AIRAQXlAlr5AlzlAlrlAlr1AlrcAggBAv0CWv0CWuACCAEC9QJa9QJa6gI5QWx0dWEuRGF0YS5OdW1iZXJGb3JtYXR0aW5nLk51bWJlclBsYWNlaG9sZGVyLCBBbHR1YS5EYXRh5QJaBQIAAAAA8gI3QWx0dWEuRGF0YS5OdW1iZXJGb3JtYXR0aW5nLlRleHRQbGFjZWhvbGRlciwgQWx0dWEuRGF0Ye0CXAUEASAJAfUCWgUCMAAAAPkCXAUEASAJAf0CWgUCIAAAAA=="/>
  <p:tag name="GRUNT-SYNC" val="fe2b97db8fbc458c96ee702ef7e21d94"/>
</p:tagLst>
</file>

<file path=ppt/tags/tag11.xml><?xml version="1.0" encoding="utf-8"?>
<p:tagLst xmlns:a="http://schemas.openxmlformats.org/drawingml/2006/main" xmlns:r="http://schemas.openxmlformats.org/officeDocument/2006/relationships" xmlns:p="http://schemas.openxmlformats.org/presentationml/2006/main">
  <p:tag name="GRUNT-PAGEOBJECT" val="fa06b3b8-cbb7-41fa-8742-5e0e5055f1fe"/>
  <p:tag name="GRUNT-RENDERHASH" val="611db8fae864e1168c81426dccd4abdd-svg"/>
  <p:tag name="GRUNT-SYNC" val="216b8d086fec438b85c94f669a1df08f"/>
  <p:tag name="GRUNT-VERSION" val="20.26.1.0"/>
  <p:tag name="GRUNT-VERSION-2" val="2026.1-r5-6063"/>
  <p:tag name="GRUNT-X-PAGEOBJECT" val="AQUCvwIKPkFsdHVhLk9hay5Db3JlLkRvY3VtZW50TW9kZWwuQ2hhcnRMZWdlbmRPYmplY3QsIEFsdHVhLk9hay5Db3JlBQI7BBIEELizBvq3y/pBh0JeDlBV8f4UEgQQ50cWGkcBjUmxC6tu5ZGtDS0MNRBEAgUUSABVGQdlIHUkeAAMBAQCBSgQAgUsFAIBAB5QQWx0dWEuT2FrLkNvcmUuRG9jdW1lbnRNb2RlbC5UZW1wbGF0aW5nLkN1c3RvbVBvc2l0aW9uRGVmaW5pdGlvbiwgQWx0dWEuT2FrLkNvcmUZByQEIgEEzBt3JomvfEAAAADAWFh1QGzIEdP6vWZAYDdkgx8GMkAgEgUwDAVlbi1OTxU0HAVlbi1OTyQCBTgoAgEALAAwCwQBLAwBIBQDTk9LNAkEBWVuLU5PCAE4AgQg"/>
  <p:tag name="GRUNT-X-RESOURCES" val="AQIFBAQEAgEA"/>
  <p:tag name="GRUNT-X-SHAPEBOUNDS" val="ASIBBAAAACCJr3xAAAAAwFhYdUAAAADg+r1mQAAAAIAfBjJAAA=="/>
</p:tagLst>
</file>

<file path=ppt/tags/tag12.xml><?xml version="1.0" encoding="utf-8"?>
<p:tagLst xmlns:a="http://schemas.openxmlformats.org/drawingml/2006/main" xmlns:r="http://schemas.openxmlformats.org/officeDocument/2006/relationships" xmlns:p="http://schemas.openxmlformats.org/presentationml/2006/main">
  <p:tag name="GRUNT-PAGEOBJECT" val="41bff434-7fc4-4b96-8efc-6ea609510ac6"/>
  <p:tag name="GRUNT-X-RESOURCES" val="AQIFBAQEAgEA"/>
  <p:tag name="GRUNT-VERSION" val="20.26.1.0"/>
  <p:tag name="GRUNT-X-SHAPEBOUNDS" val="ASIBBAAAAIBHK2FAAAAA4JyKdUAAAAAAJmtgQAAAACAnEmFAAA=="/>
  <p:tag name="GRUNT-X-DATASERVICE" val="AQUCsA0KNEFsdHVhLkRhdGEuRGF0YVNlcnZpY2VzLkV4Y2VsRGF0YVNlcnZpY2UsIEFsdHVhLkRhdGEFAhwEEgQQ19WOnwqK40mOcbspkVkWZ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xD59Wq0aN5IFWBMDgMAZABkAAAAAAAAAAAAUABUBQkBFWkbXjdBbHR1YS5EYXRhLlJlYWRlcnMuRXhjZWwuU3BlY2lmaWNFeGNlbFJhbmdlLCBBbHR1YS5EYXRhWRcKBXAMBkdSQVBIU2CYAQMCdAZ4BwMHQ291bnRyeQEAAwZOb3J3YXkBAQMGU3dlZGVuAQIDB0Rlbm1hcmsBAwMHRmlubGFuZAEEAwVUb3RhbAEFAAEGBVYNreTbtNw/VBXxjLsM1j+4TnpYUPO8PyoaqXVs+rc/AIA0gb7sYQgAAAABAAAAAAAAAAAA+P//HwEAAAAAAAICfSAACFN0YW5kYXJkAQsAZABuT0FsdHVhLkxpYnJhcnkuU2VyaWFsaXphYmxlLlN0b3JhZ2UuQWJzb2x1dGVGaWxlUGF0aCwgQWx0dWEuTGlicmFyeS5TZXJpYWxpemFibGVpG1YEVGh0dHBzOi8vYmllZHUtbXkuc2hhcmVwb2ludC5jb20vcGVyc29uYWwvczIzMTc3NDBfYmlfbm8vRG9jdW1lbnRzL1BhcmV0byBlcXVpdHkueGxzeHAIBYUBIg2NASR0BJQBmAF4DJwBoAGkAagBrAGwAYIBPUFsdHVhLkRhdGEuTnVtYmVyRm9ybWF0dGluZy5Db21wb3NpdGVOdW1iZXJGb3JtYXQsIEFsdHVhLkRhdGF9IAsdtAEluAE1vAE9AIoBN0FsdHVhLkRhdGEuUHJpbWl0aXZlcy5Db25zdHJhaW5lZENvbHVtblNwYW4sIEFsdHVhLkRhdGGFASIFAwXAAQCSATRBbHR1YS5EYXRhLlByaW1pdGl2ZXMuQ29uc3RyYWluZWRSb3dTcGFuLCBBbHR1YS5EYXRhjQEkBQMFxAEAlAEZBBIEEAEAAAAAAAAAAAAAAAAAAAAMAUIZAZgBGQQSBBABAAAAAAAAAAAAAAABAAABDAFDGQGcARkEEgQQAgAAAAAAAAAAAAAAAAAAAAwBORkBoAEaBBIEEAIAAAAAAAAAAAAAAAEAAAEMAjEwGQGkARoEEgQQAgAAAAAAAAAAAAAAAgAAAgwCMTEZAagBGgQSBBACAAAAAAAAAAAAAAADAAADDAIxMhkBrAEaBBIEEAIAAAAAAAAAAAAAAAQAAAQMAjEzGQGwARoEEgQQAgAAAAAAAAAAAAAABQAABQwCMTQZAbQBCQACDAMFyAERALgBCQACDAMFzAERALwBCwQBLAwBIBQDTk9LwAEEAQICBMQBBAECCQ/IAQsBA9EBNdkBN+EBOcwBDgEE6QE30QE12QE34QE51gFAQWx0dWEuRGF0YS5OdW1iZXJGb3JtYXR0aW5nLk51bWJlckZvcm1hdFZhbHVlU2VnbWVudCwgQWx0dWEuRGF0YdEBNQUEAwXsAd4BP0FsdHVhLkRhdGEuTnVtYmVyRm9ybWF0dGluZy5OdW1iZXJGb3JtYXRUZXh0U2VnbWVudCwgQWx0dWEuRGF0YdkBNwUEASAJAeYBQkFsdHVhLkRhdGEuTnVtYmVyRm9ybWF0dGluZy5OdW1iZXJGb3JtYXRQZXJjZW50U2VnbWVudCwgQWx0dWEuRGF0YeEBOQDpATcFBAEtCQHsAQUBAfEBPfYBOUFsdHVhLkRhdGEuTnVtYmVyRm9ybWF0dGluZy5OdW1iZXJQbGFjZWhvbGRlciwgQWx0dWEuRGF0YfEBPQUCMAAAAA=="/>
  <p:tag name="GRUNT-VERSION-2" val="2026.1-r4-6060"/>
  <p:tag name="GRUNT-RENDERHASH" val="73f2bedd56b4010172527cd2592d20cc-svg"/>
  <p:tag name="GRUNT-X-PAGEOBJECT" val="AQUC0zAKOEFsdHVhLk9hay5Db3JlLkRvY3VtZW50TW9kZWwuQ2hhcnRPYmplY3QsIEFsdHVhLk9hay5Db3JlBQI/BBIEEDT0v0HEf5ZLjvxupglRCsYMEgQQ19WOnwqK40mOcbspkVkWZRUNBCUUNRg9HFUgbSR1AHkBgAEAjQEoElBBbHR1YS5PYWsuQ29yZS5Eb2N1bWVudE1vZGVsLlRlbXBsYXRpbmcuQ3VzdG9tUG9zaXRpb25EZWZpbml0aW9uLCBBbHR1YS5PYWsuQ29yZQ0EJAQiAQSkOBt6RythQAAAAOCcinVAXMfkBSZrYEDgG6wlJxJhQBQTFSwdMDU0OABFOQ9VQGQCBURtSBgEBAIFTBwCBVAgEgVUDAVlbi1OTxVYHAVlbi1OTyQCBVwoBAVgDWQsFgQSBBAAAAAAAAAAAAAAAAAAAAAACAEwFgQSBBAAAAAAAAAAAAAAAAAAAAAACAE0AD42QWx0dWEuT2FrLkNvcmUuQ2hhcnQuUGllUGxvdERlZmluaXRpb24sIEFsdHVhLk9hay5Db3JlOQ8xBBIEEPY+JdnZgqNKvZXumdHhfOkNaBQCBWwZASVwLXUeMwAAAAAAAOA/PXxEAwWAAUAIBYQBDQAViAFEDAEFjAGQAZQBmAGcAUgDBaABTAIBAFAAVAsEASwMASAUA05PS1gJBAVlbi1OTwgBXAOEnwlgBwgBEAEdpAFkAwWoAWgNAAAIARQDBawBHAAlAGwCAQBwTjWwAT20AUW4AVW8AV3AAXXEAY0ByAGdAcwBpQHQAa0B1AHNAdgB1QHcAd0B4AHlAeQB7QHoAfUB7AH9AfABhQL0AY0C+AGVAvwBnQKAAno9QWx0dWEuT2FrLkNvcmUuVGhlbWluZy5QYWdlQ29sb3JTY2hlbWVQb2ludGVyLCBBbHR1YS5PYWsuQ29yZXUeAHwGAAAIABAAgAECAQCEAQCIAQCMAUgEEgQQXKzRXilRqVay1jhQyXfBXAwSBBAAAAAAAAAAAAAAAAAAAAAAFYQCHBIEEAIAAAAAAAAAAAAAAAEAAAEkAC2IAjWNAkSQAUgEEgQQK9Q/zMNAyVqICqC7w15FMgwSBBAAAAAAAAAAAAAAAAAAAAAAFZQCHBIEEAIAAAAAAAAAAAAAAAIAAAIkAC2YAjWNAkSUAUgEEgQQqqQrG/MeelmamuZtwXcMAAwSBBAAAAAAAAAAAAAAAAAAAAAAFZwCHBIEEAIAAAAAAAAAAAAAAAMAAAMkAC2gAjWNAkSYAUgEEgQQaNe1CnwdDV+X6kACTokX6QwSBBAAAAAAAAAAAAAAAAAAAAAAFaQCHBIEEAIAAAAAAAAAAAAAAAQAAAQkAC2oAjWNAkScAUkEEgQQybub/E+TYl6UEE5Tan/AdAwSBBAAAAAAAAAAAAAAAAAAAAAAFawCHBIEEAIAAAAAAAAAAAAAAAUAAAUkAQAtsAI1jQJEoAECQECkARADALQCALQCAAAAAAAAAAAAqAEArAECAQCwAQUEAwW4ArQBBQQDBbwCuAEFBAMFwAK8AQUEAwXEAsABBQQDBbgCxAEFBAMFuALIAQUEAwXIAswBBQQDBcwC0AEFBAMF0ALUAQUEAwXUAtgBBQQDBdgC3AEFBAMF3ALgAQUEAwXgAuQBBQQDBeQC6AEFBAMF6ALsAQUEAwXsAvABBQQDBfAC9AEFBAMF9AL4AQUEAwX4AvwBBQQDBfwCgAIFBAMFgAOEAgUFhAMIAYgCBAUACAGSAj5BbHR1YS5PYWsuQ29yZS5DaGFydC5EZWZhdWx0UGxvdFNlcmllc1NldHRpbmdzLCBBbHR1YS5PYWsuQ29yZY0CRACUAgUFiAMIAZgCBAUACAGcAgUFjAMIAaACBAUACAGkAgUFkAMIAagCBAUACAGsAgUFlAMIAbACBAUACAG0AgC4AgIBALwCEgEImAOcA6ADpAOoA6wDsAO0A8ACBgECuAO8A8QCAgEAyAICAQDMAgIBANACEgEIwAPEA8gDzAPQA9QD2APcA9QCCgEE4APkA+gD7APYAg4BBvAD9AP4A/wDgASEBNwCFAEJiASMBJAElASYBJwEoASkBKgE4AICAQDkAgQBAawE6AIKAQSwBLQEuAS8BOwCAgEA8AICAQD0AgIBAPgCAgEA/AICAQCAAwIBAIQDBQQDBcAEiAMFBAMFxASMAwUEAwXIBJADBQQDBcwElAMFBAMF0ASYAw4F1QSWAQsAAAAAAAAAAJwDDgXdBJgBCwAAAAAAAAAAoAMOBeUEmgELAAAAAAAA4D+kAw4F7QScAQsAAAAAAADgP6gDDgX1BJ4BCwAAAAAAAOA/rAMOBf0EoAELAAAAAAAA+D+wAw4FhQWiAQsAAAAAAADgP7QDDgWNBaQBCwAAAAAAAAAAuAMIBZUFngENmAW8AwgFnQWiAQ2gBcADCgWlBaoBDa0FrAHEAwoFtQWWAQ25Ba8ByAMKBcEFmgENxQWvAcwDCgXJBZwBDc0FrwHQAwoF0QW1AQ3ZBbcB1AMKBeEFuQEN6QWvAdgDCgXtBbkBDfEFtwHcAwoF9QW+AQ39Ba8B4AMKBYEGuQENhQbCAeQDCgWNBrkBDZEGwgHoAwoFlQbGAQ2dBsgB7AMKBaUGpAENqQbLAfADBwWxBqQBCQH0AwcFtQbOAQkA+AMHBb0GpAEJAfwDBwXBBtEBCQGABAcFyQbTAQkAhAQHBdEGpAEJAIgECgXVBsYBDdkG1wGMBAoF4QbGAQ3lBtoBkAQKBe0G3AEN9QbeAZQECgX9BuABDYUH4gGYBAoFjQfGAQ3ZBtcBnAQKBZEHpAEN5QbaAaAECgWVB9EBDZkH5wGkBAoFoQfpAQ3ZBtcBqAQKBakH6wENsQftAawECgW5B+8BDcEH8QGwBAoFyQfOAQ3NB/QBtAQKBdUH4AEN2Qf0AbgECgXdB/gBDeUH9AG8BAoF6QfcAQ3tB/QBwAQGAQHxB/0BxAQGAQH5B/0ByAQGAQH9B/0BzAQGAQGBCP0B0AQGAQGFCP0B2gRTQWx0dWEuT2FrLkNvcmUuTW9kaWZpY2F0aW9uLlN0eWxpbmcuQWxsVmFsdWVBeGlzQ3VzdG9taXphdGlvblRhcmdldCwgQWx0dWEuT2FrLkNvcmXVBJYBAOIEWUFsdHVhLk9hay5Db3JlLk1vZGlmaWNhdGlvbi5TdHlsaW5nLlZhbHVlQXhpc0dyaWRsaW5lc0N1c3RvbWl6YXRpb25UYXJnZXQsIEFsdHVhLk9hay5Db3Jl3QSYAQDqBFNBbHR1YS5PYWsuQ29yZS5Nb2RpZmljYXRpb24uU3R5bGluZy5DYXRlZ29yeUF4aXNDdXN0b21pemF0aW9uVGFyZ2V0LCBBbHR1YS5PYWsuQ29yZeUEmgEA8gRQQWx0dWEuT2FrLkNvcmUuTW9kaWZpY2F0aW9uLlN0eWxpbmcuT3JpZ29MaW5lQ3VzdG9taXphdGlvblRhcmdldCwgQWx0dWEuT2FrLkNvcmXtBJwBAPoEXUFsdHVhLk9hay5Db3JlLk1vZGlmaWNhdGlvbi5TdHlsaW5nLkFsbENvbm5lY3RvcnNBdXhpbGlhcnlDdXN0b21pemF0aW9uVGFyZ2V0LCBBbHR1YS5PYWsuQ29yZfUEngEAggVZQWx0dWEuT2FrLkNvcmUuTW9kaWZpY2F0aW9uLlN0eWxpbmcuU2VyaWVzV2l0aFBsb3RLaW5kQ3VzdG9taXphdGlvblRhcmdldCwgQWx0dWEuT2FrLkNvcmX9BKABAwWICIoFYUFsdHVhLk9hay5Db3JlLk1vZGlmaWNhdGlvbi5TdHlsaW5nLlRhcmdldHMuV2F0ZXJmYWxsQ29ubmVjdG9yQ3VzdG9taXphdGlvblRhcmdldCwgQWx0dWEuT2FrLkNvcmWFBaIBAJIFWEFsdHVhLk9hay5Db3JlLk1vZGlmaWNhdGlvbi5TdHlsaW5nLlNlcmllc0xhYmVsT2ZUeXBlQ3VzdG9taXphdGlvblRhcmdldCwgQWx0dWEuT2FrLkNvcmWNBaQBAgABlQWeAQCYBQUMAwWMCJ0FogEAoAUFDAMFkAiqBVZBbHR1YS5PYWsuQ29yZS5Nb2RpZmljYXRpb24uU3R5bGluZy5BbGxTZXJpZXNNYXJrZXJDdXN0b21pemF0aW9uVGFyZ2V0LCBBbHR1YS5PYWsuQ29yZaUFqgEAsgU6QWx0dWEuT2FrLkNvcmUuVGhlbWluZy5CaW5kaW5nQ29sb3JQb2ludGVyLCBBbHR1YS5PYWsuQ29yZa0FrAEFBZUIhgK1BZYBAL4FN0FsdHVhLk9hay5Db3JlLlRoZW1pbmcuUGFnZUNvbG9yUG9pbnRlciwgQWx0dWEuT2FrLkNvcmW5Ba8BBAAACADBBZoBAMUFrwEEAAAIAMkFnAEAzQWvAQQAAAgA1gVTQWx0dWEuT2FrLkNvcmUuTW9kaWZpY2F0aW9uLlN0eWxpbmcuQWxsR3JpZGxpbmVzQ3VzdG9taXphdGlvblRhcmdldCwgQWx0dWEuT2FrLkNvcmXRBbUBAN4FM0FsdHVhLk9hay5Db3JlLlRoZW1pbmcuQ29sb3JQb2ludGVyLCBBbHR1YS5PYWsuQ29yZdkFtwGAgID/5gVnQWx0dWEuT2FrLkNvcmUuTW9kaWZpY2F0aW9uLlN0eWxpbmcuVGFyZ2V0cy5BbGxBdXhpbGlhcnlTaGFwZXNPZlR5cGVDdXN0b21pemF0aW9uVGFyZ2V0LCBBbHR1YS5PYWsuQ29yZeEFuQECAAPpBa8BBAAECADtBbkBAgAB8QW3Af///wD6BU1BbHR1YS5PYWsuQ29yZS5Nb2RpZmljYXRpb24uU3R5bGluZy5TZXJpZXNDdXN0b21pemF0aW9uVGFyZ2V0LCBBbHR1YS5PYWsuQ29yZfUFvgEUBBIEEKqkKxvzHnpZmprmbcF3DAD9Ba8BBAAGCAGBBrkBAgABigZWQWx0dWEuT2FrLkNvcmUuU3ludGF4U3RydWN0dXJlLlJlY3RhbmdsZUF1eGlsaWFyeVNoYXBlTGFiZWxDYWxjdWxhdGlvbiwgQWx0dWEuT2FrLkNvcmWFBsIBAI0GuQECAAORBsIBAJoGX0FsdHVhLk9hay5Db3JlLk1vZGlmaWNhdGlvbi5TdHlsaW5nLlNlcmllc0xhYmVsc1dpdGhQbG90S2luZEN1c3RvbWl6YXRpb25UYXJnZXQsIEFsdHVhLk9hay5Db3JllQbGAQUFnAgIAKIGSUFsdHVhLk9hay5Db3JlLlN5bnRheFN0cnVjdHVyZS5QZXJjZW50YWdlTGFiZWxDYWxjdWxhdGlvbiwgQWx0dWEuT2FrLkNvcmWdBsgBAgEApQakAQIAAa4GSUFsdHVhLk9hay5Db3JlLlN5bnRheFN0cnVjdHVyZS5TZXJpZXNOYW1lTGFiZWxDYWxjdWxhdGlvbiwgQWx0dWEuT2FrLkNvcmWpBssBALEGpAECAAK6BlhBbHR1YS5PYWsuQ29yZS5Nb2RpZmljYXRpb24uU3R5bGluZy5BbGxWYWx1ZUF4aXNMYWJlbEN1c3RvbWl6YXRpb25UYXJnZXQsIEFsdHVhLk9hay5Db3JltQbOAQC9BqQBAgAAxgZYQWx0dWEuT2FrLkNvcmUuTW9kaWZpY2F0aW9uLlN0eWxpbmcuQWxsQXV4aWxpYXJ5TGFiZWxDdXN0b21pemF0aW9uVGFyZ2V0LCBBbHR1YS5PYWsuQ29yZcEG0QEAzgZfQWx0dWEuT2FrLkNvcmUuTW9kaWZpY2F0aW9uLlN0eWxpbmcuQXV0b21hdGljRG9udXRDaGFydFRpdGxlQ3VzdG9taXphdGlvblRhcmdldCwgQWx0dWEuT2FrLkNvcmXJBtMBANEGpAECAAHVBsYBBQWgCAgA3gY8QWx0dWEuT2FrLkNvcmUuUGxvdHRpbmcuTGFiZWxQbGFjZW1lbnRJbnNpZGUsIEFsdHVhLk9hay5Db3Jl2QbXAQQAAQgB4QbGAQUFpAgIAOoGPUFsdHVhLk9hay5Db3JlLlBsb3R0aW5nLkxhYmVsUGxhY2VtZW50T3V0c2lkZSwgQWx0dWEuT2FrLkNvcmXlBtoBAPIGWEFsdHVhLk9hay5Db3JlLk1vZGlmaWNhdGlvbi5TdHlsaW5nLkNhdGVnb3J5QXhpc1RpdGxlQ3VzdG9taXphdGlvblRhcmdldCwgQWx0dWEuT2FrLkNvcmXtBtwBAPoGRkFsdHVhLk9hay5Db3JlLlBsb3R0aW5nLkF4aXNUaXRsZUxhYmVsUGxhY2VtZW50T3V0c2lkZSwgQWx0dWEuT2FrLkNvcmX1Bt4BAgABggddQWx0dWEuT2FrLkNvcmUuTW9kaWZpY2F0aW9uLlN0eWxpbmcuQWxsVmFsdWVBeGlzVGl0bGVMYWJlbEN1c3RvbWl6YXRpb25UYXJnZXQsIEFsdHVhLk9hay5Db3Jl/QbgAQCKB0JBbHR1YS5PYWsuQ29yZS5QbG90dGluZy5BeGlzVGl0bGVMYWJlbFBsYWNlbWVudEZhciwgQWx0dWEuT2FrLkNvcmWFB+IBAgAAjQfGAQUFqAgIAJEHpAECAAGVB9EBAJ4HRkFsdHVhLk9hay5Db3JlLlBsb3R0aW5nLkF1eGlsaWFyeUxhYmVsUGxhY2VtZW50RGVmYXVsdCwgQWx0dWEuT2FrLkNvcmWZB+cBAKYHWUFsdHVhLk9hay5Db3JlLk1vZGlmaWNhdGlvbi5TdHlsaW5nLkFsbENoYXJ0VGl0bGVMYWJlbEN1c3RvbWl6YXRpb25UYXJnZXQsIEFsdHVhLk9hay5Db3JloQfpAQCuB1JBbHR1YS5PYWsuQ29yZS5Nb2RpZmljYXRpb24uU3R5bGluZy5TZXJpZXNMYWJlbEN1c3RvbWl6YXRpb25UYXJnZXQsIEFsdHVhLk9hay5Db3JlqQfrARYEEgQQXKzRXilRqVay1jhQyXfBXAgBtgdWQWx0dWEuT2FrLkNvcmUuUGxvdHRpbmcuTGFiZWxQbGFjZW1lbnQuTGFiZWxQbGFjZW1lbnRNYW51YWxPdXRlclJhZGlhbCwgQWx0dWEuT2FrLkNvcmWxB+0BEgPWImlTIX8rwAu0lDIcx142QL4HUEFsdHVhLk9hay5Db3JlLk1vZGlmaWNhdGlvbi5TdHlsaW5nLkFsbExhYmVsc0N1c3RvbWl6YXRpb25UYXJnZXQsIEFsdHVhLk9hay5Db3JluQfvAQDGB0JBbHR1YS5PYWsuQ29yZS5TeW50YXhTdHJ1Y3R1cmUuQWN0dWFsRm9udFNpemVWYWx1ZSwgQWx0dWEuT2FrLkNvcmXBB/EBCQMAAAAAAAAiQMkHzgEA0gdDQWx0dWEuT2FrLkNvcmUuU3ludGF4U3RydWN0dXJlLkFjdHVhbEZvbnRDb2xvclZhbHVlLCBBbHR1YS5PYWsuQ29yZc0H9AEFBa0IrwHVB+ABANkH9AEFBbEIrwHiB1dBbHR1YS5PYWsuQ29yZS5Nb2RpZmljYXRpb24uU3R5bGluZy5BbGxDYXRlZ29yeUxhYmVsQ3VzdG9taXphdGlvblRhcmdldCwgQWx0dWEuT2FrLkNvcmXdB/gBAOUH9AEFBbUIrwHpB9wBAO0H9AEFBbkIrwH2By9BbHR1YS5EYXRhLkluZnJhc3RydWN0dXJlLlBhcmFncmFwaCwgQWx0dWEuRGF0YfEH/QEFDAMFvAj5B/0BBQwDBcAI/Qf9AQUMAwXECIEI/QEFDAMFyAiFCP0BBQwDBcwIiAgBBYwICgECAACAQAAAQECQCAoBAgAAgEAAAEBAmghIQWx0dWEuT2FrLkNvcmUuU3ludGF4U3RydWN0dXJlLlBsb3RTZXJpZXNCaW5kaW5nU3RyYXRlZ3ksIEFsdHVhLk9hay5Db3JllQiGAgCcCAENoAgCAAGkCAEFqAgBDa0IrwEEAAAIALEIrwEEAAAIALUIrwEEAAAIALkIrwEEAAAIALwIBgEB0QiVAsAIBgEB2QiVAsQIBgEB3QiVAsgIBgEB4QiVAswIBgEB5QiVAtYILUFsdHVhLkRhdGEuSW5mcmFzdHJ1Y3R1cmUuVGV4dFJ1biwgQWx0dWEuRGF0YdEIlQILBAZOb3J3YXkN6AjZCJUCCwQGU3dlZGVuDegI3QiVAgwEB0Rlbm1hcmsN6AjhCJUCDAQHRmlubGFuZA3oCOUIlQIKBAVUb3RhbA3oCOgIEgQAHAAkACwANAA8AEwAVABdAA=="/>
  <p:tag name="GRUNT-SYNC" val="4306f103b05c46aab407e0da8b4787b3"/>
</p:tagLst>
</file>

<file path=ppt/tags/tag13.xml><?xml version="1.0" encoding="utf-8"?>
<p:tagLst xmlns:a="http://schemas.openxmlformats.org/drawingml/2006/main" xmlns:r="http://schemas.openxmlformats.org/officeDocument/2006/relationships" xmlns:p="http://schemas.openxmlformats.org/presentationml/2006/main">
  <p:tag name="GRUNT-PAGEOBJECT" val="35a8bf1b-6fdb-44a7-a1ed-63f2b650380a"/>
  <p:tag name="GRUNT-RENDERHASH" val="72cd3074717749cc891484cee9a957c5-svg"/>
  <p:tag name="GRUNT-SYNC" val="3384f7bf34b2444fbc1c19188c975e5e"/>
  <p:tag name="GRUNT-VERSION" val="20.26.1.0"/>
  <p:tag name="GRUNT-VERSION-2" val="2026.1-r2-6033"/>
  <p:tag name="GRUNT-X-PAGEOBJECT" val="AQUCvwIKPkFsdHVhLk9hay5Db3JlLkRvY3VtZW50TW9kZWwuQ2hhcnRMZWdlbmRPYmplY3QsIEFsdHVhLk9hay5Db3JlBQI7BBIEEBu/qDXbb6dEoe1j8rZQOAoUEgQQ9j4l2dmCo0q9le6Z0eF86S0MNRBEAgUUSABVGQdlIHUkeAAMBAQCBSgQAgUsFAIBAB5QQWx0dWEuT2FrLkNvcmUuRG9jdW1lbnRNb2RlbC5UZW1wbGF0aW5nLkN1c3RvbVBvc2l0aW9uRGVmaW5pdGlvbiwgQWx0dWEuT2FrLkNvcmUZByQEIgEEfIbCqltQSUBK+AqToul9QGFeT5VWQmtAYHtQz/S+N0AgEgUwDAVlbi1OTxU0HAVlbi1OTyQCBTgoAgEALAAwCwQBLAwBIBQDTk9LNAkEBWVuLU5PCAE4AgQg"/>
  <p:tag name="GRUNT-X-RESOURCES" val="AQIFBAQEAgEA"/>
  <p:tag name="GRUNT-X-SHAPEBOUNDS" val="ASIBBAAAAKBbUElAAAAAoKLpfUAAAACgVkJrQAAAAMD0vjdAAA=="/>
</p:tagLst>
</file>

<file path=ppt/tags/tag14.xml><?xml version="1.0" encoding="utf-8"?>
<p:tagLst xmlns:a="http://schemas.openxmlformats.org/drawingml/2006/main" xmlns:r="http://schemas.openxmlformats.org/officeDocument/2006/relationships" xmlns:p="http://schemas.openxmlformats.org/presentationml/2006/main">
  <p:tag name="GRUNT-PAGEOBJECT" val="1a219bed-8625-4620-bc57-2e8ccbcb6608"/>
  <p:tag name="GRUNT-X-RESOURCES" val="AQIFBAQEAgEA"/>
  <p:tag name="GRUNT-VERSION" val="20.26.1.0"/>
  <p:tag name="GRUNT-X-DATASERVICE" val="AQUCrxIKNEFsdHVhLkRhdGEuRGF0YVNlcnZpY2VzLkV4Y2VsRGF0YVNlcnZpY2UsIEFsdHVhLkRhdGEFAhwEEgQQax4YSKNylUqRfI5j8SELQhUMHREFLRkHDAYFIA0kFSgWPUFsdHVhLkRhdGEuUHJpbWl0aXZlcy5FeGNlbC5FeGNlbEltcG9ydERlZmluaXRpb24sIEFsdHVhLkRhdGERBQ4FLQwIABQCBTQdOCU9EB5BQWx0dWEuRGF0YS5EYXRhU2VydmljZXMuRW1iZWRkZWREYXRhU2VydmljZUVkaXRvckRhdGEsIEFsdHVhLkRhdGEZBwQFRA1IIAQFTA0oJAYIARABHVAoAgVUMjRBbHR1YS5EYXRhLlByaW1pdGl2ZXMuRXhjZWwuRXhjZWxBZGRyZXNzLCBBbHR1YS5EYXRhLQwFFVgdXRg0AgEAOAwBARAAGAAhACgCMQBCQEFsdHVhLkRhdGEuRXhjZWwuUmVhZGluZy5EZWZhdWx0RXhjZWxSZWFkaW5nU3RyYXRlZ3ksIEFsdHVhLkRhdGE9EABEHh0EEgQQAQAAAAAAAAAAAAAAAAAAAAsAAAAAQCtWQEgeHQQSBBACAAAAAAAAAAAAAAAGAAAGCwAAAAAAADNATAsLpCDbgXRp3kgVZFAOAwBoAGgAAAAAAAAAAABUAFgFCQEVbRxiN0FsdHVhLkRhdGEuUmVhZGVycy5FeGNlbC5TcGVjaWZpY0V4Y2VsUmFuZ2UsIEFsdHVhLkRhdGFdGAoFdAwGR1JBUEhTZL4EAwd4BnwHAwUyMDIyQQEAAwUyMDIzQQEGAwUyMDI0QQEMAwUyMDI1QQESAwUyMDI2RgEYAwUyMDI3RgEeAwUyMDI4RgEkI0pxEnrG5NE/nkGKpNESdD8WUbmXfVvYv+LIGHYJN2Y/RDxGC8bgzD9Me3R1viHYP6IZLeGiYsA/EpyX+qffyD8EiN68UHatPxzU0mI/1Ng/psuNIaSI2D/0F5f1WszCP237Uiml+M0/gezf9J9Esj8+U2jRGYbLP2Kpp8g6g9g/ZbJNGLG5xD/m8XwWiKPXP1YXB6cad7Y/YI/Niw+5wD+cr1l+LYnYP1bknk4TMcY/ch+ByW6N2j+Vx566fZK5P4d0uMVg3MI/CtejcD0K1z8zMzMzMzPDP10PrrpUkdQ/yhtkCYIbtz9SHByhLMrCP65H4XoUrtc/ehSuR+F6xD9wFspccDLXPyMW471Qw7k/zUVpeRWExT8AAAABAAAAAAAAAAAA+P//HwEAAAAAAAECgQEhBR49J1Jlb3JnYW5pemVkIElTICYgQlMnIVIxMUNbN10HAQcNExkfJR49J1Jlb3JnYW5pemVkIElTICYgQlMnIVIxNkNbN10HAggOFBogJh49J0ZDRiAmIFZhbHVlIERyaXZlcnMnIVIyNENbNF0HAwkPFRshJx49J0ZDRiAmIFZhbHVlIERyaXZlcnMnIVIyNkNbNF0HBAoQFhwiKB49J0ZDRiAmIFZhbHVlIERyaXZlcnMnIVI0NUNbNF0HBQsRFx0jKWgAck9BbHR1YS5MaWJyYXJ5LlNlcmlhbGl6YWJsZS5TdG9yYWdlLkFic29sdXRlRmlsZVBhdGgsIEFsdHVhLkxpYnJhcnkuU2VyaWFsaXphYmxlbRxWBFRodHRwczovL2JpZWR1LW15LnNoYXJlcG9pbnQuY29tL3BlcnNvbmFsL3MyMzE3NzQwX2JpX25vL0RvY3VtZW50cy9QYXJldG8gZXF1aXR5Lnhsc3h0CAWJASMNkQEleA6YAZwBoAGkAagBrAGwAXwMtAG4AbwBwAHEAcgBhgE9QWx0dWEuRGF0YS5OdW1iZXJGb3JtYXR0aW5nLkNvbXBvc2l0ZU51bWJlckZvcm1hdCwgQWx0dWEuRGF0YYEBIQsdzAEl0AE11AE9AI4BN0FsdHVhLkRhdGEuUHJpbWl0aXZlcy5Db25zdHJhaW5lZENvbHVtblNwYW4sIEFsdHVhLkRhdGGJASMFAwXYAQCWATRBbHR1YS5EYXRhLlByaW1pdGl2ZXMuQ29uc3RyYWluZWRSb3dTcGFuLCBBbHR1YS5EYXRhkQElBQMF3AEAmAEZBBIEEAEAAAAAAAAAAAAAAAAAAAAMAUMZAZwBGQQSBBABAAAAAAAAAAAAAAABAAABDAFEGQGgARkEEgQQAQAAAAAAAAAAAAAAAgAAAgwBRRkBpAEZBBIEEAEAAAAAAAAAAAAAAAMAAAMMAUYZAagBGQQSBBABAAAAAAAAAAAAAAAEAAAEDAFHGQGsARkEEgQQAQAAAAAAAAAAAAAABQAABQwBSBkBsAEZBBIEEAEAAAAAAAAAAAAAAAYAAAYMAUkZAbQBGgQSBBACAAAAAAAAAAAAAAAAAAAADAIxNhkBuAEaBBIEEAIAAAAAAAAAAAAAAAEAAAEMAjE3GQG8ARoEEgQQAgAAAAAAAAAAAAAAAgAAAgwCMTgZAcABGgQSBBACAAAAAAAAAAAAAAADAAADDAIxORkBxAEaBBIEEAIAAAAAAAAAAAAAAAQAAAQMAjIwGQHIARoEEgQQAgAAAAAAAAAAAAAABQAABQwCMjEZAcwBCQACDAMF4AERAdABCQACDAMF5AERAdQBCwQBLAwBIBQDTk9L2AEEAQIDCtwBBAECEBbgAQsBA+kBO/EBPfkBP+QBDgEEgQI96QE78QE9+QE/7gFAQWx0dWEuRGF0YS5OdW1iZXJGb3JtYXR0aW5nLk51bWJlckZvcm1hdFZhbHVlU2VnbWVudCwgQWx0dWEuRGF0YekBOwUEAwWEAvYBP0FsdHVhLkRhdGEuTnVtYmVyRm9ybWF0dGluZy5OdW1iZXJGb3JtYXRUZXh0U2VnbWVudCwgQWx0dWEuRGF0YfEBPQUEASAJAf4BQkFsdHVhLkRhdGEuTnVtYmVyRm9ybWF0dGluZy5OdW1iZXJGb3JtYXRQZXJjZW50U2VnbWVudCwgQWx0dWEuRGF0YfkBPwCBAj0FBAEtCQGEAggBAokCQ4kCQ44COUFsdHVhLkRhdGEuTnVtYmVyRm9ybWF0dGluZy5OdW1iZXJQbGFjZWhvbGRlciwgQWx0dWEuRGF0YYkCQwUCMAAAAA=="/>
  <p:tag name="GRUNT-VERSION-2" val="2026.1-r5-6063"/>
  <p:tag name="GRUNT-RENDERHASH" val="d4a76dd968a966a4255511028b0d38da-svg"/>
  <p:tag name="GRUNT-X-SHAPEBOUNDS" val="ASIBBAAAAGCEhIVAAAAAoPMudUAAAACANjFqQAAAAIA8DWRAAA=="/>
  <p:tag name="GRUNT-X-PAGEOBJECT" val="AQUCy58BCjhBbHR1YS5PYWsuQ29yZS5Eb2N1bWVudE1vZGVsLlRhYmxlT2JqZWN0LCBBbHR1YS5PYWsuQ29yZQUCVAQSBBDtmyEaJYYgRrxXLozLy2YIDBIEEGseGEijcpVKkXyOY/EhC0IVDQQlFQYtHDUgPSUKVSxlMG00cAB8EgQQAAAAAAAAAAAAAAAAAAAAAIUBOBJQQWx0dWEuT2FrLkNvcmUuRG9jdW1lbnRNb2RlbC5UZW1wbGF0aW5nLkN1c3RvbVBvc2l0aW9uRGVmaW5pdGlvbiwgQWx0dWEuT2FrLkNvcmUNBCQEIgEEAAAAYISEhUAAAACg8y51QHSkN4w2MWpA/v//fzwNZEAaL0FsdHVhLk9hay5Db3JlLlRhYmxlcy5TdHJ1Y3R1cmUsIEFsdHVhLk9hay5Db3JlFQYGFTwdQC1EHAIFSCAEBAIFTCpKQWx0dWEuT2FrLkNvcmUuTW9kaWZpY2F0aW9uLlN0eWxpbmcuU3RhdGljVGFibGVPYmplY3RTdHlsZSwgQWx0dWEuT2FrLkNvcmUlChM1UEVUTVhVXF1gZWRtaHVshQFwLBIFdAwFZW4tR0IVeBwFZW4tR0IwAgV8NEQEFDd5ajhiNGdhNzh2dTlyeHJjZTh2DBQ3eWo4ODc0ZDJ4ODZndWdoMWNiORQUN3lqODg3NGIzdDFydGMwbXRvdnAZADgGBYABDYQBPAoFiAEdACUALYwBQAoFkAEdACUALZQBRAMFmAFIGBcEEgQQ3CwjSqwsdkuZHUQmooT4rA2cAUwUAQahASmpASuxAS25ASu9AS3BATFQBQQDBcgBVAUEAwXMAVgFBAMF0AFcBQQDBdQBYAUEAwXYAWQFBAMF3AFoBQQDBeABbAUEAwXkAXADBegBdAoEAS4MASwUAsKjeAkEBWVuLUdCCAF8AQ6AAQcIARABHewBhAEDBfABiAEO9AH4AfwBgAKEAogCjAKMAQCQAQyQApQCmAKcAqACpAKUARMSBBC+qBK53ZPOVJfs8keLTBwMmAEBYJwBHwQSBBDcLCNKrCx2S5kdRCaihPisDANLUEklqAItrAKmAUdBbHR1YS5PYWsuQ29yZS5Nb2RpZmljYXRpb24uTW9kaWZpZXJzLkFsaWdubWVudE1vZGlmaWVyLCBBbHR1YS5PYWsuQ29yZaEBKQkFsAINtAIVuAKuAUxBbHR1YS5PYWsuQ29yZS5Nb2RpZmljYXRpb24uTW9kaWZpZXJzLkNoYXJhY3RlclN0eWxlTW9kaWZpZXIsIEFsdHVhLk9hay5Db3JlqQErDwW8Ah3AAiXEAi3IAjXMArYBREFsdHVhLk9hay5Db3JlLk1vZGlmaWNhdGlvbi5Nb2RpZmllcnMuQm9yZGVyTW9kaWZpZXIsIEFsdHVhLk9hay5Db3JlsQEtFgXQAhMCAAAAAAD4Px3UAiXYAi3dAli5ASsPBeQCHcACJegCLewCNfACvQEtFgX0AhMAAAAAAADgPx34AiXYAi39AljGAUJBbHR1YS5PYWsuQ29yZS5Nb2RpZmljYXRpb24uTW9kaWZpZXJzLkZpbGxNb2RpZmllciwgQWx0dWEuT2FrLkNvcmXBATEKBYADFYQDHYkDY8gBAgEAzAEEAQGQA9ABWgEslAOYA5wDoAOkA6gDrAOwA7QDuAO8A8ADxAPIA8wD0APUA9gD3APgA+QD6APsA/AD9AP4A/wDgASEBIgEjASQBJQEmAScBKAEpASoBKwEsAS0BLgEvATABNQBZgEyxATIBMwE0ATUBNgE3ATgBOQE6ATsBPAE9AT4BPwEgAWEBYgFjAWQBZQFmAWcBaAFpAWoBawFsAW0BbgFvAXABcQFyAXMBdAF1AXYBdwF4AXkBegF7AXwBfQF+AX8BYAGhAaIBtgBAgEA3AEQAQeMBpAGlAaYBpwGoAakBuABAgEA5AECAQDoAQDsARADAKgGAKgGAAAAAAAAAAAA8AGMDy0EKAQSBBABAAAAAAAAAAAAAAAEAAAEDBIEEAIAAAAAAAAAAAAAAAQAAAQNrAYtBCgEEgQQAQAAAAAAAAAAAAAAAwAAAwwSBBACAAAAAAAAAAAAAAABAAABDbAGLQQoBBIEEAEAAAAAAAAAAAAAAAIAAAIMEgQQAgAAAAAAAAAAAAAAAwAAAw20Bi0EKAQSBBABAAAAAAAAAAAAAAABAAABDBIEEAIAAAAAAAAAAAAAAAUAAAUNuAYtBCgEEgQQAQAAAAAAAAAAAAAAAwAAAwwSBBACAAAAAAAAAAAAAAAEAAAEDbwGLQQoBBIEEAEAAAAAAAAAAAAAAAQAAAQMEgQQAgAAAAAAAAAAAAAAAgAAAg3ABi0EKAQSBBABAAAAAAAAAAAAAAAFAAAFDBIEEAIAAAAAAAAAAAAAAAAAAAANxAYtBCgEEgQQAQAAAAAAAAAAAAAAAgAAAgwSBBACAAAAAAAAAAAAAAAAAAAADcgGLQQoBBIEEAEAAAAAAAAAAAAAAAQAAAQMEgQQAgAAAAAAAAAAAAAAAAAAAA3MBi0EKAQSBBABAAAAAAAAAAAAAAABAAABDBIEEAIAAAAAAAAAAAAAAAQAAAQN0AYtBCgEEgQQAQAAAAAAAAAAAAAABgAABgwSBBACAAAAAAAAAAAAAAABAAABDdQGLQQoBBIEEAEAAAAAAAAAAAAAAAAAAAAMEgQQAgAAAAAAAAAAAAAAAgAAAg3YBi0EKAQSBBABAAAAAAAAAAAAAAADAAADDBIEEAIAAAAAAAAAAAAAAAMAAAMN3AYtBCgEEgQQAQAAAAAAAAAAAAAABgAABgwSBBACAAAAAAAAAAAAAAADAAADDeAGLQQoBBIEEAEAAAAAAAAAAAAAAAIAAAIMEgQQAgAAAAAAAAAAAAAABQAABQ3kBi0EKAQSBBABAAAAAAAAAAAAAAAAAAAADBIEEAIAAAAAAAAAAAAAAAQAAAQN6AYtBCgEEgQQAQAAAAAAAAAAAAAAAAAAAAwSBBACAAAAAAAAAAAAAAABAAABDewGLQQoBBIEEAEAAAAAAAAAAAAAAAIAAAIMEgQQAgAAAAAAAAAAAAAAAQAAAQ3wBi0EKAQSBBABAAAAAAAAAAAAAAAGAAAGDBIEEAIAAAAAAAAAAAAAAAQAAAQN9AYtBCgEEgQQAQAAAAAAAAAAAAAAAgAAAgwSBBACAAAAAAAAAAAAAAACAAACDfgGLQQoBBIEEAEAAAAAAAAAAAAAAAYAAAYMEgQQAgAAAAAAAAAAAAAABQAABQ38Bi0EKAQSBBABAAAAAAAAAAAAAAAEAAAEDBIEEAIAAAAAAAAAAAAAAAEAAAENgActBCgEEgQQAQAAAAAAAAAAAAAAAAAAAAwSBBACAAAAAAAAAAAAAAAFAAAFDYQHLQQoBBIEEAEAAAAAAAAAAAAAAAUAAAUMEgQQAgAAAAAAAAAAAAAAAwAAAw2IBy0EKAQSBBABAAAAAAAAAAAAAAAFAAAFDBIEEAIAAAAAAAAAAAAAAAQAAAQNjActBCgEEgQQAQAAAAAAAAAAAAAAAQAAAQwSBBACAAAAAAAAAAAAAAACAAACDZAHLQQoBBIEEAEAAAAAAAAAAAAAAAAAAAAMEgQQAgAAAAAAAAAAAAAAAAAAAA2UBy0EKAQSBBABAAAAAAAAAAAAAAAGAAAGDBIEEAIAAAAAAAAAAAAAAAIAAAINmActBCgEEgQQAQAAAAAAAAAAAAAAAwAAAwwSBBACAAAAAAAAAAAAAAACAAACDZwHLQQoBBIEEAEAAAAAAAAAAAAAAAIAAAIMEgQQAgAAAAAAAAAAAAAABAAABA2gBy0EKAQSBBABAAAAAAAAAAAAAAAEAAAEDBIEEAIAAAAAAAAAAAAAAAMAAAMNpActBCgEEgQQAQAAAAAAAAAAAAAABQAABQwSBBACAAAAAAAAAAAAAAAFAAAFDagHLQQoBBIEEAEAAAAAAAAAAAAAAAEAAAEMEgQQAgAAAAAAAAAAAAAAAwAAAw2sBy0EKAQSBBABAAAAAAAAAAAAAAAFAAAFDBIEEAIAAAAAAAAAAAAAAAIAAAINsActBCgEEgQQAQAAAAAAAAAAAAAAAQAAAQwSBBACAAAAAAAAAAAAAAAAAAAADbQHLQQoBBIEEAEAAAAAAAAAAAAAAAUAAAUMEgQQAgAAAAAAAAAAAAAAAQAAAQ24By0EKAQSBBABAAAAAAAAAAAAAAABAAABDBIEEAIAAAAAAAAAAAAAAAEAAAENvActBCgEEgQQAQAAAAAAAAAAAAAABAAABAwSBBACAAAAAAAAAAAAAAAFAAAFDcAHLQQoBBIEEAEAAAAAAAAAAAAAAAYAAAYMEgQQAgAAAAAAAAAAAAAAAAAAAA3EBy0EKAQSBBABAAAAAAAAAAAAAAADAAADDBIEEAIAAAAAAAAAAAAAAAUAAAUNyActBCgEEgQQAQAAAAAAAAAAAAAAAwAAAwwSBBACAAAAAAAAAAAAAAAAAAAADcwHLQQoBBIEEAEAAAAAAAAAAAAAAAAAAAAMEgQQAgAAAAAAAAAAAAAAAwAAAw3QB/QBPAQSBBDQUrDcLUmBVZ1n0BH70fuoDBIEEAEAAAAAAAAAAAAAAAAAAAAUCwACCwAAAAAAAPA/IAA0AQA8APgBPAQSBBBlYYr8WK5HXqHhNWQrPVDPDBIEEAEAAAAAAAAAAAAAAAEAAAEUCwACCwAAAAAAAPA/IAA0AQA8APwBPAQSBBA+CnOjcRlSUqXHgaawQMy9DBIEEAEAAAAAAAAAAAAAAAIAAAIUCwACCwAAAAAAAPA/IAA0AQA8AIACPAQSBBBpU/Efz2DuWqJMx92lsZyyDBIEEAEAAAAAAAAAAAAAAAMAAAMUCwACCwAAAAAAAPA/IAA0AQA8AIQCPAQSBBA70duR82BOXIg7OTrRrwdLDBIEEAEAAAAAAAAAAAAAAAQAAAQUCwACCwAAAAAAAPA/IAA0AQA8AIgCPAQSBBDEDXy0Vv2UVaUGW/pRdRJjDBIEEAEAAAAAAAAAAAAAAAUAAAUUCwACCwAAAAAAAPA/IAA0AQA8AIwCPAQSBBB8+EFFLwwAW6cCAAoIzvPhDBIEEAEAAAAAAAAAAAAAAAYAAAYUCwACCwAAAAAAAPA/IAA0AQA8AJACPAQSBBBT/FkCJRKkWpopSCCCJUw+DBIEEAIAAAAAAAAAAAAAAAAAAAAUCwACCwAAAAAAAPA/IAA0AQA8AJQCPAQSBBB+AnPe5frJUJopf5pMRQ8QDBIEEAIAAAAAAAAAAAAAAAEAAAEUCwACCwAAAAAAAPA/IAA0AQA8AJgCPAQSBBBkwq3T11D9UKxP9he4WEjCDBIEEAIAAAAAAAAAAAAAAAIAAAIUCwACCwAAAAAAAPA/IAA0AQA8AJwCPAQSBBBiDOCkGBu9UIq9l/vJOdouDBIEEAIAAAAAAAAAAAAAAAMAAAMUCwACCwAAAAAAAPA/IAA0AQA8AKACPAQSBBCBCiw1MLHKWJ7i27ph9Y9qDBIEEAIAAAAAAAAAAAAAAAQAAAQUCwACCwAAAAAAAPA/IAA0AQA8AKQCPAQSBBDdEn3d8D6PUZwdfeyPMWUSDBIEEAIAAAAAAAAAAAAAAAUAAAUUCwACCwAAAAAAAPA/IAA0AQA8AKgCBNUH9gGsAgCwAiUEEgQQ2GOiaFfbgUaNcee4GfLCiQwDBdwHFAMF4AcZASAELeQHtAIEAAIIArgCBAACCAS8AiUEEgQQvZSU1GXIMk+Vfzjc+ny6+AwDBegHFAMF7AcZASAELfAHwAILAwAAAAAAAChACATEAg0ECQCQAwgAEQAZAAgCyAINBAkEB0NhbGlicmkIBMwCBgX1B1gIAtACJQQSBBAaSht6AndBRawkBLexgMaBDAMF+AcUAwX8BxkBIAEtgAjUAgwBAAkAEQEZACEAKQDYAgUEAwWECOICN0FsdHVhLk9hay5Db3JlLlRoZW1pbmcuUGFnZUNvbG9yUG9pbnRlciwgQWx0dWEuT2FrLkNvcmXdAlgEAAQIAOQCJQQSBBDxqybPEJSATLR21qIBq3IeDAMFiAgUAwWMCBkBIAQtkAjoAg0ECQCQAwgAEQAZAAgC7AINBAkEB0NhbGlicmkIBPACBwWVCIYCCAT0AiUEEgQQbZbtUsEsG0SigZJBNP+D/gwDBZwIFAMFoAgZASABLYAI+AIMAQEJABEAGQAhACkA/QJYBAAECACAAyUEEgQQfUvX9k7oB0+Fc7MR8yE/mAwDBaQIFAMFqAgZASABLawIhAMFBAMFsAiOAzdBbHR1YS5PYWsuQ29yZS5UaGVtaW5nLk5vbmVDb2xvclBvaW50ZXIsIEFsdHVhLk9hay5Db3JliQNjAJADCQW1CI4CDb0IY5QDCgXBCJECDckIkwKYAwoF0QiVAg3ZCJcCnAMKBeEIlQIN5QiXAqADCgXpCJUCDe0IlwKkAwoF8QiVAg31CJcCqAMKBfkIlQIN/QiXAqwDCgWBCZUCDYUJlwKwAwoFiQmVAg2NCZcCtAMKBZEJlQINlQmXArgDCgWZCZUCDZ0JlwK8AwoFoQmVAg2lCZcCwAMKBakJlQINrQmXAsQDCgWxCZUCDbUJlwLIAwoFuQmVAg29CZcCzAMKBcEJlQINxQmXAtADCgXJCZUCDc0JlwLUAwoF0QmVAg3VCZcC2AMKBdkJlQIN3QmXAtwDCgXhCZUCDeUJlwLgAwoF6QmVAg3tCZcC5AMKBfEJlQIN9QmXAugDCgX5CZUCDf0JlwLsAwoFgQqVAg2FCpcC8AMKBYkKlQINjQqXAvQDCgWRCpUCDZUKlwL4AwoFmQqVAg2dCpcC/AMKBaEKlQINpQqXAoAECgWpCpUCDa0KlwKEBAoFsQqVAg21CpcCiAQKBbkKlQINvQqXAowECgXBCpUCDcUKlwKQBAoFyQqVAg3NCpcClAQKBdEKlQIN1QqXApgECgXZCpUCDd0KlwKcBAoF4QqVAg3lCpcCoAQKBekKlQIN7QqXAqQECgXxCpUCDfUKlwKoBAoF+QqVAg39CpcCrAQKBYELlQINhQuXArAECgWJC5UCDY0LlwK0BAoFkQuVAg2VC5cCuAQKBZkLlQINnQuXArwECgWhC5UCDaULlwLABAoFqQuVAg2tC5cCxAQKBbELkQINtQvuAsgECgW9C5UCDcEL8QLMBAoFyQuVAg3NC/EC0AQKBdELlQIN1QvxAtQECgXZC5UCDd0L8QLYBAoF4QuVAg3lC/EC3AQKBekLlQIN7QvxAuAECgXxC5UCDfUL8QLkBAoF4QiVAg35C/EC6AQKBekIlQIN/QvxAuwECgXxCJUCDYEM8QLwBAoF+QiVAg2FDPEC9AQKBYEJlQINiQzxAvgECgWJCZUCDY0M8QL8BAoFkQmVAg2RDPECgAUKBaEJlQINlQzxAoQFCgWpCZUCDZkM8QKIBQoFsQmVAg2dDPECjAUKBbkJlQINoQzxApAFCgXBCZUCDaUM8QKUBQoFyQmVAg2pDPECmAUKBdEJlQINrQzxApwFCgXZCZUCDbEM8QKgBQoF4QmVAg21DPECpAUKBekJlQINuQzxAqgFCgXxCZUCDb0M8QKsBQoF+QmVAg3BDPECsAUKBYEKlQINxQzxArQFCgWJCpUCDckM8QK4BQoFkQqVAg3NDPECvAUKBZkKlQIN0QzxAsAFCgWhCpUCDdUM8QLEBQoFqQqVAg3ZDPECyAUKBbEKlQIN3QzxAswFCgW5CpUCDeEM8QLQBQoFwQqVAg3lDPEC1AUKBckKlQIN6QzxAtgFCgXRCpUCDe0M8QLcBQoF2QqVAg3xDPEC4AUKBeEKlQIN9QzxAuQFCgXpCpUCDfkM8QLoBQoF8QqVAg39DPEC7AUKBfkKlQINgQ3xAvAFCgWFDZUCDYkN8QL0BQoFgQuVAg2NDfEC+AUKBYkLlQINkQ3xAvwFCgWRC5UCDZUN8QKABgoFoQuVAg2ZDfEChAYKBakLlQINnQ3xAogGCgWhDZUCDaUN8QKMBgoFvQuVAg2pDasDkAYKBckLlQINsQ2rA5QGCgXRC5UCDbUNqwOYBgoF2QuVAg25DasDnAYKBeELlQINvQ2rA6AGCgXpC5UCDcENqwOkBgoF8QuVAg3FDasDqAYArAYJDcgNFcwNHAEAsAYJDcgNFdANHAEAtAYJDdQNFdgNHAEAuAYJDdQNFdwNHAEAvAYJDcgNFeANHAEAwAYJDcgNFeQNHAEAxAYJDdQNFegNHAEAyAYJDdQNFewNHAEAzAYJDdQNFfANHAEA0AYJDdQNFfQNHAEA1AYJDcgNFfgNHAEA2AYJDdQNFfwNHAEA3AYJDcgNFYAOHAEA4AYJDcgNFYQOHAEA5AYJDdQNFYgOHAEA6AYJDdQNFYwOHAEA7AYJDdQNFZAOHAEA8AYJDdQNFZQOHAEA9AYJDcgNFZgOHAEA+AYJDdQNFZwOHAEA/AYJDcgNFaAOHAEAgAcJDcgNFaQOHAEAhAcJDdQNFagOHAEAiAcJDcgNFawOHAEAjAcJDcgNFbAOHAEAkAcJDdQNFbQOHAEAlAcJDdQNFbgOHAEAmAcJDcgNFbwOHAEAnAcJDcgNFcAOHAEAoAcJDdQNFcQOHAEApAcJDcgNFcgOHAEAqAcJDcgNFcwOHAEArAcJDdQNFdAOHAEAsAcJDcgNFdQOHAEAtAcJDdQNFdgOHAEAuAcJDcgNFdwOHAEAvAcJDdQNFeAOHAEAwAcJDcgNFeQOHAEAxAcJDdQNFegOHAEAyAcJDcgNFewOHAEAzAcJDdQNFfAOHAEA0AcJDdQNFfQOHAEA2gc7QWx0dWEuT2FrLkNvcmUuRmlsdGVyaW5nLkZpbHRlcnMuUm93c0ZpbHRlciwgQWx0dWEuT2FrLkNvcmXVB/YBBgX4Dg38DtwHBgEBgQ/hA+AHAgEA5AcLBAdEZWZhdWx0CAHoBwYBAYkP4wPsBwIBAPAHCwQHRGVmYXVsdAgB9QdYBAAECAD4BwYBAZEP9gH8BwIBAIAICwQHRGVmYXVsdAgBhAgEAQIBAIgIBgEBlQ/jA4wIAgEAkAgLBAdEZWZhdWx0CAGaCDNBbHR1YS5PYWsuQ29yZS5UaGVtaW5nLkNvbG9yUG9pbnRlciwgQWx0dWEuT2FrLkNvcmWVCIYCAAAA/5wIBgEBmQ/jA6AIAgEApAgGAQGdD+gDqAgCAQCsCAsEB0RlZmF1bHQIAbAIBAECAQq6CFRBbHR1YS5PYWsuQ29yZS5Nb2RpZmljYXRpb24uU3R5bGluZy5TcGVjaWZpY0NlbGxzQ3VzdG9taXphdGlvblRhcmdldCwgQWx0dWEuT2FrLkNvcmW1CI4CAwWkD70IYwDGCFVBbHR1YS5PYWsuQ29yZS5Nb2RpZmljYXRpb24uU3R5bGluZy5UZXh0SW5BbGxDZWxsc0N1c3RvbWl6YXRpb25UYXJnZXQsIEFsdHVhLk9hay5Db3JlwQiRAgDOCERBbHR1YS5PYWsuQ29yZS5TeW50YXhTdHJ1Y3R1cmUuQWN0dWFsRm9udFdlaWdodFZhbHVlLCBBbHR1YS5PYWsuQ29yZckIkwIDALwF1ghaQWx0dWEuT2FrLkNvcmUuTW9kaWZpY2F0aW9uLlN0eWxpbmcuVGV4dEluU3BlY2lmaWNDZWxsc0N1c3RvbWl6YXRpb25UYXJnZXQsIEFsdHVhLk9hay5Db3Jl0QiVAgMFqA/eCEZBbHR1YS5PYWsuQ29yZS5TeW50YXhTdHJ1Y3R1cmUuRm9udFdlaWdodEZyb21EYXRhVmFsdWUsIEFsdHVhLk9hay5Db3Jl2QiXAgDhCJUCAwWsD+UIlwIA6QiVAgMFsA/tCJcCAPEIlQIDBbQP9QiXAgD5CJUCAwW4D/0IlwIAgQmVAgMFvA+FCZcCAIkJlQIDBcAPjQmXAgCRCZUCAwXED5UJlwIAmQmVAgMFyA+dCZcCAKEJlQIDBcwPpQmXAgCpCZUCAwXQD60JlwIAsQmVAgMF1A+1CZcCALkJlQIDBdgPvQmXAgDBCZUCAwXcD8UJlwIAyQmVAgMF4A/NCZcCANEJlQIDBeQP1QmXAgDZCZUCAwXoD90JlwIA4QmVAgMF7A/lCZcCAOkJlQIDBfAP7QmXAgDxCZUCAwX0D/UJlwIA+QmVAgMF+A/9CZcCAIEKlQIDBfwPhQqXAgCJCpUCAwWAEI0KlwIAkQqVAgMFhBCVCpcCAJkKlQIDBYgQnQqXAgChCpUCAwWMEKUKlwIAqQqVAgMFkBCtCpcCALEKlQIDBZQQtQqXAgC5CpUCAwWYEL0KlwIAwQqVAgMFnBDFCpcCAMkKlQIDBaAQzQqXAgDRCpUCAwWkENUKlwIA2QqVAgMFqBDdCpcCAOEKlQIDBawQ5QqXAgDpCpUCAwWwEO0KlwIA8QqVAgMFtBD1CpcCAPkKlQIDBbgQ/QqXAgCBC5UCAwW8EIULlwIAiQuVAgMFwBCNC5cCAJELlQIDBcQQlQuXAgCZC5UCAwXIEJ0LlwIAoQuVAgMFzBClC5cCAKkLlQIDBdAQrQuXAgCxC5ECALoLQkFsdHVhLk9hay5Db3JlLlN5bnRheFN0cnVjdHVyZS5BY3R1YWxGb250U2l6ZVZhbHVlLCBBbHR1YS5PYWsuQ29yZbUL7gIJAwAAAAAAACRAvQuVAgMF1BDGC0RBbHR1YS5PYWsuQ29yZS5TeW50YXhTdHJ1Y3R1cmUuRm9udFNpemVGcm9tRGF0YVZhbHVlLCBBbHR1YS5PYWsuQ29yZcEL8QIAyQuVAgMF2BDNC/ECANELlQIDBdwQ1QvxAgDZC5UCAwXgEN0L8QIA4QuVAgMF5BDlC/ECAOkLlQIDBegQ7QvxAgDxC5UCAwXsEPUL8QIA+QvxAgD9C/ECAIEM8QIAhQzxAgCJDPECAI0M8QIAkQzxAgCVDPECAJkM8QIAnQzxAgChDPECAKUM8QIAqQzxAgCtDPECALEM8QIAtQzxAgC5DPECAL0M8QIAwQzxAgDFDPECAMkM8QIAzQzxAgDRDPECANUM8QIA2QzxAgDdDPECAOEM8QIA5QzxAgDpDPECAO0M8QIA8QzxAgD1DPECAPkM8QIA/QzxAgCBDfECAIUNlQIDBfAQiQ3xAgCNDfECAJEN8QIAlQ3xAgCZDfECAJ0N8QIAoQ2VAgMF9BClDfECAK4NRUFsdHVhLk9hay5Db3JlLlN5bnRheFN0cnVjdHVyZS5Gb250Q29sb3JGcm9tRGF0YVZhbHVlLCBBbHR1YS5PYWsuQ29yZakNqwMAsQ2rAwC1DasDALkNqwMAvQ2rAwDBDasDAMUNqwMAyA0FBAAN+BDMDQUEAwX8ENANBQQDBYAR1A0FBAANhBHYDQUEAwWIEdwNBQQDBYwR4A0FBAMFkBHkDQUEAwWUEegNBQQDBZgR7A0FBAMFnBHwDQUEAwWgEfQNBQQDBaQR+A0FBAMFqBH8DQUEAwWsEYAOBQQDBbARhA4FBAMFtBGIDgUEAwW4EYwOBQQDBbwRkA4FBAMFwBGUDgUEAwXEEZgOBQQDBcgRnA4FBAMFzBGgDgUEAwXQEaQOBQQDBdQRqA4FBAMF2BGsDgUEAwXcEbAOBQQDBeARtA4FBAMF5BG4DgUEAwXoEbwOBQQDBewRwA4FBAMF8BHEDgUEAwX0EcgOBQQDBfgRzA4FBAMF/BHQDgUEAwWAEtQOBQQDBYQS2A4FBAMFiBLcDgUEAwWMEuAOBQQDBZAS5A4FBAMFlBLoDgUEAwWYEuwOBQQDBZwS8A4FBAMFoBL0DgUEAwWkEvgOFAQSBBA6GTaE0VyQR4D/hD1J1qUT/A5fEgQQf+IMDaM4CV+0S7qYTsWZMBIEEGMuCiWEWGRUh7vcfc8ufawSBBD5kJ9SN02aV6a8pPdxpauvEgQQMjOp07YS5likWe3Z1vLNyhIEEL6uTPt3LPRSsGSfDTlL2BqGD0FBbHR1YS5PYWsuQ29yZS5GaWx0ZXJpbmcuRmlsdGVycy5Db2x1bW5UeXBlRmlsdGVyLCBBbHR1YS5PYWsuQ29yZYEP4QMFBagSCACODz5BbHR1YS5PYWsuQ29yZS5GaWx0ZXJpbmcuRmlsdGVycy5Sb3dUeXBlRmlsdGVyLCBBbHR1YS5PYWsuQ29yZYkP4wMFBawSCAGRD/YBBgWwEg20EpUP4wMFBbgSCAeZD+MDBQW8EggHog8+QWx0dWEuT2FrLkNvcmUuRmlsdGVyaW5nLkZpbHRlcnMuQ29sdW1uc0ZpbHRlciwgQWx0dWEuT2FrLkNvcmWdD+gDBgXAEg3EEqQPnwIoBBIEEGebuiepW3ddueqIi1cmm80MEgQQckXCC1xsZ1W7pteSAZBFeCgEEgQQZ5u6J6lbd1256oiLVyabzQwSBBCkFRUz2UILU5Rri7oqfe7DKAQSBBBnm7onqVt3XbnqiItXJpvNDBIEEObFGDVL8llRm1U9aBzCyNIoBBIEEGebuiepW3ddueqIi1cmm80MEgQQsq1omC79flKdfoG7DbQV9CgEEgQQZ5u6J6lbd1256oiLVyabzQwSBBA70LDQ3ypqV4YZqxsFex1RKAQSBBBnm7onqVt3XbnqiItXJpvNDBIEEIcGvdGw95dSp/BVAR0yHcAoBBIEEGebuiepW3ddueqIi1cmm80MEgQQAtC07bMc81ecYsy2uphJKagPKSgEEgQQ9nTjY/r6KV+IJSpji0RZFgwSBBByRcILXGxnVbum15IBkEV4rA8pKAQSBBB8+EFFLwwAW6cCAAoIzvPhDBIEEL6oErndk85Ul+zyR4tMHAywDykoBBIEEMQNfLRW/ZRVpQZb+lF1EmMMEgQQvqgSud2TzlSX7PJHi0wcDLQPKSgEEgQQO9HbkfNgTlyIOzk60a8HSwwSBBC+qBK53ZPOVJfs8keLTBwMuA8pKAQSBBBpU/Efz2DuWqJMx92lsZyyDBIEEL6oErndk85Ul+zyR4tMHAy8DykoBBIEED4Kc6NxGVJSpceBprBAzL0MEgQQvqgSud2TzlSX7PJHi0wcDMAPKSgEEgQQZWGK/FiuR16h4TVkKz1QzwwSBBC+qBK53ZPOVJfs8keLTBwMxA8pKAQSBBDQUrDcLUmBVZ1n0BH70fuoDBIEEL6oErndk85Ul+zyR4tMHAzIDykoBBIEEDvR25HzYE5ciDs5OtGvB0sMEgQQ3RJ93fA+j1GcHX3sjzFlEswPKSgEEgQQZWGK/FiuR16h4TVkKz1QzwwSBBB+AnPe5frJUJopf5pMRQ8Q0A8pKAQSBBA+CnOjcRlSUqXHgaawQMy9DBIEEH4Cc97l+slQmil/mkxFDxDUDykoBBIEEGlT8R/PYO5aokzH3aWxnLIMEgQQfgJz3uX6yVCaKX+aTEUPENgPKSgEEgQQO9HbkfNgTlyIOzk60a8HSwwSBBB+AnPe5frJUJopf5pMRQ8Q3A8pKAQSBBDEDXy0Vv2UVaUGW/pRdRJjDBIEEH4Cc97l+slQmil/mkxFDxDgDykoBBIEEHz4QUUvDABbpwIACgjO8+EMEgQQfgJz3uX6yVCaKX+aTEUPEOQPKSgEEgQQ0FKw3C1JgVWdZ9AR+9H7qAwSBBBkwq3T11D9UKxP9he4WEjC6A8pKAQSBBBlYYr8WK5HXqHhNWQrPVDPDBIEEGTCrdPXUP1QrE/2F7hYSMLsDykoBBIEED4Kc6NxGVJSpceBprBAzL0MEgQQZMKt09dQ/VCsT/YXuFhIwvAPKSgEEgQQaVPxH89g7lqiTMfdpbGcsgwSBBBkwq3T11D9UKxP9he4WEjC9A8pKAQSBBA70duR82BOXIg7OTrRrwdLDBIEEGTCrdPXUP1QrE/2F7hYSML4DykoBBIEEMQNfLRW/ZRVpQZb+lF1EmMMEgQQZMKt09dQ/VCsT/YXuFhIwvwPKSgEEgQQfPhBRS8MAFunAgAKCM7z4QwSBBBkwq3T11D9UKxP9he4WEjCgBApKAQSBBDQUrDcLUmBVZ1n0BH70fuoDBIEEGIM4KQYG71Qir2X+8k52i6EECkoBBIEEGVhivxYrkdeoeE1ZCs9UM8MEgQQYgzgpBgbvVCKvZf7yTnaLogQKSgEEgQQPgpzo3EZUlKlx4GmsEDMvQwSBBBiDOCkGBu9UIq9l/vJOdoujBApKAQSBBBpU/Efz2DuWqJMx92lsZyyDBIEEGIM4KQYG71Qir2X+8k52i6QECkoBBIEEDvR25HzYE5ciDs5OtGvB0sMEgQQYgzgpBgbvVCKvZf7yTnaLpQQKSgEEgQQxA18tFb9lFWlBlv6UXUSYwwSBBBiDOCkGBu9UIq9l/vJOdoumBApKAQSBBB8+EFFLwwAW6cCAAoIzvPhDBIEEGIM4KQYG71Qir2X+8k52i6cECkoBBIEEHz4QUUvDABbpwIACgjO8+EMEgQQ3RJ93fA+j1GcHX3sjzFlEqAQKSgEEgQQfPhBRS8MAFunAgAKCM7z4QwSBBCBCiw1MLHKWJ7i27ph9Y9qpBApKAQSBBDEDXy0Vv2UVaUGW/pRdRJjDBIEEIEKLDUwscpYnuLbumH1j2qoECkoBBIEEDvR25HzYE5ciDs5OtGvB0sMEgQQgQosNTCxylie4tu6YfWPaqwQKSgEEgQQ0FKw3C1JgVWdZ9AR+9H7qAwSBBCBCiw1MLHKWJ7i27ph9Y9qsBApKAQSBBBlYYr8WK5HXqHhNWQrPVDPDBIEEIEKLDUwscpYnuLbumH1j2q0ECkoBBIEED4Kc6NxGVJSpceBprBAzL0MEgQQgQosNTCxylie4tu6YfWPargQKSgEEgQQaVPxH89g7lqiTMfdpbGcsgwSBBCBCiw1MLHKWJ7i27ph9Y9qvBApKAQSBBDEDXy0Vv2UVaUGW/pRdRJjDBIEEN0Sfd3wPo9RnB197I8xZRLAECkoBBIEEGlT8R/PYO5aokzH3aWxnLIMEgQQ3RJ93fA+j1GcHX3sjzFlEsQQKSgEEgQQPgpzo3EZUlKlx4GmsEDMvQwSBBDdEn3d8D6PUZwdfeyPMWUSyBApKAQSBBBlYYr8WK5HXqHhNWQrPVDPDBIEEN0Sfd3wPo9RnB197I8xZRLMECkoBBIEENBSsNwtSYFVnWfQEfvR+6gMEgQQ3RJ93fA+j1GcHX3sjzFlEtAQKSgEEgQQ0FKw3C1JgVWdZ9AR+9H7qAwSBBB+AnPe5frJUJopf5pMRQ8Q1BApKAQSBBDQUrDcLUmBVZ1n0BH70fuoDBIEEFP8WQIlEqRamilIIIIlTD7YECkoBBIEEGVhivxYrkdeoeE1ZCs9UM8MEgQQU/xZAiUSpFqaKUgggiVMPtwQKSgEEgQQPgpzo3EZUlKlx4GmsEDMvQwSBBBT/FkCJRKkWpopSCCCJUw+4BApKAQSBBA70duR82BOXIg7OTrRrwdLDBIEEFP8WQIlEqRamilIIIIlTD7kECkoBBIEEMQNfLRW/ZRVpQZb+lF1EmMMEgQQU/xZAiUSpFqaKUgggiVMPugQKSgEEgQQfPhBRS8MAFunAgAKCM7z4QwSBBBT/FkCJRKkWpopSCCCJUw+7BApKAQSBBBpU/Efz2DuWqJMx92lsZyyDBIEEFP8WQIlEqRamilIIIIlTD7wECkoBBIEEDvR25HzYE5ciDs5OtGvB0sMEgQQ3RJ93fA+j1GcHX3sjzFlEvQQKSgEEgQQZWGK/FiuR16h4TVkKz1QzwwSBBDdEn3d8D6PUZwdfeyPMWUS+BAIBQANABUAHQD8EAYBAckS0wSAEQYBAdES0wSEEQgFAA0AFQAdAIgRBgEB1RLTBIwRBgEB2RLTBJARBgEB3RLTBJQRBgEB4RLTBJgRBgEB5RLTBJwRBgEB6RLTBKARBgEB7RLTBKQRBgEB8RLTBKgRBgEB9RLTBKwRBgEB+RLTBLARBgEB/RLTBLQRBgEBgRPTBLgRBgEBhRPTBLwRBgEBiRPTBMARBgEBjRPTBMQRBgEBkRPTBMgRBgEBlRPTBMwRBgEBmRPTBNARBgEBnRPTBNQRBgEBoRPTBNgRBgEBpRPTBNwRBgEBqRPTBOARBgEBrRPTBOQRBgEBsRPTBOgRBgEBtRPTBOwRBgEBuRPTBPARBgEBvRPTBPQRBgEBwRPTBPgRBgEBxRPTBPwRBgEByRPTBIASBgEBzRPTBIQSBgEB0RPTBIgSBgEB1RPTBIwSBgEB2RPTBJASBgEB3RPTBJQSBgEB4RPTBJgSBgEB5RPTBJwSBgEB6RPTBKASBgEB7RPTBKQSBgEB8RPTBKgSFAQSBBDsw5ue1yLCTaVaCxcEuqGZrBIUBBIEEFzALcxnSddAnBQt8s6KVDmwEhQEEgQQy0f62lBwvk2r4xhOMz+pEbQSExIEEGXKqzReeUZTnAFDdygbuZq4EhQEEgQQEzDuGmCIfUK51jLX9Gq4CrwSFAQSBBCIhCEtqW+dQKsBfXc+5XOVwBIUBBIEEATFmwunXGtIlmcHgjfrCCvEEhMSBBBnm7onqVt3XbnqiItXJpvNzhIvQWx0dWEuRGF0YS5JbmZyYXN0cnVjdHVyZS5QYXJhZ3JhcGgsIEFsdHVhLkRhdGHJEtMEBQwDBfQT0RLTBAUMAwX4E9US0wQFDAMF/BPZEtMEBQwDBYAU3RLTBAUMAwWEFOES0wQFDAMFiBTlEtMEBQwDBYwU6RLTBAUMAwWQFO0S0wQFDAMFlBTxEtMEBQwDBZgU9RLTBAUMAwWcFPkS0wQFDAMFoBT9EtMEBQwDBaQUgRPTBAUMAwWoFIUT0wQFDAMFrBSJE9MEBQwDBbAUjRPTBAUMAwW0FJET0wQFDAMFuBSVE9MEBQwDBbwUmRPTBAUMAwXAFJ0T0wQFDAMFxBShE9MEBQwDBcgUpRPTBAUMAwXMFKkT0wQFDAMF0BStE9MEBQwDBdQUsRPTBAUMAwXYFLUT0wQFDAMF3BS5E9MEBQwDBeAUvRPTBAUMAwXkFMET0wQFDAMF6BTFE9MEBQwDBewUyRPTBAUMAwXwFM0T0wQFDAMF9BTRE9MEBQwDBfgU1RPTBAUMAwX8FNkT0wQFDAMFgBXdE9MEBQwDBYQV4RPTBAUMAwWIFeUT0wQFDAMFjBXpE9MEBQwDBZAV7RPTBAUMAwWUFfET0wQFDAMFmBX0EwYBAZ0VqAX4EwYBAaUVqAX8EwYBAakVqAWAFAYBAa0VqAWEFAYBAbEVqAWIFAYBAbUVqAWMFAYBAbkVrwWQFAYBAcEVrwWUFAYBAcUVrwWYFAYBAckVqAWcFAYBAc0VqAWgFAYBAdEVqAWkFAYBAdUVqAWoFAYBAdkVqAWsFAYBAd0VqAWwFAYBAeEVqAW0FAYBAeUVqAW4FAYBAekVqAW8FAYBAe0VqAXAFAYBAfEVqAXEFAYBAfUVqAXIFAYBAfkVqAXMFAYBAf0VqAXQFAYBAYEWqAXUFAYBAYUWqAXYFAYBAYkWqAXcFAYBAY0WrwXgFAYBAZEWqAXkFAYBAZUWqAXoFAYBAZkWqAXsFAYBAZ0WqAXwFAYBAaEWqAX0FAYBAaUWqAX4FAYBAakWqAX8FAYBAa0WrwWAFQYBAbEWqAWEFQYBAbUWqAWIFQYBAbkWqAWMFQYBAb0WrwWQFQYBAcEWqAWUFQYBAcUWrwWYFQYBAckWqAWiFS9BbHR1YS5EYXRhLkluZnJhc3RydWN0dXJlLk51bWJlclJ1biwgQWx0dWEuRGF0YZ0VqAUTBA4DikFg5dAiuz8dzRbUBQ3UFqUVqAUTBA4DUY2XbhKD2D8d2RbUBQ3cFqkVqAUTBA4DmpmZmZmZ0T8d4RbUBQ3kFq0VqAUTBA4DGy/dJAaBxT8d6RbUBQ3sFrEVqAUTBA4DYhBYObTItj8d8RbUBQ30FrUVqAUTBA4DBoGVQ4tsxz8d+RbUBQ38Fr4VLUFsdHVhLkRhdGEuSW5mcmFzdHJ1Y3R1cmUuVGV4dFJ1biwgQWx0dWEuRGF0YbkVrwUKBAUyMDI3Rg2AF8EVrwUKBAUyMDI0QQ2EF8UVrwUKBAUyMDI2Rg2IF8kVqAUTBA4DuB6F61G4rj8djRfUBQ2QF80VqAUTBA4Dr0fhehSu1z8dlRfUBQ2YF9EVqAUTBA4DexSuR+F6dD8dnRfUBQ2gF9UVqAUTBA4DGgRWDi2y1T8dpRfUBQ2oF9kVqAUTBA4Dyna+nxov1T8drRfUBQ2wF90VqAUTBA4DQDVeukkMwj8dtRfUBQ24F+EVqAUTBA4D+n5qvHSTaD8dvRfUBQ3AF+UVqAUTBA4D7FG4HoXr0T8dxRfUBQ3IF+kVqAUTBA4DUY2XbhKD2D8dzRfUBQ3QF+0VqAUTBA4DuR6F61G4vj8d1RfUBQ3YF/EVqAUTBA4DOIlBYOXQwj8d3RfUBQ3gF/UVqAUTBA4DE4PAyqFFtj8d5RfUBQ3oF/kVqAUTBA4DUY2XbhKD2D8d7RfUBQ3wF/0VqAUTBA4DCKwcWmQ7rz8d9RfUBQ34F4EWqAUTBA4D3Pl+arx00z8d/RfUBQ2AGIUWqAUTBA4Dku18PzVeuj8dhRjUBQ2IGIkWqAUTBA4D/Knx0k1iwD8djRjUBQ2QGI0WrwUKBAUyMDIyQQ2UGJEWqAUTBA4DUrgehetRyD8dmRjUBQ2cGJUWqAUTBA4DI9v5fmq8xD8doRjUBQ2kGJkWqAUTBA4DjGzn+6nxsj8dqRjUBQ2sGJ0WqAUTBA4DsXJoke181z8dsRjUBQ20GKEWqAUTBA4D5KWbxCCwsj8duRjUBQ28GKUWqAUTBA4DvXSTGARWzj8dwRjUBQ3EGKkWqAUTBA4Dw/UoXI/CxT8dyRjUBQ3MGK0WrwUKBAUyMDIzQQ3QGLEWqAUTBA4DC9ejcD0K1z8d1RjUBQ3YGLUWqAUTBA4DVeOlm8Qg2D8d3RjUBQ3gGLkWqAUTBA4DhMDKoUW2sz8d5RjUBQ3oGL0WrwUKBAUyMDI4Rg3sGMEWqAUTBA4DnMQgsHJosT8d8RjUBQ30GMUWrwUKBAUyMDI1QQ34GMkWqAUTBA4DWTm0yHa+178d/RjUBQ2AGdIWPUFsdHVhLkRhdGEuTnVtYmVyRm9ybWF0dGluZy5Db21wb3NpdGVOdW1iZXJGb3JtYXQsIEFsdHVhLkRhdGHNFtQFCx2EGSWIGTWMGT0A1BYaBAAcCAAAAAAAACBAJAAsADQAPABMAFQAXQDZFtQFCx2QGSWUGTWYGT0A3BYaBAAcCAAAAAAAACBAJAAsADQAPABMAFQAXQDhFtQFCx2cGSWgGTWkGT0A5BYaBAAcCAAAAAAAACBAJAAsADQAPABMAFQAXQDpFtQFCx2oGSWsGTWwGT0A7BYaBAAcCAAAAAAAACBAJAAsADQAPABMAFQAXQDxFtQFCx20GSW4GTW8GT0A9BYaBAAcCAAAAAAAACBAJAAsADQAPABMAFQAXQD5FtQFCx3AGSXEGTXIGT0A/BYaBAAcCAAAAAAAACBAJAAsADQAPABMAFQAXQCAFyIEABwIAAAAAAAAIEAkACwANAA8AEwAVAgHAv////8JAF0AhBciBAAcCAAAAAAAACBAJAAsADQAPABMAFQIBwL/////CQBdAIgXIgQAHAgAAAAAAAAgQCQALAA0ADwATABUCAcC/////wkAXQCNF9QFCx3MGSXQGTXUGT0AkBcaBAAcCAAAAAAAACBAJAAsADQAPABMAFQAXQCVF9QFCx3YGSXcGTXgGT0AmBcaBAAcCAAAAAAAACBAJAAsADQAPABMAFQAXQCdF9QFCx3kGSXoGTXsGT0AoBcaBAAcCAAAAAAAACBAJAAsADQAPABMAFQAXQClF9QFCx3wGSX0GTX4GT0AqBcaBAAcCAAAAAAAACBAJAAsADQAPABMAFQAXQCtF9QFCx38GSWAGjWEGj0AsBcaBAAcCAAAAAAAACBAJAAsADQAPABMAFQAXQC1F9QFCx2IGiWMGjWQGj0AuBcaBAAcCAAAAAAAACBAJAAsADQAPABMAFQAXQC9F9QFCx2UGiWYGjWcGj0AwBcaBAAcCAAAAAAAACBAJAAsADQAPABMAFQAXQDFF9QFCx2gGiWkGjWoGj0AyBcbBAAcCAAAAAAAACBAJAEBLAA0ADwATABUAF0AzRfUBQsdrBolsBo1tBo9ANAXGgQAHAgAAAAAAAAgQCQALAA0ADwATABUAF0A1RfUBQsduBolvBo1wBo9ANgXGgQAHAgAAAAAAAAgQCQALAA0ADwATABUAF0A3RfUBQsdxBolyBo1zBo9AOAXGgQAHAgAAAAAAAAgQCQALAA0ADwATABUAF0A5RfUBQsd0Bol1Bo12Bo9AOgXGgQAHAgAAAAAAAAgQCQALAA0ADwATABUAF0A7RfUBQsd3Bol4Bo15Bo9APAXGgQAHAgAAAAAAAAgQCQALAA0ADwATABUAF0A9RfUBQsd6Bol7Bo18Bo9APgXGgQAHAgAAAAAAAAgQCQALAA0ADwATABUAF0A/RfUBQsd9Bol+Bo1/Bo9AIAYGgQAHAgAAAAAAAAgQCQALAA0ADwATABUAF0AhRjUBQsdgBslhBs1iBs9AIgYGgQAHAgAAAAAAAAgQCQALAA0ADwATABUAF0AjRjUBQsdjBslkBs1lBs9AJAYGgQAHAgAAAAAAAAgQCQALAA0ADwATABUAF0AlBgiBAAcCAAAAAAAACBAJAAsADQAPABMAFQIBwL/////CQBdAJkY1AULHZgbJZwbNaAbPQCcGBoEABwIAAAAAAAAIEAkACwANAA8AEwAVABdAKEY1AULHaQbJagbNawbPQCkGBoEABwIAAAAAAAAIEAkACwANAA8AEwAVABdAKkY1AULHbAbJbQbNbgbPQCsGBoEABwIAAAAAAAAIEAkACwANAA8AEwAVABdALEY1AULHbwbJcAbNcQbPQC0GBoEABwIAAAAAAAAIEAkACwANAA8AEwAVABdALkY1AULHcgbJcwbNdAbPQC8GBoEABwIAAAAAAAAIEAkACwANAA8AEwAVABdAMEY1AULHdQbJdgbNdwbPQDEGBoEABwIAAAAAAAAIEAkACwANAA8AEwAVABdAMkY1AULHeAbJeQbNegbPQDMGBoEABwIAAAAAAAAIEAkACwANAA8AEwAVABdANAYIgQAHAgAAAAAAAAgQCQALAA0ADwATABUCAcC/////wkAXQDVGNQFCx3sGyXwGzX0Gz0A2BgaBAAcCAAAAAAAACBAJAAsADQAPABMAFQAXQDdGNQFCx34GyX8GzWAHD0A4BgaBAAcCAAAAAAAACBAJAAsADQAPABMAFQAXQDlGNQFCx2EHCWIHDWMHD0A6BgaBAAcCAAAAAAAACBAJAAsADQAPABMAFQAXQDsGCIEABwIAAAAAAAAIEAkACwANAA8AEwAVAgHAv////8JAF0A8RjUBQsdkBwllBw1mBw9APQYGgQAHAgAAAAAAAAgQCQALAA0ADwATABUAF0A+BgiBAAcCAAAAAAAACBAJAAsADQAPABMAFQIBwL/////CQBdAP0Y1AULHZwcJaAcNaQcPQCAGRoEABwIAAAAAAAAIEAkACwANAA8AEwAVABdAIQZCQACDAMFqBwRAIgZCQACDAMFrBwRAIwZDAQBLAwCwqAUA05PS5AZCQACDAMFsBwRAJQZCQACDAMFtBwRAJgZDAQBLAwCwqAUA05PS5wZCQACDAMFuBwRAKAZCQACDAMFvBwRAKQZDAQBLAwCwqAUA05PS6gZCQACDAMFwBwRAKwZCQACDAMFxBwRALAZDAQBLAwCwqAUA05PS7QZCQACDAMFyBwRALgZCQACDAMFzBwRALwZDAQBLAwCwqAUA05PS8AZCQACDAMF0BwRAMQZCQACDAMF1BwRAMgZDAQBLAwCwqAUA05PS8wZCQACDAMF2BwRANAZCQACDAMF3BwRANQZDAQBLAwCwqAUA05PS9gZCQACDAMF4BwRANwZCQACDAMF5BwRAOAZDAQBLAwCwqAUA05PS+QZCQACDAMF6BwRAOgZCQACDAMF7BwRAOwZDAQBLAwCwqAUA05PS/AZCQACDAMF8BwRAPQZCQACDAMF9BwRAPgZDAQBLAwCwqAUA05PS/wZCQACDAMF+BwRAIAaCQACDAMF/BwRAIQaDAQBLAwCwqAUA05PS4gaCQACDAMFgB0RAIwaCQACDAMFhB0RAJAaDAQBLAwCwqAUA05PS5QaCQACDAMFiB0RAJgaCQACDAMFjB0RAJwaDAQBLAwCwqAUA05PS6AaCQACDAMFkB0RAKQaCQACDAMFlB0RAKgaDAQBLAwCwqAUA05PS6waCQACDAMFmB0RALAaCQACDAMFnB0RALQaDAQBLAwCwqAUA05PS7gaCQACDAMFoB0RALwaCQACDAMFpB0RAMAaDAQBLAwCwqAUA05PS8QaCQACDAMFqB0RAMgaCQACDAMFrB0RAMwaDAQBLAwCwqAUA05PS9AaCQACDAMFsB0RANQaCQACDAMFtB0RANgaDAQBLAwCwqAUA05PS9waCQACDAMFuB0RAOAaCQACDAMFvB0RAOQaDAQBLAwCwqAUA05PS+gaCQACDAMFwB0RAOwaCQACDAMFxB0RAPAaDAQBLAwCwqAUA05PS/QaCQACDAMFyB0RAPgaCQACDAMFzB0RAPwaDAQBLAwCwqAUA05PS4AbCQACDAMF0B0RAIQbCQACDAMF1B0RAIgbDAQBLAwCwqAUA05PS4wbCQACDAMF2B0RAJAbCQACDAMF3B0RAJQbDAQBLAwCwqAUA05PS5gbCQACDAMF4B0RAJwbCQACDAMF5B0RAKAbDAQBLAwCwqAUA05PS6QbCQACDAMF6B0RAKgbCQACDAMF7B0RAKwbDAQBLAwCwqAUA05PS7AbCQACDAMF8B0RALQbCQACDAMF9B0RALgbDAQBLAwCwqAUA05PS7wbCQACDAMF+B0RAMAbCQACDAMF/B0RAMQbDAQBLAwCwqAUA05PS8gbCQACDAMFgB4RAMwbCQACDAMFhB4RANAbDAQBLAwCwqAUA05PS9QbCQACDAMFiB4RANgbCQACDAMFjB4RANwbDAQBLAwCwqAUA05PS+AbCQACDAMFkB4RAOQbCQACDAMFlB4RAOgbDAQBLAwCwqAUA05PS+wbCQACDAMFmB4RAPAbCQACDAMFnB4RAPQbDAQBLAwCwqAUA05PS/gbCQACDAMFoB4RAPwbCQACDAMFpB4RAIAcDAQBLAwCwqAUA05PS4QcCQACDAMFqB4RAIgcCQACDAMFrB4RAIwcDAQBLAwCwqAUA05PS5AcCQACDAMFsB4RAJQcCQACDAMFtB4RAJgcDAQBLAwCwqAUA05PS5wcCQACDAMFuB4RAKAcCQACDAMFvB4RAKQcDAQBLAwCwqAUA05PS6gcCgECwR7RB8ke0wesHA4BA9Ee1QfBHtEHyR7TB7AcCgEC2R7RB90e0we0HA4BA+Ee1QfZHtEH3R7TB7gcCgEC5R7RB+ke0we8HA4BA+0e1QflHtEH6R7TB8AcCgEC8R7RB/Ue0wfEHA4BA/ke1QfxHtEH9R7TB8gcCgEC/R7RB4Ef0wfMHA4BA4Uf1Qf9HtEHgR/TB9AcCgECiR/RB40f0wfUHA4BA5Ef1QeJH9EHjR/TB9gcCgEClR/RB5kf0wfcHA4BA50f1QeVH9EHmR/TB+AcCgECoR/RB6Uf0wfkHA4BA6kf1QehH9EHpR/TB+gcCgECrR/RB7Ef0wfsHA4BA7Uf1QetH9EHsR/TB/AcCgECuR/RB70f0wf0HA4BA8Ef1Qe5H9EHvR/TB/gcCgECxR/RB8kf0wf8HA4BA80f1QfFH9EHyR/TB4AdCgEC0R/RB9Uf0weEHQ4BA9kf1QfRH9EH1R/TB4gdCgEC3R/RB+Ef0weMHQ4BA+Uf1QfdH9EH4R/TB5AdCgEC6R/RB+0f0weUHQ4BA/Ef1QfpH9EH7R/TB5gdCgEC9R/RB/kf0wecHQ4BA/0f1Qf1H9EH+R/TB6AdCgECgSDRB4Ug0wekHQ4BA4kg1QeBINEHhSDTB6gdCgECjSDRB5Eg0wesHQ4BA5Ug1QeNINEHkSDTB7AdCgECmSDRB50g0we0HQ4BA6Eg1QeZINEHnSDTB7gdCgECpSDRB6kg0we8HQ4BA60g1QelINEHqSDTB8AdCgECsSDRB7Ug0wfEHQ4BA7kg1QexINEHtSDTB8gdCgECvSDRB8Eg0wfMHQ4BA8Ug1Qe9INEHwSDTB9AdCgECySDRB80g0wfUHQ4BA9Eg1QfJINEHzSDTB9gdCgEC1SDRB9kg0wfcHQ4BA90g1QfVINEH2SDTB+AdCgEC4SDRB+Ug0wfkHQ4BA+kg1QfhINEH5SDTB+gdCgEC7SDRB/Eg0wfsHQ4BA/Ug1QftINEH8SDTB/AdCgEC+SDRB/0g0wf0HQ4BA4Eh1Qf5INEH/SDTB/gdCgEChSHRB4kh0wf8HQ4BA40h1QeFIdEHiSHTB4AeCgECkSHRB5Uh0weEHg4BA5kh1QeRIdEHlSHTB4geCgECnSHRB6Eh0weMHg4BA6Uh1QedIdEHoSHTB5AeCgECqSHRB60h0weUHg4BA7Eh1QepIdEHrSHTB5geCgECtSHRB7kh0wecHg4BA70h1Qe1IdEHuSHTB6AeCgECwSHRB8Uh0wekHg4BA8kh1QfBIdEHxSHTB6geCgECzSHRB9Eh0wesHg4BA9Uh1QfNIdEH0SHTB7AeCgEC2SHRB90h0we0Hg4BA+Eh1QfZIdEH3SHTB7geCgEC5SHRB+kh0we8Hg4BA+0h1QfxIdEH6SHTB8YeQEFsdHVhLkRhdGEuTnVtYmVyRm9ybWF0dGluZy5OdW1iZXJGb3JtYXRWYWx1ZVNlZ21lbnQsIEFsdHVhLkRhdGHBHtEHBQQDBfQhzh5CQWx0dWEuRGF0YS5OdW1iZXJGb3JtYXR0aW5nLk51bWJlckZvcm1hdFBlcmNlbnRTZWdtZW50LCBBbHR1YS5EYXRhyR7TBwDWHj9BbHR1YS5EYXRhLk51bWJlckZvcm1hdHRpbmcuTnVtYmVyRm9ybWF0VGV4dFNlZ21lbnQsIEFsdHVhLkRhdGHRHtUHBQQBLQkB2R7RBwUEAwX4Id0e0wcA4R7VBwUEAS0JAeUe0QcFBAMF/CHpHtMHAO0e1QcFBAEtCQHxHtEHBQQDBYAi9R7TBwD5HtUHBQQBLQkB/R7RBwUEAwWEIoEf0wcAhR/VBwUEAS0JAYkf0QcFBAMFiCKNH9MHAJEf1QcFBAEtCQGVH9EHBQQDBYwimR/TBwCdH9UHBQQBLQkBoR/RBwUEAwWQIqUf0wcAqR/VBwUEAS0JAa0f0QcFBAMFlCKxH9MHALUf1QcFBAEtCQG5H9EHBQQDBZgivR/TBwDBH9UHBQQBLQkBxR/RBwUEAwWcIskf0wcAzR/VBwUEAS0JAdEf0QcFBAMFoCLVH9MHANkf1QcFBAEtCQHdH9EHBQQDBaQi4R/TBwDlH9UHBQQBLQkB6R/RBwUEAwWoIu0f0wcA8R/VBwUEAS0JAfUf0QcFBAMFrCL5H9MHAP0f1QcFBAEtCQGBINEHBQQDBbAihSDTBwCJINUHBQQBLQkBjSDRBwUEAwW0IpEg0wcAlSDVBwUEAS0JAZkg0QcFBAMFuCKdINMHAKEg1QcFBAEtCQGlINEHBQQDBbwiqSDTBwCtINUHBQQBLQkBsSDRBwUEAwXAIrUg0wcAuSDVBwUEAS0JAb0g0QcFBAMFxCLBINMHAMUg1QcFBAEtCQHJINEHBQQDBcgizSDTBwDRINUHBQQBLQkB1SDRBwUEAwXMItkg0wcA3SDVBwUEAS0JAeEg0QcFBAMF0CLlINMHAOkg1QcFBAEtCQHtINEHBQQDBdQi8SDTBwD1INUHBQQBLQkB+SDRBwUEAwXYIv0g0wcAgSHVBwUEAS0JAYUh0QcFBAMF3CKJIdMHAI0h1QcFBAEtCQGRIdEHBQQDBeAilSHTBwCZIdUHBQQBLQkBnSHRBwUEAwXkIqEh0wcApSHVBwUEAS0JAakh0QcFBAMF6CKtIdMHALEh1QcFBAEtCQG1IdEHBQQDBewiuSHTBwC9IdUHBQQBLQkBwSHRBwUEAwXwIsUh0wcAySHVBwUEAS0JAc0h0QcFBAMF9CLRIdMHANUh1QcFBAEtCQHZIdEHBQQDBfgi3SHTBwDhIdUHBQQBLQkB5SHRBwUEAwX8Iukh0wcA7SHVBwUEAS0JAfEh0QcFBAMF/CL0IQ4BA4Ej4QiJI+MIgSPhCPghDgEDgSPhCIkj4wiBI+EI/CEOAQOBI+EIiSPjCIEj4QiAIg4BA4Ej4QiJI+MIgSPhCIQiDgEDgSPhCIkj4wiBI+EIiCIOAQOBI+EIiSPjCIEj4QiMIg4BA4Ej4QiJI+MIgSPhCJAiDgEDgSPhCIkj4wiBI+EIlCIOAQOBI+EIiSPjCIEj4QiYIg4BA4Ej4QiJI+MIgSPhCJwiDgEDgSPhCIkj4wiBI+EIoCIOAQOBI+EIiSPjCIEj4QikIg4BA4Ej4QiJI+MIgSPhCKgiDgEDgSPhCIkj4wiBI+EIrCIOAQOBI+EIiSPjCIEj4QiwIg4BA4Ej4QiJI+MIgSPhCLQiDgEDgSPhCIkj4wiBI+EIuCIOAQOBI+EIiSPjCIEj4Qi8Ig4BA4Ej4QiJI+MIgSPhCMAiDgEDgSPhCIkj4wiBI+EIxCIOAQOBI+EIiSPjCIEj4QjIIg4BA4Ej4QiJI+MIgSPhCMwiDgEDgSPhCIkj4wiBI+EI0CIOAQOBI+EIiSPjCIEj4QjUIg4BA4Ej4QiJI+MIgSPhCNgiDgEDgSPhCIkj4wiBI+EI3CIOAQOBI+EIiSPjCIEj4QjgIg4BA4Ej4QiJI+MIgSPhCOQiDgEDgSPhCIkj4wiBI+EI6CIOAQOBI+EIiSPjCIEj4QjsIg4BA4Ej4QiJI+MIgSPhCPAiDgEDgSPhCIkj4wiBI+EI9CIOAQOBI+EIiSPjCIEj4Qj4Ig4BA4Ej4QiJI+MIgSPhCPwiDgEDgSPhCIkj4wiBI+EIhiM5QWx0dWEuRGF0YS5OdW1iZXJGb3JtYXR0aW5nLk51bWJlclBsYWNlaG9sZGVyLCBBbHR1YS5EYXRhgSPhCAUCMAAAAI4jP0FsdHVhLkRhdGEuTnVtYmVyRm9ybWF0dGluZy5EZWNpbWFsUG9pbnRQbGFjZWhvbGRlciwgQWx0dWEuRGF0YYkj4wgA"/>
  <p:tag name="GRUNT-SYNC" val="3e45ee7c0cdb4aaba889b8a9b326f9f1"/>
</p:tagLst>
</file>

<file path=ppt/tags/tag15.xml><?xml version="1.0" encoding="utf-8"?>
<p:tagLst xmlns:a="http://schemas.openxmlformats.org/drawingml/2006/main" xmlns:r="http://schemas.openxmlformats.org/officeDocument/2006/relationships" xmlns:p="http://schemas.openxmlformats.org/presentationml/2006/main">
  <p:tag name="GRUNT-PAGE" val="ebdf1536-8891-4734-9e73-6d2c83253c98"/>
</p:tagLst>
</file>

<file path=ppt/tags/tag16.xml><?xml version="1.0" encoding="utf-8"?>
<p:tagLst xmlns:a="http://schemas.openxmlformats.org/drawingml/2006/main" xmlns:r="http://schemas.openxmlformats.org/officeDocument/2006/relationships" xmlns:p="http://schemas.openxmlformats.org/presentationml/2006/main">
  <p:tag name="GRUNT-PAGEOBJECT" val="b766da17-84b1-48fa-bcd5-947bfab192b2"/>
  <p:tag name="GRUNT-X-RESOURCES" val="AQIFBAQEAgEA"/>
  <p:tag name="GRUNT-VERSION" val="20.26.1.0"/>
  <p:tag name="GRUNT-X-DATASERVICE" val="AQUCvQ0KNEFsdHVhLkRhdGEuRGF0YVNlcnZpY2VzLkV4Y2VsRGF0YVNlcnZpY2UsIEFsdHVhLkRhdGEFAhwEEgQQp/oTyxSmQkSmqXGcM4jlhB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0J/sSVTad5IFWBMDgMAZABkAAAAAAAAAAAAUABUBQkBFWkbXjdBbHR1YS5EYXRhLlJlYWRlcnMuRXhjZWwuU3BlY2lmaWNFeGNlbFJhbmdlLCBBbHR1YS5EYXRhWRcKBXAMBkdSQVBIU2CkAQMCdAZ4BwMFUGVlcnMBAAMKU0FUUyBHcm91cAEBAxVOb3JkaWMgV2VsbG5lc3MgR3JvdXABAgMKMjQ3IEdyb3VwIAEDAwtBY3RpYyBHcm91cAEEAwVPdGhlcgEFAAEGBXsUrkfhetQ/uB6F61G4vj+amZmZmZmpP5qZmZmZmak/cT0K16Nw3T8AAAABAAAAAAAAAAAA+P//HwEAAAAAAAECfSAAZABuT0FsdHVhLkxpYnJhcnkuU2VyaWFsaXphYmxlLlN0b3JhZ2UuQWJzb2x1dGVGaWxlUGF0aCwgQWx0dWEuTGlicmFyeS5TZXJpYWxpemFibGVpG1YEVGh0dHBzOi8vYmllZHUtbXkuc2hhcmVwb2ludC5jb20vcGVyc29uYWwvczIzMTc3NDBfYmlfbm8vRG9jdW1lbnRzL1BhcmV0byBlcXVpdHkueGxzeHAIBYUBIg2NASR0BJQBmAF4DJwBoAGkAagBrAGwAYIBPUFsdHVhLkRhdGEuTnVtYmVyRm9ybWF0dGluZy5Db21wb3NpdGVOdW1iZXJGb3JtYXQsIEFsdHVhLkRhdGF9IAsdtAEluAE1vAE9AIoBN0FsdHVhLkRhdGEuUHJpbWl0aXZlcy5Db25zdHJhaW5lZENvbHVtblNwYW4sIEFsdHVhLkRhdGGFASIFAwXAAQCSATRBbHR1YS5EYXRhLlByaW1pdGl2ZXMuQ29uc3RyYWluZWRSb3dTcGFuLCBBbHR1YS5EYXRhjQEkBQMFxAEAlAEZBBIEEAEAAAAAAAAAAAAAAAAAAAAMAUIZAZgBGQQSBBABAAAAAAAAAAAAAAABAAABDAFDGQGcARoEEgQQAgAAAAAAAAAAAAAAAAAAAAwCMjYZAaABGgQSBBACAAAAAAAAAAAAAAABAAABDAIyNxkBpAEaBBIEEAIAAAAAAAAAAAAAAAIAAAIMAjI4GQGoARoEEgQQAgAAAAAAAAAAAAAAAwAAAwwCMjkZAawBGgQSBBACAAAAAAAAAAAAAAAEAAAEDAIzMBkBsAEaBBIEEAIAAAAAAAAAAAAAAAUAAAUMAjMxGQG0AQkAAgwDBcgBEQC4AQkAAgwDBcwBEQC8AQsEASwMASAUA05PS8ABBAECAgTEAQQBAhogyAELAQPRATXZATfhATnMAQ4BBOkBN9EBNdkBN+EBOdYBQEFsdHVhLkRhdGEuTnVtYmVyRm9ybWF0dGluZy5OdW1iZXJGb3JtYXRWYWx1ZVNlZ21lbnQsIEFsdHVhLkRhdGHRATUFBAMF7AHeAT9BbHR1YS5EYXRhLk51bWJlckZvcm1hdHRpbmcuTnVtYmVyRm9ybWF0VGV4dFNlZ21lbnQsIEFsdHVhLkRhdGHZATcFBAEgCQHmAUJBbHR1YS5EYXRhLk51bWJlckZvcm1hdHRpbmcuTnVtYmVyRm9ybWF0UGVyY2VudFNlZ21lbnQsIEFsdHVhLkRhdGHhATkA6QE3BQQBLQkB7AEFAQHxAT32ATlBbHR1YS5EYXRhLk51bWJlckZvcm1hdHRpbmcuTnVtYmVyUGxhY2Vob2xkZXIsIEFsdHVhLkRhdGHxAT0FAjAAAAA="/>
  <p:tag name="GRUNT-RENDERHASH" val="596dde0a1add3963fd25b8b867c97911-svg"/>
  <p:tag name="GRUNT-VERSION-2" val="2026.1-r5-6063"/>
  <p:tag name="GRUNT-X-SHAPEBOUNDS" val="ASIBBAAAAIA8eHRAAAAAoDMRdUAAAACAHGFrQAAAACB8M2NAAA=="/>
  <p:tag name="GRUNT-X-PAGEOBJECT" val="AQUCzDMKOEFsdHVhLk9hay5Db3JlLkRvY3VtZW50TW9kZWwuQ2hhcnRPYmplY3QsIEFsdHVhLk9hay5Db3JlBQI/BBIEEBfaZrexhPpIvNWUe/qxkrIMEgQQp/oTyxSmQkSmqXGcM4jlhBUNBCUUNRg9HFUgbSR1AHkBgAEAjQEoElBBbHR1YS5PYWsuQ29yZS5Eb2N1bWVudE1vZGVsLlRlbXBsYXRpbmcuQ3VzdG9tUG9zaXRpb25EZWZpbml0aW9uLCBBbHR1YS5PYWsuQ29yZQ0EJAQiAQRXiuGMPHh0QAAAAKAzEXVAenRQOkMaaEAgJR7lppFhQBQTFSwdMDU0OABFOQ9VQGQCBURtSBgEBAIFTBwCBVAgEgVUDAVlbi1OTxVYHAVlbi1OTyQCBVwoBAVgDWQsFgQSBBAAAAAAAAAAAAAAAAAAAAAACAEwFgQSBBAAAAAAAAAAAAAAAAAAAAAACAE0ORIEEKqkKxvzHnpZmprmbcF3DAASBBBcrNFeKVGpVrLWOFDJd8FcEgQQK9Q/zMNAyVqICqC7w15FMj42QWx0dWEuT2FrLkNvcmUuQ2hhcnQuUGllUGxvdERlZmluaXRpb24sIEFsdHVhLk9hay5Db3JlOQ8xBBIEECuPBVjYeq5NhcyVT3C4+CINaBQCBWwZASVwLXUeMwAAAAAAAOA/PXxEAwWAAUAIBYQBDQAViAFECAEDjAGQAZQBSAMFmAFMAgEAUABUCwQBLAwBIBQDTk9LWAkEBWVuLU5PCAFcA4SfCWAHCAEQAR2cAWQDBaABaA0AAAgBFAMFpAEcACUAbAIBAHBONagBPawBRbABVbQBXbgBdbwBjQHAAZ0BxAGlAcgBrQHMAc0B0AHVAdQB3QHYAeUB3AHtAeAB9QHkAf0B6AGFAuwBjQLwAZUC9AGdAvgBej1BbHR1YS5PYWsuQ29yZS5UaGVtaW5nLlBhZ2VDb2xvclNjaGVtZVBvaW50ZXIsIEFsdHVhLk9hay5Db3JldR4AfAYAAAgAEACAAQIBAIQBAvwBiAETEgQQ6EQTZ0LG/FqGmZcJznnGTIwBSQQSBBCupi5xZaTiX6+mrI9gAq6SDBIEEAAAAAAAAAAAAAAAAAAAAAAVgAIcEgQQAgAAAAAAAAAAAAAAAQAAASQBAS2EAjWJAkOQAUkEEgQQNjSt/oUlzl2N5dlsFNqhmwwSBBAAAAAAAAAAAAAAAAAAAAAAFZACHBIEEAIAAAAAAAAAAAAAAAIAAAIkAQEtlAI1iQJDlAFJBBIEEAORoxHUP9pVq5Bsxcn2gs0MEgQQAAAAAAAAAAAAAAAAAAAAABWYAhwSBBACAAAAAAAAAAAAAAADAAADJAEBLZwCNYkCQ5gBAkBAnAEQAwCgAgCgAgAAAAAAAAAAAKABAKQBAgEAqAEFBAMFpAKsAQUEAwWoArABBQQDBawCtAEFBAMFsAK4AQUEAwWkArwBBQQDBaQCwAEFBAMFtALEAQUEAwW4AsgBBQQDBbwCzAEFBAMFwALQAQUEAwXEAtQBBQQDBcgC2AEFBAMFzALcAQUEAwXQAuABBQQDBdQC5AEFBAMF2ALoAQUEAwXcAuwBBQQDBeAC8AEFBAMF5AL0AQUEAwXoAvgBBQQDBewC/AEqBBIEECW+fqbgeANYijoOixpXUWkMEgQQAQAAAAAAAAAAAAAAAQAAARwAgAIFBfACCAGEAgQFAAgBjgI+QWx0dWEuT2FrLkNvcmUuQ2hhcnQuRGVmYXVsdFBsb3RTZXJpZXNTZXR0aW5ncywgQWx0dWEuT2FrLkNvcmWJAkMAkAIFBfQCCAGUAgQFAAgBmAIFBfgCCAGcAgQFAAgBoAIApAICAQCoAhIBCPwCgAOEA4gDjAOQA5QDmAOsAgYBApwDoAOwAgIBALQCAgEAuAICAQC8AhgBC6QDqAOsA7ADtAO4A7wDwAPEA8gDzAPAAgoBBNAD1APYA9wDxAIOAQbgA+QD6APsA/AD9APIAhQBCfgD/AOABIQEiASMBJAElASYBMwCAgEA0AIOAQacBKAEpASoBKwEsATUAgoBBLQEuAS8BMAE2AICAQDcAgIBAOACAgEA5AICAQDoAgIBAOwCAgEA8AIFBAMFxAT0AgUEAwXIBPgCBQQDBcwE/AIOBdEElQELAAAAAAAAAACAAw4F2QSXAQsAAAAAAAAAAIQDDgXhBJkBCwAAAAAAAOA/iAMOBekEmwELAAAAAAAA4D+MAw4F8QSdAQsAAAAAAADgP5ADDgX5BJ8BCwAAAAAAAPg/lAMOBYEFoQELAAAAAAAA4D+YAw4FiQWjAQsAAAAAAAAAAJwDCAWRBZ0BDZQFoAMIBZkFoQENnAWkAwoFoQWpAQ2pBasBqAMKBbEFlQENtQWuAawDCgW9BZkBDcEFrgGwAwoFxQWbAQ3JBa4BtAMKBc0FtAEN1QW2AbgDCgXdBbgBDeUFrgG8AwoF6QW4AQ3tBbYBwAMKBfEFvQEN+QWuAcQDCgX9BcABDYUGrgHIAwoFiQa9AQ2NBq4BzAMKBZEGvQENlQauAdADCgWZBrgBDZ0GyAHUAwoFpQa4AQ2pBsgB2AMKBa0GzAENtQbOAdwDCgW9BqMBDcEG0QHgAwcFyQajAQkB5AMHBc0G1AEJAOgDBwXVBtYBCQHsAwcF3QbYAQkA8AMHBeUGowEJAfQDBwXpBqMBCQH4AwoF7QbMAQ3xBt0B/AMKBfkGzAEN/QbgAYAECgWFB+IBDY0H5AGEBAoFlQfmAQ2dB+gBiAQKBaUHzAEN8QbdAYwECgWpB9YBDa0H7AGQBAoFtQfuAQ3xBt0BlAQKBb0HowENwQfgAZgECgXFB/IBDc0H9AGcBAoF1Qf2AQ3dB/gBoAQKBeUH8gEN6Qf4AaQECgXtB/IBDfEH+AGoBAoF9QfyAQ35B/gBrAQKBf0H8gENgQj4AbAECgWFCPIBDYkI+AG0BAoFjQjUAQ2RCIUCuAQKBZkI5gENnQiFArwECgWhCIkCDakIhQLABAoFrQjiAQ2xCIUCxAQGAQG1CI4CyAQGAQG9CI4CzAQGAQHBCI4C1gRTQWx0dWEuT2FrLkNvcmUuTW9kaWZpY2F0aW9uLlN0eWxpbmcuQWxsVmFsdWVBeGlzQ3VzdG9taXphdGlvblRhcmdldCwgQWx0dWEuT2FrLkNvcmXRBJUBAN4EWUFsdHVhLk9hay5Db3JlLk1vZGlmaWNhdGlvbi5TdHlsaW5nLlZhbHVlQXhpc0dyaWRsaW5lc0N1c3RvbWl6YXRpb25UYXJnZXQsIEFsdHVhLk9hay5Db3Jl2QSXAQDmBFNBbHR1YS5PYWsuQ29yZS5Nb2RpZmljYXRpb24uU3R5bGluZy5DYXRlZ29yeUF4aXNDdXN0b21pemF0aW9uVGFyZ2V0LCBBbHR1YS5PYWsuQ29yZeEEmQEA7gRQQWx0dWEuT2FrLkNvcmUuTW9kaWZpY2F0aW9uLlN0eWxpbmcuT3JpZ29MaW5lQ3VzdG9taXphdGlvblRhcmdldCwgQWx0dWEuT2FrLkNvcmXpBJsBAPYEXUFsdHVhLk9hay5Db3JlLk1vZGlmaWNhdGlvbi5TdHlsaW5nLkFsbENvbm5lY3RvcnNBdXhpbGlhcnlDdXN0b21pemF0aW9uVGFyZ2V0LCBBbHR1YS5PYWsuQ29yZfEEnQEA/gRZQWx0dWEuT2FrLkNvcmUuTW9kaWZpY2F0aW9uLlN0eWxpbmcuU2VyaWVzV2l0aFBsb3RLaW5kQ3VzdG9taXphdGlvblRhcmdldCwgQWx0dWEuT2FrLkNvcmX5BJ8BAwXECIYFYUFsdHVhLk9hay5Db3JlLk1vZGlmaWNhdGlvbi5TdHlsaW5nLlRhcmdldHMuV2F0ZXJmYWxsQ29ubmVjdG9yQ3VzdG9taXphdGlvblRhcmdldCwgQWx0dWEuT2FrLkNvcmWBBaEBAI4FWEFsdHVhLk9hay5Db3JlLk1vZGlmaWNhdGlvbi5TdHlsaW5nLlNlcmllc0xhYmVsT2ZUeXBlQ3VzdG9taXphdGlvblRhcmdldCwgQWx0dWEuT2FrLkNvcmWJBaMBAgABkQWdAQCUBQUMAwXICJkFoQEAnAUFDAMFzAimBVZBbHR1YS5PYWsuQ29yZS5Nb2RpZmljYXRpb24uU3R5bGluZy5BbGxTZXJpZXNNYXJrZXJDdXN0b21pemF0aW9uVGFyZ2V0LCBBbHR1YS5PYWsuQ29yZaEFqQEArgU6QWx0dWEuT2FrLkNvcmUuVGhlbWluZy5CaW5kaW5nQ29sb3JQb2ludGVyLCBBbHR1YS5PYWsuQ29yZakFqwEFBdEIlQKxBZUBALoFN0FsdHVhLk9hay5Db3JlLlRoZW1pbmcuUGFnZUNvbG9yUG9pbnRlciwgQWx0dWEuT2FrLkNvcmW1Ba4BBAAACAC9BZkBAMEFrgEEAAAIAMUFmwEAyQWuAQQAAAgA0gVTQWx0dWEuT2FrLkNvcmUuTW9kaWZpY2F0aW9uLlN0eWxpbmcuQWxsR3JpZGxpbmVzQ3VzdG9taXphdGlvblRhcmdldCwgQWx0dWEuT2FrLkNvcmXNBbQBANoFM0FsdHVhLk9hay5Db3JlLlRoZW1pbmcuQ29sb3JQb2ludGVyLCBBbHR1YS5PYWsuQ29yZdUFtgGAgID/4gVnQWx0dWEuT2FrLkNvcmUuTW9kaWZpY2F0aW9uLlN0eWxpbmcuVGFyZ2V0cy5BbGxBdXhpbGlhcnlTaGFwZXNPZlR5cGVDdXN0b21pemF0aW9uVGFyZ2V0LCBBbHR1YS5PYWsuQ29yZd0FuAECAAPlBa4BBAAECADpBbgBAgAB7QW2Af///wD2BU1BbHR1YS5PYWsuQ29yZS5Nb2RpZmljYXRpb24uU3R5bGluZy5TZXJpZXNDdXN0b21pemF0aW9uVGFyZ2V0LCBBbHR1YS5PYWsuQ29yZfEFvQEUBBIEEMm7m/xPk2JelBBOU2p/wHT5Ba4BBAAHCAKCBlBBbHR1YS5PYWsuQ29yZS5Nb2RpZmljYXRpb24uU3R5bGluZy5EYXRhUG9pbnRDdXN0b21pemF0aW9uVGFyZ2V0LCBBbHR1YS5PYWsuQ29yZf0FwAEoBBIEEMm7m/xPk2JelBBOU2p/wHQMEgQQJb5+puB4A1iKOg6LGldRaYUGrgEEAAcIAIkGvQEUBBIEEGjXtQp8HQ1fl+pAAk6JF+mNBq4BBAAGCAGRBr0BFAQSBBADkaMR1D/aVauQbMXJ9oLNlQauAQQAAggBmQa4AQIAAaIGVkFsdHVhLk9hay5Db3JlLlN5bnRheFN0cnVjdHVyZS5SZWN0YW5nbGVBdXhpbGlhcnlTaGFwZUxhYmVsQ2FsY3VsYXRpb24sIEFsdHVhLk9hay5Db3JlnQbIAQClBrgBAgADqQbIAQCyBl9BbHR1YS5PYWsuQ29yZS5Nb2RpZmljYXRpb24uU3R5bGluZy5TZXJpZXNMYWJlbHNXaXRoUGxvdEtpbmRDdXN0b21pemF0aW9uVGFyZ2V0LCBBbHR1YS5PYWsuQ29yZa0GzAEFBdgICAC6BklBbHR1YS5PYWsuQ29yZS5TeW50YXhTdHJ1Y3R1cmUuUGVyY2VudGFnZUxhYmVsQ2FsY3VsYXRpb24sIEFsdHVhLk9hay5Db3JltQbOAQIBAL0GowECAAHGBklBbHR1YS5PYWsuQ29yZS5TeW50YXhTdHJ1Y3R1cmUuU2VyaWVzTmFtZUxhYmVsQ2FsY3VsYXRpb24sIEFsdHVhLk9hay5Db3JlwQbRAQDJBqMBAgAC0gZYQWx0dWEuT2FrLkNvcmUuTW9kaWZpY2F0aW9uLlN0eWxpbmcuQWxsVmFsdWVBeGlzTGFiZWxDdXN0b21pemF0aW9uVGFyZ2V0LCBBbHR1YS5PYWsuQ29yZc0G1AEA2gZYQWx0dWEuT2FrLkNvcmUuTW9kaWZpY2F0aW9uLlN0eWxpbmcuQWxsQXV4aWxpYXJ5TGFiZWxDdXN0b21pemF0aW9uVGFyZ2V0LCBBbHR1YS5PYWsuQ29yZdUG1gEA4gZfQWx0dWEuT2FrLkNvcmUuTW9kaWZpY2F0aW9uLlN0eWxpbmcuQXV0b21hdGljRG9udXRDaGFydFRpdGxlQ3VzdG9taXphdGlvblRhcmdldCwgQWx0dWEuT2FrLkNvcmXdBtgBAOUGowECAADpBqMBAgAB7QbMAQUF3AgIAPYGPEFsdHVhLk9hay5Db3JlLlBsb3R0aW5nLkxhYmVsUGxhY2VtZW50SW5zaWRlLCBBbHR1YS5PYWsuQ29yZfEG3QEEAAEIAfkGzAEFBeAICACCBz1BbHR1YS5PYWsuQ29yZS5QbG90dGluZy5MYWJlbFBsYWNlbWVudE91dHNpZGUsIEFsdHVhLk9hay5Db3Jl/QbgAQCKB1hBbHR1YS5PYWsuQ29yZS5Nb2RpZmljYXRpb24uU3R5bGluZy5DYXRlZ29yeUF4aXNUaXRsZUN1c3RvbWl6YXRpb25UYXJnZXQsIEFsdHVhLk9hay5Db3JlhQfiAQCSB0ZBbHR1YS5PYWsuQ29yZS5QbG90dGluZy5BeGlzVGl0bGVMYWJlbFBsYWNlbWVudE91dHNpZGUsIEFsdHVhLk9hay5Db3JljQfkAQIAAZoHXUFsdHVhLk9hay5Db3JlLk1vZGlmaWNhdGlvbi5TdHlsaW5nLkFsbFZhbHVlQXhpc1RpdGxlTGFiZWxDdXN0b21pemF0aW9uVGFyZ2V0LCBBbHR1YS5PYWsuQ29yZZUH5gEAogdCQWx0dWEuT2FrLkNvcmUuUGxvdHRpbmcuQXhpc1RpdGxlTGFiZWxQbGFjZW1lbnRGYXIsIEFsdHVhLk9hay5Db3JlnQfoAQIAAKUHzAEFBeQICACpB9YBALIHRkFsdHVhLk9hay5Db3JlLlBsb3R0aW5nLkF1eGlsaWFyeUxhYmVsUGxhY2VtZW50RGVmYXVsdCwgQWx0dWEuT2FrLkNvcmWtB+wBALoHWUFsdHVhLk9hay5Db3JlLk1vZGlmaWNhdGlvbi5TdHlsaW5nLkFsbENoYXJ0VGl0bGVMYWJlbEN1c3RvbWl6YXRpb25UYXJnZXQsIEFsdHVhLk9hay5Db3JltQfuAQC9B6MBAgABwQfgAQDKB1JBbHR1YS5PYWsuQ29yZS5Nb2RpZmljYXRpb24uU3R5bGluZy5TZXJpZXNMYWJlbEN1c3RvbWl6YXRpb25UYXJnZXQsIEFsdHVhLk9hay5Db3JlxQfyARYEEgQQybub/E+TYl6UEE5Tan/AdAgB0gdWQWx0dWEuT2FrLkNvcmUuUGxvdHRpbmcuTGFiZWxQbGFjZW1lbnQuTGFiZWxQbGFjZW1lbnRNYW51YWxPdXRlclJhZGlhbCwgQWx0dWEuT2FrLkNvcmXNB/QBEgMK4OWpP84uQAuApD3ET+0vQNoHUEFsdHVhLk9hay5Db3JlLk1vZGlmaWNhdGlvbi5TdHlsaW5nLkFsbExhYmVsc0N1c3RvbWl6YXRpb25UYXJnZXQsIEFsdHVhLk9hay5Db3Jl1Qf2AQDiB0JBbHR1YS5PYWsuQ29yZS5TeW50YXhTdHJ1Y3R1cmUuQWN0dWFsRm9udFNpemVWYWx1ZSwgQWx0dWEuT2FrLkNvcmXdB/gBCQMAAAAAAAAiQOUH8gEWBBIEEK6mLnFlpOJfr6asj2ACrpIIAekH+AEJAwAAAAAAACBA7QfyARYEEgQQybub/E+TYl6UEE5Tan/AdAgB8Qf4AQkDAAAAAAAAIED1B/IBFgQSBBBo17UKfB0NX5fqQAJOiRfpCAH5B/gBCQMAAAAAAAAgQP0H8gEWBBIEEAORoxHUP9pVq5Bsxcn2gs0IAYEI+AEJAwAAAAAAACBAhQjyARYEEgQQNjSt/oUlzl2N5dlsFNqhmwgBiQj4AQkDAAAAAAAAIECNCNQBAJYIQ0FsdHVhLk9hay5Db3JlLlN5bnRheFN0cnVjdHVyZS5BY3R1YWxGb250Q29sb3JWYWx1ZSwgQWx0dWEuT2FrLkNvcmWRCIUCBQXpCK4BmQjmAQCdCIUCBQXtCK4BpghXQWx0dWEuT2FrLkNvcmUuTW9kaWZpY2F0aW9uLlN0eWxpbmcuQWxsQ2F0ZWdvcnlMYWJlbEN1c3RvbWl6YXRpb25UYXJnZXQsIEFsdHVhLk9hay5Db3JloQiJAgCpCIUCBQXxCK4BrQjiAQCxCIUCBQX1CK4BuggvQWx0dWEuRGF0YS5JbmZyYXN0cnVjdHVyZS5QYXJhZ3JhcGgsIEFsdHVhLkRhdGG1CI4CBQwDBfgIvQiOAgUMAwX8CMEIjgIFDAMFgAnECAEFyAgKAQIAAIBAAABAQMwICgECAACAQAAAQEDWCEhBbHR1YS5PYWsuQ29yZS5TeW50YXhTdHJ1Y3R1cmUuUGxvdFNlcmllc0JpbmRpbmdTdHJhdGVneSwgQWx0dWEuT2FrLkNvcmXRCJUCANgIAQ3cCAIAAeAIAQXkCAEN6QiuAQQAAAgA7QiuAQQAAAgA8QiuAQQAAAgA9QiuAQQAAAgA+AgGAQGFCaIC/AgGAQGNCaICgAkGAQGRCaICigktQWx0dWEuRGF0YS5JbmZyYXN0cnVjdHVyZS5UZXh0UnVuLCBBbHR1YS5EYXRhhQmiAg0ECFNlcmllcyAxDZQJjQmiAg0ECFNlcmllcyAyDZQJkQmiAg0ECFNlcmllcyAzDZQJlAkSBAAcACQALAA0ADwATABUAF0A"/>
  <p:tag name="GRUNT-SYNC" val="247394b3b2e941e0880958a8bea93476"/>
</p:tagLst>
</file>

<file path=ppt/tags/tag17.xml><?xml version="1.0" encoding="utf-8"?>
<p:tagLst xmlns:a="http://schemas.openxmlformats.org/drawingml/2006/main" xmlns:r="http://schemas.openxmlformats.org/officeDocument/2006/relationships" xmlns:p="http://schemas.openxmlformats.org/presentationml/2006/main">
  <p:tag name="GRUNT-PAGEOBJECT" val="ebbe99cb-759d-4ab2-a1b0-82bb220c16ef"/>
  <p:tag name="GRUNT-X-RESOURCES" val="AQIFBAQEAgEA"/>
  <p:tag name="GRUNT-VERSION" val="20.26.1.0"/>
  <p:tag name="GRUNT-X-DATASERVICE" val="AQUCyg0KNEFsdHVhLkRhdGEuRGF0YVNlcnZpY2VzLkV4Y2VsRGF0YVNlcnZpY2UsIEFsdHVhLkRhdGEFAhwEEgQQy5Axi/AHlkWQ4ZEWTJS4+xUMHREFLRkHDAYFIA0kFSgWPUFsdHVhLkRhdGEuUHJpbWl0aXZlcy5FeGNlbC5FeGNlbEltcG9ydERlZmluaXRpb24sIEFsdHVhLkRhdGERBQ4FLQwIABQCBTQdOCU9EB5BQWx0dWEuRGF0YS5EYXRhU2VydmljZXMuRW1iZWRkZWREYXRhU2VydmljZUVkaXRvckRhdGEsIEFsdHVhLkRhdGEZBwQFRA1IIAQFTA0oJAYIARABHVAoAgVUMjRBbHR1YS5EYXRhLlByaW1pdGl2ZXMuRXhjZWwuRXhjZWxBZGRyZXNzLCBBbHR1YS5EYXRhLQwFFVgdXRg0AgEAOAwBARAAGAAhACgCMQBCQEFsdHVhLkRhdGEuRXhjZWwuUmVhZGluZy5EZWZhdWx0RXhjZWxSZWFkaW5nU3RyYXRlZ3ksIEFsdHVhLkRhdGE9EABEHh0EEgQQAQAAAAAAAAAAAAAAAAAAAAsAAAAA4MViQEgATAsLzHFc/1tp3kgVZFAOAwBoAGgAAAAAAAAAAABUAFgFCQEVbRxiN0FsdHVhLkRhdGEuUmVhZGVycy5FeGNlbC5TcGVjaWZpY0V4Y2VsUmFuZ2UsIEFsdHVhLkRhdGFdGAoFdAwGR1JBUEhTZNEBAwd4AnwADgBAxsqlOFcIAAAPnmUMUQgAADD1bjlXCACA4vL3DVEIAMCZHzg6VwgAQEwdwQ5RCACAA0oBO1cI6ADKS6X5LkAAQG10yjtXCM2/fUwcIjFAAADXnpM8Vwg+Q5GpKfQyQADAQMlcPVcIU7ECaLz3NEAAAAABAAAAAAAAAAAA+P//HwEAAAAAAAIACFN0YW5kYXJkAoEBIQQHCQsNAgk9UkNbLTFdKzEHAAIEBggKDBY9UjM2QzEzKihSMzhDMyleUlstM11DBAcJCw1oAHJPQWx0dWEuTGlicmFyeS5TZXJpYWxpemFibGUuU3RvcmFnZS5BYnNvbHV0ZUZpbGVQYXRoLCBBbHR1YS5MaWJyYXJ5LlNlcmlhbGl6YWJsZW0cVgRUaHR0cHM6Ly9iaWVkdS1teS5zaGFyZXBvaW50LmNvbS9wZXJzb25hbC9zMjMxNzc0MF9iaV9uby9Eb2N1bWVudHMvUGFyZXRvIGVxdWl0eS54bHN4dAgFiQEjDZEBJXgOmAGcAaABpAGoAawBsAF8BLQBuAGGAT1BbHR1YS5EYXRhLk51bWJlckZvcm1hdHRpbmcuQ29tcG9zaXRlTnVtYmVyRm9ybWF0LCBBbHR1YS5EYXRhgQEhCx28ASXAATXEAT0AjgE3QWx0dWEuRGF0YS5QcmltaXRpdmVzLkNvbnN0cmFpbmVkQ29sdW1uU3BhbiwgQWx0dWEuRGF0YYkBIwUDBcgBAJYBNEFsdHVhLkRhdGEuUHJpbWl0aXZlcy5Db25zdHJhaW5lZFJvd1NwYW4sIEFsdHVhLkRhdGGRASUFAwXMAQCYARkEEgQQAQAAAAAAAAAAAAAAAAAAAAwBSxkBnAEZBBIEEAEAAAAAAAAAAAAAAAEAAAEMAUwZAaABGQQSBBABAAAAAAAAAAAAAAACAAACDAFNGQGkARkEEgQQAQAAAAAAAAAAAAAAAwAAAwwBThkBqAEZBBIEEAEAAAAAAAAAAAAAAAQAAAQMAU8ZAawBGQQSBBABAAAAAAAAAAAAAAAFAAAFDAFQGQGwARkEEgQQAQAAAAAAAAAAAAAABgAABgwBURkBtAEaBBIEEAIAAAAAAAAAAAAAAAAAAAAMAjM1GQG4ARoEEgQQAgAAAAAAAAAAAAAAAQAAAQwCMzYZAbwBCQAADAMF0AERAcABCQAADAMF1AERAcQBCwQBLAwBIBQDTk9LyAEEAQILEswBBAECIyXQAQUBAdkBN9QBCAEC4QE52QE33gFAQWx0dWEuRGF0YS5OdW1iZXJGb3JtYXR0aW5nLk51bWJlckZvcm1hdFZhbHVlU2VnbWVudCwgQWx0dWEuRGF0YdkBNwUEAwXoAeYBP0FsdHVhLkRhdGEuTnVtYmVyRm9ybWF0dGluZy5OdW1iZXJGb3JtYXRUZXh0U2VnbWVudCwgQWx0dWEuRGF0YeEBOQUEAS0JAegBCAEC7QE87QE88gE5QWx0dWEuRGF0YS5OdW1iZXJGb3JtYXR0aW5nLk51bWJlclBsYWNlaG9sZGVyLCBBbHR1YS5EYXRh7QE8BQIwAAAA"/>
  <p:tag name="GRUNT-RENDERHASH" val="a8a4deb6bbe90d975aa6d2baa44a79ef-svg"/>
  <p:tag name="GRUNT-X-SHAPEBOUNDS" val="ASIBBAAAAODK9ENAAAAAgBeMdkAAAABgdPxvQAAAAEBvG2FAAA=="/>
  <p:tag name="GRUNT-X-PAGEOBJECT" val="AQUCkFUKOEFsdHVhLk9hay5Db3JlLkRvY3VtZW50TW9kZWwuQ2hhcnRPYmplY3QsIEFsdHVhLk9hay5Db3JlBQI/BBIEEMuZvuuddbJKobCCuyIMFu8MEgQQy5Axi/AHlkWQ4ZEWTJS4+xUNBCUUNRg9HFUgbSR1AHkBgAEAjQEoElBBbHR1YS5PYWsuQ29yZS5Eb2N1bWVudE1vZGVsLlRlbXBsYXRpbmcuQ3VzdG9tUG9zaXRpb25EZWZpbml0aW9uLCBBbHR1YS5PYWsuQ29yZQ0EJAQiAQQAAADgyhREQAAAADhAgHhAAgAAiHTsb0BASjxqG6dW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hCnCh3emj0egcCximuVuPBwCBWglbDVwPAIFdEkBbXiNAXylAYABtQGFASK5AQDFAY0BJMwBAwWUAUAIBZgBDQAVnAFECAEDoAGkAagBSAMFrAFMAgEAUABUCwQBLAwBIBQDTk9LWAkEBWVuLU5PCAFcA4SfCWAHCAIQAR2wAWQDBbQBaAQBAbgBbA0AAAgBFAMFvAEcACUAcCYEIgEEAAAAAAAAEEAAAAAAAAAQQAAAAAAAABBAAAAAAAAAEEAIBHQFAQHBATF4CwMAAAAAAIBNQAggfAsDAAAAAAAAFEAIIIABTjXIAT3MAUXQAVXUAV3YAXXcAY0B4AGdAeQBpQHoAa0B7AHNAfAB1QH0Ad0B+AHlAfwB7QGAAvUBhAL9AYgChQKMAo0CkAKVApQCnQKYAooBRUFsdHVhLk9hay5Db3JlLlBsb3R0aW5nLkF1dG9tYXRpY0NhdGVnb3J5QXhpc1NldHRpbmdzLCBBbHR1YS5PYWsuQ29yZYUBIhUBAQ2cAhAAGQEwAD2gAkWkAkgBUACSAT1BbHR1YS5PYWsuQ29yZS5UaGVtaW5nLlBhZ2VDb2xvclNjaGVtZVBvaW50ZXIsIEFsdHVhLk9hay5Db3JljQEkAJQBAgEAmAEOqAKsArACtAK4ArwCwAKcATkSBBCf9A8WM075XZA6v829YcP6EgQQDkX5RIZ05ViVM2kfnmccYRIEEOhEE2dCxvxahpmXCc55xkygAUkEEgQQwGD8ERZXF1Cag/dXMbsZkQwSBBCa0RFE1eLtSqjTEnF/nL/6FcQCHBIEEAIAAAAAAAAAAAAAAAEAAAEkAQEtyAI1zQJUpAFJBBIEEC0G+XKAG5dbgQZolYKpH5oMEgQQmtERRNXi7Uqo0xJxf5y/+hXUAhwSBBACAAAAAAAAAAAAAAACAAACJAEBLdgCNc0CVKgBSQQSBBBn6j6uMFMXVYWND9MnOBTrDBIEEJrREUTV4u1KqNMScX+cv/oV3AIcEgQQAgAAAAAAAAAAAAAAAwAAAyQBAS3gAjXNAlSsAQJAQLABEAMB5AIA6AIAAAAAAAAAAAC0AeAFLQQoBBIEEAEAAAAAAAAAAAAAAAMAAAMMEgQQAgAAAAAAAAAAAAAAAQAAAQ3sAi0EKAQSBBBeZAaHuj38SobtFYtgxC/jDBIEEAIAAAAAAAAAAAAAAAEAAAEN8AItBCgEEgQQAQAAAAAAAAAAAAAABQAABQwSBBACAAAAAAAAAAAAAAAAAAAADfQCLQQoBBIEEAEAAAAAAAAAAAAAAAIAAAIMEgQQAgAAAAAAAAAAAAAAAAAAAA34Ai0EKAQSBBABAAAAAAAAAAAAAAAEAAAEDBIEEAIAAAAAAAAAAAAAAAAAAAAN/AItBCgEEgQQAQAAAAAAAAAAAAAABgAABgwSBBACAAAAAAAAAAAAAAABAAABDYADLQQoBBIEEAEAAAAAAAAAAAAAAAAAAAAMEgQQAgAAAAAAAAAAAAAAAQAAAQ2EAy0EKAQSBBABAAAAAAAAAAAAAAACAAACDBIEEAIAAAAAAAAAAAAAAAEAAAENiAMtBCgEEgQQAQAAAAAAAAAAAAAABAAABAwSBBACAAAAAAAAAAAAAAABAAABDYwDLQQoBBIEEAEAAAAAAAAAAAAAAAAAAAAMEgQQAgAAAAAAAAAAAAAAAAAAAA2QAy0EKAQSBBABAAAAAAAAAAAAAAABAAABDBIEEAIAAAAAAAAAAAAAAAAAAAANlAMtBCgEEgQQAQAAAAAAAAAAAAAABQAABQwSBBACAAAAAAAAAAAAAAABAAABDZgDLQQoBBIEEAEAAAAAAAAAAAAAAAEAAAEMEgQQAgAAAAAAAAAAAAAAAQAAAQ2cAy0EKAQSBBBeZAaHuj38SobtFYtgxC/jDBIEEAIAAAAAAAAAAAAAAAAAAAANoAMtBCgEEgQQAQAAAAAAAAAAAAAABgAABgwSBBACAAAAAAAAAAAAAAAAAAAADaQDLQQoBBIEEAEAAAAAAAAAAAAAAAMAAAMMEgQQAgAAAAAAAAAAAAAAAAAAAA2oA7gBQgEAGAMlrAMpADEAQABIAlWwA120A2QSBBCa0RFE1eLtSqjTEnF/nL/6bbgDdbwDjQHAA5EBAZ0BxAOlAcgDtQHMA7wBAgEAxgFUQWx0dWEuT2FrLkNvcmUuTW9kaWZpY2F0aW9uLk1vZGlmaWVycy5DbHVzdGVyZWRDYWdyTW9kaWZpZXJBdXhpbGlhcnksIEFsdHVhLk9hay5Db3JlwQExZgQSBBDZa2KrFiNSS4Dg3pOSiGysDBIEEO5+eJmOka1WuBiDyWjobDEUEgQQgDX9eAn9QVWZTlk4MgdoGxwSBBDAYPwRFlcXUJqD91cxuxmRJBIEEMBg/BEWVxdQmoP3VzG7GZEoAcgBBQQDBdADzAEFBAMF1APQAQUEAwXYA9QBBQQDBdwD2AEFBAMF0APcAQUEAwXQA+ABBQQDBeAD5AEFBAMF5APoAQUEAwXoA+wBBQQDBewD8AEFBAMF8AP0AQUEAwX0A/gBBQQDBfgD/AEFBAMF/AOAAgUEAwWABIQCBQQDBYQEiAIFBAMFiASMAgUEAwWMBJACBQQDBZAElAIFBAMFlASYAgUEAwWYBJwCAgEAoAIHBZ0EiAEIBKQCBwWlBIgBCASoAioEEgQQ7n54mY6RrVa4GIPJaOhsMQwSBBABAAAAAAAAAAAAAAABAAABHACsAioEEgQQbsl0dbDmNlK0a7C05lxepAwSBBABAAAAAAAAAAAAAAACAAACHACwAioEEgQQNedfmLM4sVe1gkBycBprdAwSBBABAAAAAAAAAAAAAAADAAADHAC0AioEEgQQJdGcVjSnqFinCT/toiTESAwSBBABAAAAAAAAAAAAAAAEAAAEHAC4AioEEgQQCjFfiMZAElODCuWF8Ye4iwwSBBABAAAAAAAAAAAAAAAFAAAFHAC8AioEEgQQV6eFa6K+GlWlL5n4srYwjwwSBBABAAAAAAAAAAAAAAAGAAAGHADAAioEEgQQgDX9eAn9QVWZTlk4MgdoGwwSBBBeZAaHuj38SobtFYtgxC/jHADEAgUFqAQIAcgCBAUACAHSAj5BbHR1YS5PYWsuQ29yZS5DaGFydC5EZWZhdWx0UGxvdFNlcmllc1NldHRpbmdzLCBBbHR1YS5PYWsuQ29yZc0CVADUAgUFrAQIAdgCBAUACAHcAgUFsAQIAeACBAUACAHkAgK0BOgCAOwCCQ24BBW8BBwBAPACCQ24BBXABBwBAPQCCQ24BBXEBBwBAPgCCQ24BBXIBBwBAPwCCQ24BBXMBBwBAIADCQ24BBXQBBwBAIQDCQ24BBXUBBwBAIgDCQ24BBXYBBwBAIwDCQ24BBXcBBwBAJADCQ24BBXgBBwBAJQDCQ24BBXkBBwBAJgDCQ24BBXoBBwBAJwDCQ24BBXsBBwBAKADCQ24BBXwBBwBAKQDCQ24BBX0BBwBAKgDCQ24BBX4BBwBAKwDCwMAAAAAAAAAAAgCsAMLAwAAAAAAAAAACAG0AwsDAAAAAAAAAAAIAbgDGAX8BA2ABRWEBR2IBSWMBS2QBTWUBT2YBbwDCA2cBRWhBYgBwAMLAwAAAAAAAAAACATEAwcFpQWIAQgEyAMHBaUFiAEIBMwDBQQDBagF0AMCAQDUAxIBCKwFsAW0BbgFvAXABcQFyAXYAwYBAswF0AXcAwIBAOADAgEA5AMCAQDoAxABB9QF2AXcBeAF5AXoBewF7AMGAQLwBfQF8AMOAQb4BfwFgAaEBogGjAb0AxABB5AGlAaYBpwGoAakBqgG+AMCAQD8AwQBAawGgAQKAQSwBrQGuAa8BoQEBAEBwAaIBAIBAIwEAgEAkAQCAQCUBAIBAJgEAgEAogQzQWx0dWEuT2FrLkNvcmUuVGhlbWluZy5Db2xvclBvaW50ZXIsIEFsdHVhLk9hay5Db3JlnQSIAVBQUP+lBIgBUFBQ/6gEBQQDBcQGrAQFBAMFyAawBAUEAwXMBrQEGgQSBBBeZAaHuj38SobtFYtgxC/jDAJDMRkBuAQFBAAN0Aa8BAUEAwXUBsAEBQQDBdgGxAQFBAMF3AbIBAUEAwXgBswEBQQDBeQG0AQFBAMF6AbUBAUEAwXsBtgEBQQDBfAG3AQFBAMF9AbgBAUEAwX4BuQEBQQDBfwG6AQFBAMFgAfsBAUEAwWEB/AEBQQDBYgH9AQFBAMFjAf4BAUEAwWQB/wEBwQDBAEACASABQUEAS4IBIQFBAABCASIBQQAAAgEjAUEBAAIBJAFBAQACASUBQQAAAgEmAUEAAAIBJwFBQQDBZQHoQWIAT4+5f+lBYgBUFBQ/6gFAgEArAUOBZkH5wELAAAAAAAAAACwBQ4FoQfpAQsAAAAAAAAAALQFDgWpB+sBCwAAAAAAAOA/uAUOBbEH7QELAAAAAAAA4D+8BQ4FuQfvAQsAAAAAAADgP8AFDgXBB/EBCwAAAAAAAPg/xAUOBckH8wELAAAAAAAA4D/IBQ4F0Qf1AQsAAAAAAAD4P8wFCAXZB+8BDdwH0AUIBeEH8wEN5AfUBQoF6Qf7AQ3xB/0B2AUKBfkH5wEN/QeAAtwFCgWFCOsBDYkIgALgBQoFjQjtAQ2RCIAC5AUKBZUIhgINnQiIAegFCgWhCIkCDakIgALsBQoFrQiJAg2xCIgB8AUKBbUIiQINuQiPAvQFCgXBCIkCDcUIjwL4BQcFyQiTAgkB/AUHBdEIlQIJAIAGBwXZCJMCCQGEBgcF3QiYAgkBiAYHBeUImgIJAYwGBwXtCJwCCQGQBgoF9QieAg39CKAClAYKBYUJogINjQmkApgGCgWVCaYCDZ0JqAKcBgoFpQmmAg2dCagCoAYKBakJlQINrQmsAqQGCgW1CZoCDa0JrAKoBgoFuQmcAg29CbACrAYKBcUJsgINzQm0ArAGCgXVCZUCDdkJtwK0BgoF4QmiAg3lCbcCuAYKBekJmgIN7Qm3ArwGCgXxCZ4CDfUJtwLABgoF+Qm/Ag2BCsECxAYGAQGJCsMCyAYGAQGRCsMCzAYGAQGVCsMC0AYIBQANABUAHQDUBgYBAZkKwwLYBgYBAZ0KwwLcBgYBAaEKwwLgBgYBAaUKwwLkBgYBAakKwwLoBgYBAa0KwwLsBgYBAbEKwwLwBgYBAbUKwwL0BgYBAbkKwwL4BgYBAb0KwwL8BgYBAcEKwwKABwYBAcUKwwKEBwYBAckKwwKIBwYBAc0KwwKMBwYBAdEKwwKQBwYBAdUKwwKUBwQBAgEEngdTQWx0dWEuT2FrLkNvcmUuTW9kaWZpY2F0aW9uLlN0eWxpbmcuQWxsVmFsdWVBeGlzQ3VzdG9taXphdGlvblRhcmdldCwgQWx0dWEuT2FrLkNvcmWZB+cBAKYHWUFsdHVhLk9hay5Db3JlLk1vZGlmaWNhdGlvbi5TdHlsaW5nLlZhbHVlQXhpc0dyaWRsaW5lc0N1c3RvbWl6YXRpb25UYXJnZXQsIEFsdHVhLk9hay5Db3JloQfpAQCuB1NBbHR1YS5PYWsuQ29yZS5Nb2RpZmljYXRpb24uU3R5bGluZy5DYXRlZ29yeUF4aXNDdXN0b21pemF0aW9uVGFyZ2V0LCBBbHR1YS5PYWsuQ29yZakH6wEAtgdQQWx0dWEuT2FrLkNvcmUuTW9kaWZpY2F0aW9uLlN0eWxpbmcuT3JpZ29MaW5lQ3VzdG9taXphdGlvblRhcmdldCwgQWx0dWEuT2FrLkNvcmWxB+0BAL4HXUFsdHVhLk9hay5Db3JlLk1vZGlmaWNhdGlvbi5TdHlsaW5nLkFsbENvbm5lY3RvcnNBdXhpbGlhcnlDdXN0b21pemF0aW9uVGFyZ2V0LCBBbHR1YS5PYWsuQ29yZbkH7wEAxgdZQWx0dWEuT2FrLkNvcmUuTW9kaWZpY2F0aW9uLlN0eWxpbmcuU2VyaWVzV2l0aFBsb3RLaW5kQ3VzdG9taXphdGlvblRhcmdldCwgQWx0dWEuT2FrLkNvcmXBB/EBAwXYCs4HYUFsdHVhLk9hay5Db3JlLk1vZGlmaWNhdGlvbi5TdHlsaW5nLlRhcmdldHMuV2F0ZXJmYWxsQ29ubmVjdG9yQ3VzdG9taXphdGlvblRhcmdldCwgQWx0dWEuT2FrLkNvcmXJB/MBANYHXUFsdHVhLk9hay5Db3JlLk1vZGlmaWNhdGlvbi5TdHlsaW5nLlRhcmdldHMuQWxsQXV4aWxpYXJpZXNDdXN0b21pemF0aW9uVGFyZ2V0LCBBbHR1YS5PYWsuQ29yZdEH9QEA2QfvAQDcBwUMAwXcCuEH8wEA5AcFDAMF4AruB1ZBbHR1YS5PYWsuQ29yZS5Nb2RpZmljYXRpb24uU3R5bGluZy5BbGxTZXJpZXNNYXJrZXJDdXN0b21pemF0aW9uVGFyZ2V0LCBBbHR1YS5PYWsuQ29yZekH+wEA9gc6QWx0dWEuT2FrLkNvcmUuVGhlbWluZy5CaW5kaW5nQ29sb3JQb2ludGVyLCBBbHR1YS5PYWsuQ29yZfEH/QEFBeUK2gL5B+cBAIIIN0FsdHVhLk9hay5Db3JlLlRoZW1pbmcuUGFnZUNvbG9yUG9pbnRlciwgQWx0dWEuT2FrLkNvcmX9B4ACBAAACACFCOsBAIkIgAIEAAAIAI0I7QEAkQiAAgQAAAgAmghTQWx0dWEuT2FrLkNvcmUuTW9kaWZpY2F0aW9uLlN0eWxpbmcuQWxsR3JpZGxpbmVzQ3VzdG9taXphdGlvblRhcmdldCwgQWx0dWEuT2FrLkNvcmWVCIYCAJ0IiAGAgID/pghnQWx0dWEuT2FrLkNvcmUuTW9kaWZpY2F0aW9uLlN0eWxpbmcuVGFyZ2V0cy5BbGxBdXhpbGlhcnlTaGFwZXNPZlR5cGVDdXN0b21pemF0aW9uVGFyZ2V0LCBBbHR1YS5PYWsuQ29yZaEIiQICAAOpCIACBAAECACtCIkCAgABsQiIAf///wC1CIkCAgABvghWQWx0dWEuT2FrLkNvcmUuU3ludGF4U3RydWN0dXJlLlJlY3RhbmdsZUF1eGlsaWFyeVNoYXBlTGFiZWxDYWxjdWxhdGlvbiwgQWx0dWEuT2FrLkNvcmW5CI8CAMEIiQICAAPFCI8CAM4IWEFsdHVhLk9hay5Db3JlLk1vZGlmaWNhdGlvbi5TdHlsaW5nLlNlcmllc0xhYmVsT2ZUeXBlQ3VzdG9taXphdGlvblRhcmdldCwgQWx0dWEuT2FrLkNvcmXJCJMCAgAC1ghYQWx0dWEuT2FrLkNvcmUuTW9kaWZpY2F0aW9uLlN0eWxpbmcuQWxsVmFsdWVBeGlzTGFiZWxDdXN0b21pemF0aW9uVGFyZ2V0LCBBbHR1YS5PYWsuQ29yZdEIlQIA2QiTAgIAAOIIVUFsdHVhLk9hay5Db3JlLk1vZGlmaWNhdGlvbi5TdHlsaW5nLkFsbFRvdGFsTGFiZWxzQ3VzdG9taXphdGlvblRhcmdldCwgQWx0dWEuT2FrLkNvcmXdCJgCAOoIV0FsdHVhLk9hay5Db3JlLk1vZGlmaWNhdGlvbi5TdHlsaW5nLkFsbENhdGVnb3J5TGFiZWxDdXN0b21pemF0aW9uVGFyZ2V0LCBBbHR1YS5PYWsuQ29yZeUImgIA8ghYQWx0dWEuT2FrLkNvcmUuTW9kaWZpY2F0aW9uLlN0eWxpbmcuQWxsQXV4aWxpYXJ5TGFiZWxDdXN0b21pemF0aW9uVGFyZ2V0LCBBbHR1YS5PYWsuQ29yZe0InAIA+ghYQWx0dWEuT2FrLkNvcmUuTW9kaWZpY2F0aW9uLlN0eWxpbmcuQ2F0ZWdvcnlBeGlzVGl0bGVDdXN0b21pemF0aW9uVGFyZ2V0LCBBbHR1YS5PYWsuQ29yZfUIngIAgglGQWx0dWEuT2FrLkNvcmUuUGxvdHRpbmcuQXhpc1RpdGxlTGFiZWxQbGFjZW1lbnRPdXRzaWRlLCBBbHR1YS5PYWsuQ29yZf0IoAICAAGKCV1BbHR1YS5PYWsuQ29yZS5Nb2RpZmljYXRpb24uU3R5bGluZy5BbGxWYWx1ZUF4aXNUaXRsZUxhYmVsQ3VzdG9taXphdGlvblRhcmdldCwgQWx0dWEuT2FrLkNvcmWFCaICAJIJQkFsdHVhLk9hay5Db3JlLlBsb3R0aW5nLkF4aXNUaXRsZUxhYmVsUGxhY2VtZW50RmFyLCBBbHR1YS5PYWsuQ29yZY0JpAICAACaCV9BbHR1YS5PYWsuQ29yZS5Nb2RpZmljYXRpb24uU3R5bGluZy5TZXJpZXNMYWJlbHNXaXRoUGxvdEtpbmRDdXN0b21pemF0aW9uVGFyZ2V0LCBBbHR1YS5PYWsuQ29yZZUJpgIFBewKCACiCT1BbHR1YS5PYWsuQ29yZS5QbG90dGluZy5MYWJlbFBsYWNlbWVudE91dHNpZGUsIEFsdHVhLk9hay5Db3JlnQmoAgClCaYCBQXwCggAqQmVAgCyCUFBbHR1YS5PYWsuQ29yZS5QbG90dGluZy5BeGlzTGFiZWxQbGFjZW1lbnRPdXRzaWRlLCBBbHR1YS5PYWsuQ29yZa0JrAICAQC1CZoCALkJnAIAwglGQWx0dWEuT2FrLkNvcmUuUGxvdHRpbmcuQXV4aWxpYXJ5TGFiZWxQbGFjZW1lbnREZWZhdWx0LCBBbHR1YS5PYWsuQ29yZb0JsAIAyglQQWx0dWEuT2FrLkNvcmUuTW9kaWZpY2F0aW9uLlN0eWxpbmcuQWxsTGFiZWxzQ3VzdG9taXphdGlvblRhcmdldCwgQWx0dWEuT2FrLkNvcmXFCbICANIJQkFsdHVhLk9hay5Db3JlLlN5bnRheFN0cnVjdHVyZS5BY3R1YWxGb250U2l6ZVZhbHVlLCBBbHR1YS5PYWsuQ29yZc0JtAIJAwAAAAAAACJA1QmVAgDeCUNBbHR1YS5PYWsuQ29yZS5TeW50YXhTdHJ1Y3R1cmUuQWN0dWFsRm9udENvbG9yVmFsdWUsIEFsdHVhLk9hay5Db3Jl2Qm3AgUF9QqAAuEJogIA5Qm3AgUF+QqAAukJmgIA7Qm3AgUF/QqAAvEJngIA9Qm3AgUFgQuAAv4JW0FsdHVhLk9hay5Db3JlLk1vZGlmaWNhdGlvbi5TdHlsaW5nLlNpbmdsZUF1eGlsaWFyeUxhYmVsQ3VzdG9taXphdGlvblRhcmdldCwgQWx0dWEuT2FrLkNvcmX5Cb8CFAQSBBDZa2KrFiNSS4Dg3pOSiGyshgpEQWx0dWEuT2FrLkNvcmUuU3ludGF4U3RydWN0dXJlLkFjdHVhbEZvbnRXZWlnaHRWYWx1ZSwgQWx0dWEuT2FrLkNvcmWBCsECAwC8BY4KL0FsdHVhLkRhdGEuSW5mcmFzdHJ1Y3R1cmUuUGFyYWdyYXBoLCBBbHR1YS5EYXRhiQrDAgUMAwWEC5EKwwIFDAMFiAuVCsMCBQwDBYwLmQrDAgUMAwWQC50KwwIFDAMFlAuhCsMCBQwDBZgLpQrDAgUMAwWcC6kKwwIFDAMFoAutCsMCBQwDBaQLsQrDAgUMAwWoC7UKwwIFDAMFrAu5CsMCBQwDBbALvQrDAgUMAwW0C8EKwwIFDAMFuAvFCsMCBQwDBbwLyQrDAgUMAwXAC80KwwIFDAMFxAvRCsMCBQwDBcgL1QrDAgUMAwXMC9gKAQXcCgoBAgAAgEAAAEBA4AoKAQIAAIBAAABAQOoKSEFsdHVhLk9hay5Db3JlLlN5bnRheFN0cnVjdHVyZS5QbG90U2VyaWVzQmluZGluZ1N0cmF0ZWd5LCBBbHR1YS5PYWsuQ29yZeUK2gIA7AoCCQrwCgEF9QqAAgQAAAgA+QqAAgQAAAgA/QqAAgQAAAgAgQuAAgQAAAgAhAsGAQHRC/UCiAsGAQHZC/UCjAsGAQHdC/UCkAsGAQHhC/kClAsGAQHpC/kCmAsGAQHtC/kCnAsGAQHxC/kCoAsGAQH1C/kCpAsGAQH5C/kCqAsGAQH9C/UCrAsGAQGBDPkCsAsGAQGFDPkCtAsGAQGJDPUCuAsGAQGNDPkCvAsGAQGRDPkCwAsGAQGVDPkCxAsGAQGZDPkCyAsGAQGdDPkCzAsGAQGhDPkC1gstQWx0dWEuRGF0YS5JbmZyYXN0cnVjdHVyZS5UZXh0UnVuLCBBbHR1YS5EYXRh0Qv1Ag0ECFNlcmllcyAxDaQM2Qv1Ag0ECFNlcmllcyAyDaQM3Qv1Ag0ECFNlcmllcyAzDaQM5gsvQWx0dWEuRGF0YS5JbmZyYXN0cnVjdHVyZS5OdW1iZXJSdW4sIEFsdHVhLkRhdGHhC/kCEwQOAwAAAAAAACxAHakMiwMNsAzpC/kCEwQOAwAAAAAAADVAHbUMiwMNuAztC/kCEwQOAwAAAAAAqJ9AHb0MiwMNwAzxC/kCEwQOAwAAAAAAnJ9AHcUMiwMNyAz1C/kCEwQOAwAAAAAApJ9AHc0MiwMN0Az5C/kCEwQOAwAAAAAAADNAHdUMiwMN2Az9C/UCGQQUVG90YWwgUmV2ZW51ZSAoTk9LYikN3AyBDPkCEwQOAwAAAAAAACpAHeEMiwMN5AyFDPkCEwQOAwAAAAAAAC9AHekMiwMN7AyJDPUCHAQXTWFya2V0IFNpemUgRGV2ZWxvcG1lbnQN8AyNDPkCEwQOAwAAAAAAmJ9AHfUMiwMN+AyRDPkCEwQOA5qZmZmZGTFAHf0MiwMNgA2VDPkCEwQOAwAAAAAAACZAHYUNiwMNiA2ZDPkCEwQOAwAAAAAAsJ9AHY0NiwMNkA2dDPkCEwQOAwAAAAAArJ9AHZUNiwMNmA2hDPkCEwQOAwAAAAAAoJ9AHZ0NiwMNoA2kDBIEABwAJAAsADQAPABMAFQAXQCuDD1BbHR1YS5EYXRhLk51bWJlckZvcm1hdHRpbmcuQ29tcG9zaXRlTnVtYmVyRm9ybWF0LCBBbHR1YS5EYXRhqQyLAwsdpA0lqA01rA09ALAMEgQAHAAkACwANAA8AEwAVABdALUMiwMLHbANJbQNNbgNPQC4DBIEABwAJAAsADQAPABMAFQAXQC9DIsDCx28DSXADTXEDT0AwAwSBAAcACQALAA0ADwATABUAF0AxQyLAwsdyA0lzA010A09AMgMEgQAHAAkACwANAA8AEwAVABdAM0MiwMLHdQNJdgNNdwNPQDQDBIEABwAJAAsADQAPABMAFQAXQDVDIsDCx3gDSXkDTXoDT0A2AwSBAAcACQALAA0ADwATABUAF0A3AwSBAAcACQALAA0ADwATABUAF0A4QyLAwsd7A0l8A019A09AOQMEgQAHAAkACwANAA8AEwAVABdAOkMiwMLHfgNJfwNNYAOPQDsDBIEABwAJAAsADQAPABMAFQAXQDwDBIEABwAJAAsADQAPABMAFQAXQD1DIsDCx2EDiWIDjWMDj0A+AwSBAAcACQALAA0ADwATABUAF0A/QyLAwsdkA4llA41mA49AIANEgQAHAAkACwANAA8AEwAVABdAIUNiwMLHZwOJaAONaQOPQCIDRIEABwAJAAsADQAPABMAFQAXQCNDYsDCx2oDiWsDjWwDj0AkA0SBAAcACQALAA0ADwATABUAF0AlQ2LAwsdtA4luA41vA49AJgNEgQAHAAkACwANAA8AEwAVABdAJ0NiwMLHcAOJcQONcgOPQCgDRIEABwAJAAsADQAPABMAFQAXQCkDQkAAAwDBcwOEQCoDQkAAAwDBdAOEQCsDQwEASwMAsKgFANOT0uwDQkAAAwDBdQOEQC0DQkAAAwDBdgOEQC4DQwEASwMAsKgFANOT0u8DQkAAAwDBdwOEQDADQkAAAwDBeAOEQDEDQwEASwMAsKgFANOT0vIDQkAAAwDBeQOEQDMDQkAAAwDBegOEQDQDQwEASwMAsKgFANOT0vUDQkAAAwDBewOEQDYDQkAAAwDBfAOEQDcDQwEASwMAsKgFANOT0vgDQkAAAwDBfQOEQDkDQkAAAwDBfgOEQDoDQwEASwMAsKgFANOT0vsDQkAAAwDBfwOEQDwDQkAAAwDBYAPEQD0DQwEASwMAsKgFANOT0v4DQkAAAwDBYQPEQD8DQkAAAwDBYgPEQCADgwEASwMAsKgFANOT0uEDgkAAAwDBYwPEQCIDgkAAAwDBZAPEQCMDgwEASwMAsKgFANOT0uQDgkAAAwDBZQPEQCUDgkAAAwDBZgPEQCYDgwEASwMAsKgFANOT0ucDgkAAAwDBZwPEQCgDgkAAAwDBaAPEQCkDgwEASwMAsKgFANOT0uoDgkAAAwDBaQPEQCsDgkAAAwDBagPEQCwDgwEASwMAsKgFANOT0u0DgkAAAwDBawPEQC4DgkAAAwDBbAPEQC8DgwEASwMAsKgFANOT0vADgkAAAwDBbQPEQDEDgkAAAwDBbgPEQDIDgwEASwMAsKgFANOT0vMDgYBAb0P8APQDgoBAsUP8gO9D/AD1A4GAQHND/AD2A4KAQLRD/IDzQ/wA9wOBgEB1Q/wA+AOCgEC2Q/yA9UP8APkDgYBAd0P8APoDgoBAuEP8gPdD/AD7A4GAQHlD/AD8A4KAQLpD/ID5Q/wA/QOBgEB7Q/wA/gOCgEC8Q/yA+0P8AP8DgYBAfUP8AOADwoBAvkP8gP1D/ADhA8GAQH9D/ADiA8KAQKBEPID/Q/wA4wPBgEBhRDwA5APCgECiRDyA4UQ8AOUDwYBAY0Q8AOYDwoBApEQ8gONEPADnA8GAQGVEPADoA8KAQKZEPIDlRDwA6QPBgEBnRDwA6gPCgECoRDyA50Q8AOsDwYBAaUQ8AOwDwoBAqkQ8gOlEPADtA8GAQGtEPADuA8KAQKxEPIDrRDwA8IPQEFsdHVhLkRhdGEuTnVtYmVyRm9ybWF0dGluZy5OdW1iZXJGb3JtYXRWYWx1ZVNlZ21lbnQsIEFsdHVhLkRhdGG9D/ADBQQDBbQQyg8/QWx0dWEuRGF0YS5OdW1iZXJGb3JtYXR0aW5nLk51bWJlckZvcm1hdFRleHRTZWdtZW50LCBBbHR1YS5EYXRhxQ/yAwUEAS0JAc0P8AMFBAMFuBDRD/IDBQQBLQkB1Q/wAwUEAwW8ENkP8gMFBAEtCQHdD/ADBQQDBcAQ4Q/yAwUEAS0JAeUP8AMFBAMFxBDpD/IDBQQBLQkB7Q/wAwUEAwXIEPEP8gMFBAEtCQH1D/ADBQQDBcwQ+Q/yAwUEAS0JAf0P8AMFBAMF0BCBEPIDBQQBLQkBhRDwAwUEAwXUEIkQ8gMFBAEtCQGNEPADBQQDBdgQkRDyAwUEAS0JAZUQ8AMFBAMF3BCZEPIDBQQBLQkBnRDwAwUEAwXgEKEQ8gMFBAEtCQGlEPADBQQDBeQQqRDyAwUEAS0JAa0Q8AMFBAMF6BCxEPIDBQQBLQkBtBAGAQHtEJwEuBAOAQPtEJwE9RCeBO0QnAS8EAYBAe0QnATAEAYBAe0QnATEEAYBAe0QnATIEA4BA+0QnAT1EJ4E7RCcBMwQBgEB7RCcBNAQDgED7RCcBPUQngTtEJwE1BAGAQHtEJwE2BAOAQPtEJwE9RCeBO0QnATcEAYBAe0QnATgEAYBAe0QnATkEAYBAe0QnAToEAYBAe0QnATyEDlBbHR1YS5EYXRhLk51bWJlckZvcm1hdHRpbmcuTnVtYmVyUGxhY2Vob2xkZXIsIEFsdHVhLkRhdGHtEJwEBQIwAAAA+hA/QWx0dWEuRGF0YS5OdW1iZXJGb3JtYXR0aW5nLkRlY2ltYWxQb2ludFBsYWNlaG9sZGVyLCBBbHR1YS5EYXRh9RCeBAA="/>
  <p:tag name="GRUNT-VERSION-2" val="2026.1-r5-6063"/>
  <p:tag name="GRUNT-SYNC" val="597d58e27221455fa7e4794795bc8a72"/>
</p:tagLst>
</file>

<file path=ppt/tags/tag18.xml><?xml version="1.0" encoding="utf-8"?>
<p:tagLst xmlns:a="http://schemas.openxmlformats.org/drawingml/2006/main" xmlns:r="http://schemas.openxmlformats.org/officeDocument/2006/relationships" xmlns:p="http://schemas.openxmlformats.org/presentationml/2006/main">
  <p:tag name="GRUNT-PAGEOBJECT" val="722a63b9-3c49-4926-8d08-b88bc052ca99"/>
  <p:tag name="GRUNT-X-RESOURCES" val="AQIFBAQEAgEA"/>
  <p:tag name="GRUNT-VERSION" val="20.26.1.0"/>
  <p:tag name="GRUNT-X-DATASERVICE" val="AQUCxxEKNEFsdHVhLkRhdGEuRGF0YVNlcnZpY2VzLkV4Y2VsRGF0YVNlcnZpY2UsIEFsdHVhLkRhdGEFAhwEEgQQifbNaAZ73kmKSono3wbnB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6yRjxjad5IFWBMDgMAZABkAAAAAAAAAAAAUABUBQkBFWkbXjdBbHR1YS5EYXRhLlJlYWRlcnMuRXhjZWwuU3BlY2lmaWNFeGNlbFJhbmdlLCBBbHR1YS5EYXRhWRcKBXAMBkdSQVBIU2DfAwMMdAN4BAMcWW9ZIEdyb3d0aCB2cyBNYXJrZXQgKE5PS2JuKQEAAxJNYXJrZXQgKGV4Y2wgU0FUUykBAQMFU0FUUyABAgACBAUfAEB4d1wyVwgAAOKhJTNXCGNVVVVVVcU/YS+hvYT2sj8AwEvM7jNXCJEkSZIkSdI/m3saYbmnsT8AgLX2tzRXCFZVVVVVVcU/fhBCCCGEsD8AQB8hgTVXCJ7neZ7neb4/AAAAAAAAAAAAAIlLSjZXCF/UdzbqO7s/KZtssskmyz8AwPJ1EzdXCLLYiZ3Yib0/AAAAAAAAwL8AgFyg3DdXCKV7GmG5p7G/El/xFV/xtb8AQMbKpThXCHUcx3Ecx9E//f//////0T8AADD1bjlXCKFR4meU+Mk/wBK1K1G7wj8AwJkfODpXCLz2kMuKgbI/TxCTK4jJtT8AAAABAAAAAAAAAAAA+P//HwEAAAAAAAICfSAACFN0YW5kYXJkCwMGCQwPEhUYGx4hAwk9UkNbLTFdKzEKBgkMDxIVGBseIR89KFJbLTNdQy1SWy0zXUNbLTFdKS9SWy0zXUNbLTFdCgcKDRATFhkcHyIfPShSWy02XUMtUlstNl1DWy0xXSkvUlstNl1DWy0xXQoICw4RFBcaHSAjZABuT0FsdHVhLkxpYnJhcnkuU2VyaWFsaXphYmxlLlN0b3JhZ2UuQWJzb2x1dGVGaWxlUGF0aCwgQWx0dWEuTGlicmFyeS5TZXJpYWxpemFibGVpG1YEVGh0dHBzOi8vYmllZHUtbXkuc2hhcmVwb2ludC5jb20vcGVyc29uYWwvczIzMTc3NDBfYmlfbm8vRG9jdW1lbnRzL1BhcmV0byBlcXVpdHkueGxzeHAIBYUBIg2NASR0GJQBmAGcAaABpAGoAawBsAG0AbgBvAHAAXgGxAHIAcwBggE9QWx0dWEuRGF0YS5OdW1iZXJGb3JtYXR0aW5nLkNvbXBvc2l0ZU51bWJlckZvcm1hdCwgQWx0dWEuRGF0YX0gCx3QASXUATXYAT0AigE3QWx0dWEuRGF0YS5QcmltaXRpdmVzLkNvbnN0cmFpbmVkQ29sdW1uU3BhbiwgQWx0dWEuRGF0YYUBIgUDBdwBAJIBNEFsdHVhLkRhdGEuUHJpbWl0aXZlcy5Db25zdHJhaW5lZFJvd1NwYW4sIEFsdHVhLkRhdGGNASQFAwXgAQCUARkEEgQQAQAAAAAAAAAAAAAAAAAAAAwBQhkBmAEZBBIEEAEAAAAAAAAAAAAAAAEAAAEMAUMZAZwBGQQSBBABAAAAAAAAAAAAAAACAAACDAFEGQGgARkEEgQQAQAAAAAAAAAAAAAAAwAAAwwBRRkBpAEZBBIEEAEAAAAAAAAAAAAAAAQAAAQMAUYZAagBGQQSBBABAAAAAAAAAAAAAAAFAAAFDAFHGQGsARkEEgQQAQAAAAAAAAAAAAAABgAABgwBSBkBsAEZBBIEEAEAAAAAAAAAAAAAAAcAAAcMAUkZAbQBGQQSBBABAAAAAAAAAAAAAAAIAAAIDAFKGQG4ARkEEgQQAQAAAAAAAAAAAAAACQAACQwBSxkBvAEZBBIEEAEAAAAAAAAAAAAAAAoAAAoMAUwZAcABGQQSBBABAAAAAAAAAAAAAAALAAALDAFNGQHEARoEEgQQAgAAAAAAAAAAAAAAAAAAAAwCNDUZAcgBGgQSBBACAAAAAAAAAAAAAAABAAABDAI0NhkBzAEaBBIEEAIAAAAAAAAAAAAAAAIAAAIMAjQ3GQHQAQkAAgwDBeQBEQDUAQkAAgwDBegBEQDYAQsEASwMASAUA05PS9wBBAECAg7gAQQBAi0w5AELAQPtATz1AT79AUDoAQ4BBIUCPu0BPPUBPv0BQPIBQEFsdHVhLkRhdGEuTnVtYmVyRm9ybWF0dGluZy5OdW1iZXJGb3JtYXRWYWx1ZVNlZ21lbnQsIEFsdHVhLkRhdGHtATwFBAMFiAL6AT9BbHR1YS5EYXRhLk51bWJlckZvcm1hdHRpbmcuTnVtYmVyRm9ybWF0VGV4dFNlZ21lbnQsIEFsdHVhLkRhdGH1AT4FBAEgCQGCAkJBbHR1YS5EYXRhLk51bWJlckZvcm1hdHRpbmcuTnVtYmVyRm9ybWF0UGVyY2VudFNlZ21lbnQsIEFsdHVhLkRhdGH9AUAAhQI+BQQBLQkBiAIFAQGNAkSSAjlBbHR1YS5EYXRhLk51bWJlckZvcm1hdHRpbmcuTnVtYmVyUGxhY2Vob2xkZXIsIEFsdHVhLkRhdGGNAkQFAjAAAAA="/>
  <p:tag name="GRUNT-RENDERHASH" val="e464f1a75003df98ec60b1e505b4163e-svg"/>
  <p:tag name="GRUNT-X-SHAPEBOUNDS" val="ASIBBAAAAIC4BHVAAAAAYDEEZEAAAAAAlMxwQAAAAKBL+l5AAA=="/>
  <p:tag name="GRUNT-X-PAGEOBJECT" val="AQUC1HUKOEFsdHVhLk9hay5Db3JlLkRvY3VtZW50TW9kZWwuQ2hhcnRPYmplY3QsIEFsdHVhLk9hay5Db3JlBQI/BBIEELljKnJJPCZJjQi4i8BSypkMEgQQifbNaAZ73kmKSono3wbnBRUNBCUUNRg9HFUgbSR1AHkBgAEAjQEoElBBbHR1YS5PYWsuQ29yZS5Eb2N1bWVudE1vZGVsLlRlbXBsYXRpbmcuQ3VzdG9tUG9zaXRpb25EZWZpbml0aW9uLCBBbHR1YS5PYWsuQ29yZQ0EJAQiAQQAAACAuAh1QMTWbGCBB2VAAAAAAJTEcEB4Uib/izRZ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iA8e69H+r0yLuXnpdfVEHh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UoAKkAqgCrAKwArQCuAK8AsACxAKcAUwSBBCf9A8WM075XZA6v829YcP6EgQQDkX5RIZ05ViVM2kfnmccYRIEEOhEE2dCxvxahpmXCc55xkwSBBAom3VwaO1uWZKc0aQB3CCJoAFJBBIEENrI5FtSh/xRmrb0PZ4wiJQMEgQQuFZ6MasFqUeTp7sErFCbGhXIAhwSBBACAAAAAAAAAAAAAAABAAABJAEBLcwCNdECVaQBSQQSBBBBqC2tg/8MX6c4NYgNBshsDBIEELhWejGrBalHk6e7BKxQmxoV2AIcEgQQAgAAAAAAAAAAAAAAAgAAAiQBAS3cAjXRAlWoAUkEEgQQpMyZuUU+61i26e7n0SuxsAwSBBC4VnoxqwWpR5OnuwSsUJsaFeACHBIEEAIAAAAAAAAAAAAAAAMAAAMkAQEt5AI10QJVrAECQECwARADAOgCAOgCAAAAAAAAAAAAtAHkCi0EKAQSBBABAAAAAAAAAAAAAAAHAAAHDBIEEAIAAAAAAAAAAAAAAAIAAAIN7AItBCgEEgQQAQAAAAAAAAAAAAAACgAACgwSBBACAAAAAAAAAAAAAAABAAABDfACLQQoBBIEEAEAAAAAAAAAAAAAAAkAAAkMEgQQAgAAAAAAAAAAAAAAAAAAAA30Ai0EKAQSBBABAAAAAAAAAAAAAAAIAAAIDBIEEAIAAAAAAAAAAAAAAAEAAAEN+AItBCgEEgQQAQAAAAAAAAAAAAAACAAACAwSBBACAAAAAAAAAAAAAAACAAACDfwCLQQoBBIEEAEAAAAAAAAAAAAAAAMAAAMMEgQQAgAAAAAAAAAAAAAAAQAAAQ2AAy0EKAQSBBABAAAAAAAAAAAAAAAEAAAEDBIEEAIAAAAAAAAAAAAAAAIAAAINhAMtBCgEEgQQAQAAAAAAAAAAAAAABQAABQwSBBACAAAAAAAAAAAAAAAAAAAADYgDLQQoBBIEEAEAAAAAAAAAAAAAAAIAAAIMEgQQAgAAAAAAAAAAAAAAAAAAAA2MAy0EKAQSBBABAAAAAAAAAAAAAAAIAAAIDBIEEAIAAAAAAAAAAAAAAAAAAAANkAMtBCgEEgQQAQAAAAAAAAAAAAAABAAABAwSBBACAAAAAAAAAAAAAAAAAAAADZQDLQQoBBIEEAEAAAAAAAAAAAAAAAoAAAoMEgQQAgAAAAAAAAAAAAAAAAAAAA2YAy0EKAQSBBABAAAAAAAAAAAAAAAGAAAGDBIEEAIAAAAAAAAAAAAAAAEAAAENnAMtBCgEEgQQAQAAAAAAAAAAAAAABwAABwwSBBACAAAAAAAAAAAAAAABAAABDaADLQQoBBIEEAEAAAAAAAAAAAAAAAIAAAIMEgQQAgAAAAAAAAAAAAAAAQAAAQ2kAy0EKAQSBBABAAAAAAAAAAAAAAACAAACDBIEEAIAAAAAAAAAAAAAAAIAAAINqAMtBCgEEgQQAQAAAAAAAAAAAAAABAAABAwSBBACAAAAAAAAAAAAAAABAAABDawDLQQoBBIEEAEAAAAAAAAAAAAAAAkAAAkMEgQQAgAAAAAAAAAAAAAAAgAAAg2wAy0EKAQSBBABAAAAAAAAAAAAAAABAAABDBIEEAIAAAAAAAAAAAAAAAIAAAINtAMtBCgEEgQQAQAAAAAAAAAAAAAABgAABgwSBBACAAAAAAAAAAAAAAACAAACDbgDLQQoBBIEEAEAAAAAAAAAAAAAAAMAAAMMEgQQAgAAAAAAAAAAAAAAAgAAAg28Ay0EKAQSBBABAAAAAAAAAAAAAAAKAAAKDBIEEAIAAAAAAAAAAAAAAAIAAAINwAMtBCgEEgQQAQAAAAAAAAAAAAAABQAABQwSBBACAAAAAAAAAAAAAAACAAACDcQDLQQoBBIEEAEAAAAAAAAAAAAAAAEAAAEMEgQQAgAAAAAAAAAAAAAAAAAAAA3IAy0EKAQSBBABAAAAAAAAAAAAAAAFAAAFDBIEEAIAAAAAAAAAAAAAAAEAAAENzAMtBCgEEgQQAQAAAAAAAAAAAAAACQAACQwSBBACAAAAAAAAAAAAAAABAAABDdADLQQoBBIEEAEAAAAAAAAAAAAAAAEAAAEMEgQQAgAAAAAAAAAAAAAAAQAAAQ3UAy0EKAQSBBABAAAAAAAAAAAAAAAHAAAHDBIEEAIAAAAAAAAAAAAAAAAAAAAN2AMtBCgEEgQQAQAAAAAAAAAAAAAABgAABgwSBBACAAAAAAAAAAAAAAAAAAAADdwDLQQoBBIEEAEAAAAAAAAAAAAAAAMAAAMMEgQQAgAAAAAAAAAAAAAAAAAAAA3gA7gBQgEAGAMl5AMpADEAQABIAlXoA13sA2QSBBC4VnoxqwWpR5OnuwSsUJsabfADdfQDjQH4A5EBAZ0B/AOlAYAEtQGEBLwBAgEAwAEFBAMFiATEAQUEAwWMBMgBBQQDBZAEzAEFBAMFlATQAQUEAwWIBNQBBQQDBYgE2AEFBAMFmATcAQUEAwWcBOABBQQDBaAE5AEFBAMFpAToAQUEAwWoBOwBBQQDBawE8AEFBAMFsAT0AQUEAwW0BPgBBQQDBbgE/AEFBAMFvASAAgUEAwXABIQCBQQDBcQEiAIFBAMFyASMAgUEAwXMBJACBQQDBdAElAICAQCYAgcF1QSWAQgEnAIHBd0ElgEIBKACKgQSBBC11W0CkQieX5+zDGm97rz+DBIEEAEAAAAAAAAAAAAAAAEAAAEcAKQCKgQSBBA//puU/IDWXo8eVdBAg4zMDBIEEAEAAAAAAAAAAAAAAAIAAAIcAKgCKgQSBBCZ4BgbMOm2XZfT0ZJtH4leDBIEEAEAAAAAAAAAAAAAAAMAAAMcAKwCKgQSBBAl0ZxWNKeoWKcJP+2iJMRIDBIEEAEAAAAAAAAAAAAAAAQAAAQcALACKgQSBBAKMV+IxkASU4MK5YXxh7iLDBIEEAEAAAAAAAAAAAAAAAUAAAUcALQCKgQSBBBXp4Vror4aVaUvmfiytjCPDBIEEAEAAAAAAAAAAAAAAAYAAAYcALgCKgQSBBAF92rw8O2LV4DxuqDLFjc4DBIEEAEAAAAAAAAAAAAAAAcAAAccALwCKgQSBBCOwU14v8SGXIkNckBAw+BLDBIEEAEAAAAAAAAAAAAAAAgAAAgcAMACKgQSBBA54thbkwyLX44RxLumUQmeDBIEEAEAAAAAAAAAAAAAAAkAAAkcAMQCKgQSBBCIXeCjZZ8BVaRq7VXCKIeHDBIEEAEAAAAAAAAAAAAAAAoAAAocAMgCBQXgBAgBzAIEBQAIAdYCPkFsdHVhLk9hay5Db3JlLkNoYXJ0LkRlZmF1bHRQbG90U2VyaWVzU2V0dGluZ3MsIEFsdHVhLk9hay5Db3Jl0QJVANgCBQXkBAgB3AIEBQAIAeACBQXoBAgB5AIEBQAIAegCAOwCCQ3sBBXwBBwBAPACCQ3sBBX0BBwBAPQCCQ3sBBX4BBwBAPgCCQ3sBBX8BBwBAPwCCQ3sBBWABRwBAIADCQ3sBBWEBRwBAIQDCQ3sBBWIBRwBAIgDCQ3sBBWMBRwBAIwDCQ3sBBWQBRwBAJADCQ3sBBWUBRwBAJQDCQ3sBBWYBRwBAJgDCQ3sBBWcBRwBAJwDCQ3sBBWgBRwBAKADCQ3sBBWkBRwBAKQDCQ3sBBWoBRwBAKgDCQ3sBBWsBRwBAKwDCQ3sBBWwBRwBALADCQ3sBBW0BRwBALQDCQ3sBBW4BRwBALgDCQ3sBBW8BRwBALwDCQ3sBBXABRwBAMADCQ3sBBXEBRwBAMQDCQ3sBBXIBRwBAMgDCQ3sBBXMBRwBAMwDCQ3sBBXQBRwBANADCQ3sBBXUBRwBANQDCQ3sBBXYBRwBANgDCQ3sBBXcBRwBANwDCQ3sBBXgBRwBAOADCQ3sBBXkBRwBAOQDCwMAAAAAAAAAAAgC6AMLAwAAAAAAAAAACAHsAwsDAAAAAAAAAAAIAfADGAXoBQ3sBRXwBR30BSX4BS38BTWABj2EBvQDCA2IBhWNBpYB+AMLAwAAAAAAAAAACAT8AwcFkQaWAQgEgAQHBZEGlgEIBIQEBQQDBZQGiAQCAQCMBBQBCZgGnAagBqQGqAasBrAGtAa4BpAEBgECvAbABpQEAgEAmAQCAQCcBAIBAKAEEAEHxAbIBswG0AbUBtgG3AakBAYBAuAG5AaoBA4BBugG7AbwBvQG+Ab8BqwEFAEJgAeEB4gHjAeQB5QHmAecB6AHsAQCAQC0BAgBA6QHqAesB7gEEAEHsAe0B7gHvAfAB8QHyAe8BAIBAMAEAgEAxAQCAQDIBAIBAMwEAgEA0AQCAQDaBDNBbHR1YS5PYWsuQ29yZS5UaGVtaW5nLkNvbG9yUG9pbnRlciwgQWx0dWEuT2FrLkNvcmXVBJYBUFBQ/90ElgFQUFD/4AQFBAMFzAfkBAUEAwXQB+gEBQQDBdQH7AQFBAAN2AfwBAUEAwXcB/QEBQQDBeAH+AQFBAMF5Af8BAUEAwXoB4AFBQQDBewHhAUFBAMF8AeIBQUEAwX0B4wFBQQDBfgHkAUFBAMF/AeUBQUEAwWACJgFBQQDBYQInAUFBAMFiAigBQUEAwWMCKQFBQQDBZAIqAUFBAMFlAisBQUEAwWYCLAFBQQDBZwItAUFBAMFoAi4BQUEAwWkCLwFBQQDBagIwAUFBAMFrAjEBQUEAwWwCMgFBQQDBbQIzAUFBAMFuAjQBQUEAwW8CNQFBQQDBcAI2AUFBAMFxAjcBQUEAwXICOAFBQQDBcwI5AUFBAMF0AjoBQcEAwQBAAgE7AUFBAEuCATwBQQAAQgE9AUEAAAIBPgFBAQACAT8BQQEAAgEgAYEAAAIBIQGBAAACASIBgUEAwXUCI0GlgE+PuX/kQaWAVBQUP+UBgIBAJgGDgXZCJcCCwAAAAAAAAAAnAYOBeEImQILAAAAAAAAAACgBg4F6QibAgsAAAAAAADgP6QGDgXxCJ0CCwAAAAAAAOA/qAYOBfkInwILAAAAAAAA4D+sBg4FgQmhAgsAAAAAAAD4P7AGDgWJCaMCCwAAAAAAAOA/tAYOBZEJpQILAAAAAAAAAAC4Bg4FmQmlAgsAAAAAAAAAALwGCAWdCZ8CDaAJwAYIBaUJowINqAnEBgoFrQmsAg21Ca4CyAYKBb0JlwINwQmxAswGCgXJCZsCDc0JsQLQBgoF0QmdAg3VCbEC1AYKBdkJtwIN4QmWAdgGCgXlCboCDe0JsQLcBgoF8Qm6Ag31CZYB4AYKBfkJugIN/QnAAuQGCgWFCroCDYkKwALoBgcFjQrEAgkB7AYHBZUKxgIJAPAGBwWdCsQCCQH0BgcFoQrJAgkB+AYHBakKywIJAfwGBwWxCs0CCQGABwoFuQrPAg3BCtEChAcKBckK0wIN0QrVAogHCgXZCtcCDeEK2QKMBwoF6QrXAg3hCtkCkAcKBe0KxgIN8QrdApQHCgX5CssCDfEK3QKYBwoF/QrNAg2BC+ECnAcKBYkLpQINjQvZAqAHCgWRC6UCDZUL2QKkBwoFmQvnAg2hC+kCqAcKBakLpQINrQvpAqwHCgWxC6UCDbUL6QKwBwoFuQvGAg29C/ACtAcKBcUL0wINyQvwArgHCgXNC8sCDdEL8AK8BwoF1QvPAg3ZC/ACwAcKBd0LpQIN4QvwAsQHCgXlC6UCDekL8ALIBwoF7Qv8Ag31C/ACzAcGAQH5C/8C0AcGAQGBDP8C1AcGAQGFDP8C2AcIBQANABUAHQDcBwYBAYkM/wLgBwYBAY0M/wLkBwYBAZEM/wLoBwYBAZUM/wLsBwYBAZkM/wLwBwYBAZ0M/wL0BwYBAaEM/wL4BwYBAaUM/wL8BwYBAakM/wKACAYBAa0M/wKECAYBAbEM/wKICAYBAbUM/wKMCAYBAbkM/wKQCAYBAb0M/wKUCAYBAcEM/wKYCAYBAcUM/wKcCAYBAckM/wKgCAYBAc0M/wKkCAYBAdEM/wKoCAYBAdUM/wKsCAYBAdkM/wKwCAYBAd0M/wK0CAYBAeEM/wK4CAYBAeUM/wK8CAYBAekM/wLACAYBAe0M/wLECAYBAfEM/wLICAYBAfUM/wLMCAYBAfkM/wLQCAYBAf0M/wLUCAQBAgEE3ghTQWx0dWEuT2FrLkNvcmUuTW9kaWZpY2F0aW9uLlN0eWxpbmcuQWxsVmFsdWVBeGlzQ3VzdG9taXphdGlvblRhcmdldCwgQWx0dWEuT2FrLkNvcmXZCJcCAOYIWUFsdHVhLk9hay5Db3JlLk1vZGlmaWNhdGlvbi5TdHlsaW5nLlZhbHVlQXhpc0dyaWRsaW5lc0N1c3RvbWl6YXRpb25UYXJnZXQsIEFsdHVhLk9hay5Db3Jl4QiZAgDuCFNBbHR1YS5PYWsuQ29yZS5Nb2RpZmljYXRpb24uU3R5bGluZy5DYXRlZ29yeUF4aXNDdXN0b21pemF0aW9uVGFyZ2V0LCBBbHR1YS5PYWsuQ29yZekImwIA9ghQQWx0dWEuT2FrLkNvcmUuTW9kaWZpY2F0aW9uLlN0eWxpbmcuT3JpZ29MaW5lQ3VzdG9taXphdGlvblRhcmdldCwgQWx0dWEuT2FrLkNvcmXxCJ0CAP4IXUFsdHVhLk9hay5Db3JlLk1vZGlmaWNhdGlvbi5TdHlsaW5nLkFsbENvbm5lY3RvcnNBdXhpbGlhcnlDdXN0b21pemF0aW9uVGFyZ2V0LCBBbHR1YS5PYWsuQ29yZfkInwIAhglZQWx0dWEuT2FrLkNvcmUuTW9kaWZpY2F0aW9uLlN0eWxpbmcuU2VyaWVzV2l0aFBsb3RLaW5kQ3VzdG9taXphdGlvblRhcmdldCwgQWx0dWEuT2FrLkNvcmWBCaECAwWADY4JYUFsdHVhLk9hay5Db3JlLk1vZGlmaWNhdGlvbi5TdHlsaW5nLlRhcmdldHMuV2F0ZXJmYWxsQ29ubmVjdG9yQ3VzdG9taXphdGlvblRhcmdldCwgQWx0dWEuT2FrLkNvcmWJCaMCAJYJUkFsdHVhLk9hay5Db3JlLk1vZGlmaWNhdGlvbi5TdHlsaW5nLlNlcmllc0xhYmVsQ3VzdG9taXphdGlvblRhcmdldCwgQWx0dWEuT2FrLkNvcmWRCaUCFgQSBBDayORbUof8UZq29D2eMIiUCACZCaUCFgQSBBBBqC2tg/8MX6c4NYgNBshsCACdCZ8CAKAJBQwDBYQNpQmjAgCoCQUMAwWIDbIJVkFsdHVhLk9hay5Db3JlLk1vZGlmaWNhdGlvbi5TdHlsaW5nLkFsbFNlcmllc01hcmtlckN1c3RvbWl6YXRpb25UYXJnZXQsIEFsdHVhLk9hay5Db3JlrQmsAgC6CTpBbHR1YS5PYWsuQ29yZS5UaGVtaW5nLkJpbmRpbmdDb2xvclBvaW50ZXIsIEFsdHVhLk9hay5Db3JltQmuAgUFjQ2kA70JlwIAxgk3QWx0dWEuT2FrLkNvcmUuVGhlbWluZy5QYWdlQ29sb3JQb2ludGVyLCBBbHR1YS5PYWsuQ29yZcEJsQIEAAAIAMkJmwIAzQmxAgQAAAgA0QmdAgDVCbECBAAACADeCVNBbHR1YS5PYWsuQ29yZS5Nb2RpZmljYXRpb24uU3R5bGluZy5BbGxHcmlkbGluZXNDdXN0b21pemF0aW9uVGFyZ2V0LCBBbHR1YS5PYWsuQ29yZdkJtwIA4QmWAYCAgP/qCWdBbHR1YS5PYWsuQ29yZS5Nb2RpZmljYXRpb24uU3R5bGluZy5UYXJnZXRzLkFsbEF1eGlsaWFyeVNoYXBlc09mVHlwZUN1c3RvbWl6YXRpb25UYXJnZXQsIEFsdHVhLk9hay5Db3Jl5Qm6AgIAA+0JsQIEAAQIAPEJugICAAH1CZYB////APkJugICAAGCClZBbHR1YS5PYWsuQ29yZS5TeW50YXhTdHJ1Y3R1cmUuUmVjdGFuZ2xlQXV4aWxpYXJ5U2hhcGVMYWJlbENhbGN1bGF0aW9uLCBBbHR1YS5PYWsuQ29yZf0JwAIAhQq6AgIAA4kKwAIAkgpYQWx0dWEuT2FrLkNvcmUuTW9kaWZpY2F0aW9uLlN0eWxpbmcuU2VyaWVzTGFiZWxPZlR5cGVDdXN0b21pemF0aW9uVGFyZ2V0LCBBbHR1YS5PYWsuQ29yZY0KxAICAAKaClhBbHR1YS5PYWsuQ29yZS5Nb2RpZmljYXRpb24uU3R5bGluZy5BbGxWYWx1ZUF4aXNMYWJlbEN1c3RvbWl6YXRpb25UYXJnZXQsIEFsdHVhLk9hay5Db3JllQrGAgCdCsQCAgAApgpVQWx0dWEuT2FrLkNvcmUuTW9kaWZpY2F0aW9uLlN0eWxpbmcuQWxsVG90YWxMYWJlbHNDdXN0b21pemF0aW9uVGFyZ2V0LCBBbHR1YS5PYWsuQ29yZaEKyQIArgpXQWx0dWEuT2FrLkNvcmUuTW9kaWZpY2F0aW9uLlN0eWxpbmcuQWxsQ2F0ZWdvcnlMYWJlbEN1c3RvbWl6YXRpb25UYXJnZXQsIEFsdHVhLk9hay5Db3JlqQrLAgC2ClhBbHR1YS5PYWsuQ29yZS5Nb2RpZmljYXRpb24uU3R5bGluZy5BbGxBdXhpbGlhcnlMYWJlbEN1c3RvbWl6YXRpb25UYXJnZXQsIEFsdHVhLk9hay5Db3JlsQrNAgC+ClhBbHR1YS5PYWsuQ29yZS5Nb2RpZmljYXRpb24uU3R5bGluZy5DYXRlZ29yeUF4aXNUaXRsZUN1c3RvbWl6YXRpb25UYXJnZXQsIEFsdHVhLk9hay5Db3JluQrPAgDGCkZBbHR1YS5PYWsuQ29yZS5QbG90dGluZy5BeGlzVGl0bGVMYWJlbFBsYWNlbWVudE91dHNpZGUsIEFsdHVhLk9hay5Db3JlwQrRAgIAAc4KXUFsdHVhLk9hay5Db3JlLk1vZGlmaWNhdGlvbi5TdHlsaW5nLkFsbFZhbHVlQXhpc1RpdGxlTGFiZWxDdXN0b21pemF0aW9uVGFyZ2V0LCBBbHR1YS5PYWsuQ29yZckK0wIA1gpCQWx0dWEuT2FrLkNvcmUuUGxvdHRpbmcuQXhpc1RpdGxlTGFiZWxQbGFjZW1lbnRGYXIsIEFsdHVhLk9hay5Db3Jl0QrVAgIAAN4KX0FsdHVhLk9hay5Db3JlLk1vZGlmaWNhdGlvbi5TdHlsaW5nLlNlcmllc0xhYmVsc1dpdGhQbG90S2luZEN1c3RvbWl6YXRpb25UYXJnZXQsIEFsdHVhLk9hay5Db3Jl2QrXAgUFlA0IAOYKPUFsdHVhLk9hay5Db3JlLlBsb3R0aW5nLkxhYmVsUGxhY2VtZW50T3V0c2lkZSwgQWx0dWEuT2FrLkNvcmXhCtkCAOkK1wIFBZgNCADtCsYCAPYKQUFsdHVhLk9hay5Db3JlLlBsb3R0aW5nLkF4aXNMYWJlbFBsYWNlbWVudE91dHNpZGUsIEFsdHVhLk9hay5Db3Jl8QrdAgIBAPkKywIA/QrNAgCGC0ZBbHR1YS5PYWsuQ29yZS5QbG90dGluZy5BdXhpbGlhcnlMYWJlbFBsYWNlbWVudERlZmF1bHQsIEFsdHVhLk9hay5Db3JlgQvhAgCJC6UCFgQSBBDayORbUof8UZq29D2eMIiUCACNC9kCAJELpQIWBBIEEEGoLa2D/wxfpzg1iA0GyGwIAJUL2QIAngtQQWx0dWEuT2FrLkNvcmUuTW9kaWZpY2F0aW9uLlN0eWxpbmcuQWxsTGFiZWxzQ3VzdG9taXphdGlvblRhcmdldCwgQWx0dWEuT2FrLkNvcmWZC+cCAKYLQkFsdHVhLk9hay5Db3JlLlN5bnRheFN0cnVjdHVyZS5BY3R1YWxGb250U2l6ZVZhbHVlLCBBbHR1YS5PYWsuQ29yZaEL6QIJAwAAAAAAACJAqQulAhYEEgQQQagtrYP/DF+nODWIDQbIbAgArQvpAgkDAAAAAAAAFECxC6UCFgQSBBDayORbUof8UZq29D2eMIiUCAC1C+kCCQMAAAAAAAAUQLkLxgIAwgtDQWx0dWEuT2FrLkNvcmUuU3ludGF4U3RydWN0dXJlLkFjdHVhbEZvbnRDb2xvclZhbHVlLCBBbHR1YS5PYWsuQ29yZb0L8AIFBZ0NsQLFC9MCAMkL8AIFBaENsQLNC8sCANEL8AIFBaUNsQLVC88CANkL8AIFBakNsQLdC6UCFgQSBBBBqC2tg/8MX6c4NYgNBshsCADhC/ACBQWtDbEC5QulAhYEEgQQ2sjkW1KH/FGatvQ9njCIlAgA6QvwAgUFsQ2xAvILVUFsdHVhLk9hay5Db3JlLk1vZGlmaWNhdGlvbi5TdHlsaW5nLkRhdGFQb2ludExhYmVsQ3VzdG9taXphdGlvblRhcmdldCwgQWx0dWEuT2FrLkNvcmXtC/wCKgQSBBDayORbUof8UZq29D2eMIiUDBIEEI7BTXi/xIZciQ1yQEDD4EsQAPUL8AIFBbUNsQL+Cy9BbHR1YS5EYXRhLkluZnJhc3RydWN0dXJlLlBhcmFncmFwaCwgQWx0dWEuRGF0YfkL/wIFDAMFuA2BDP8CBQwDBbwNhQz/AgUMAwXADYkM/wIFDAMFxA2NDP8CBQwDBcgNkQz/AgUMAwXMDZUM/wIFDAMF0A2ZDP8CBQwDBdQNnQz/AgUMAwXYDaEM/wIFDAMF3A2lDP8CBQwDBeANqQz/AgUMAwXkDa0M/wIFDAMF6A2xDP8CBQwDBewNtQz/AgUMAwXwDbkM/wIFDAMF9A29DP8CBQwDBfgNwQz/AgUMAwX8DcUM/wIFDAMFgA7JDP8CBQwDBYQOzQz/AgUMAwWIDtEM/wIFDAMFjA7VDP8CBQwDBZAO2Qz/AgUMAwWUDt0M/wIFDAMFmA7hDP8CBQwDBZwO5Qz/AgUMAwWgDukM/wIFDAMFpA7tDP8CBQwDBagO8Qz/AgUMAwWsDvUM/wIFDAMFsA75DP8CBQwDBbQO/Qz/AgUMAwW4DoANAQWEDQoBAgAAgEAAAEBAiA0KAQIAAIBAAABAQJINSEFsdHVhLk9hay5Db3JlLlN5bnRheFN0cnVjdHVyZS5QbG90U2VyaWVzQmluZGluZ1N0cmF0ZWd5LCBBbHR1YS5PYWsuQ29yZY0NpAMAlA0CCQqYDQEFnQ2xAgQAAAgAoQ2xAgQAAAgApQ2xAgQAAAgAqQ2xAgQAAAgArQ2xAgQAAAgAsQ2xAgQAAwgCtQ2xAgQAAwgBuA0GAQG9DtADvA0GAQHFDtADwA0GAQHJDtADxA0GAQHNDtQDyA0GAQHVDtQDzA0GAQHZDtQD0A0GAQHdDtQD1A0GAQHhDtQD2A0GAQHlDtQD3A0GAQHpDtQD4A0GAQHtDtQD5A0GAQHxDtQD6A0GAQH1DtQD7A0GAQH5DtQD8A0GAQH9DtQD9A0GAQGBD9QD+A0GAQGFD9QD/A0GAQGJD9QDgA4GAQGND9QDhA4GAQGRD9QDiA4GAQGVD9QDjA4GAQGZD9QDkA4GAQGdD9QDlA4GAQGhD9QDmA4GAQGlD9QDnA4GAQGpD9QDoA4GAQGtD9QDpA4GAQGxD9QDqA4GAQG1D9QDrA4GAQG5D9QDsA4GAQG9D9QDtA4GAQHBD9QDuA4GAQHFD9QDwg4tQWx0dWEuRGF0YS5JbmZyYXN0cnVjdHVyZS5UZXh0UnVuLCBBbHR1YS5EYXRhvQ7QAw0ECFNlcmllcyAxDcgPxQ7QAw0ECFNlcmllcyAyDcgPyQ7QAw0ECFNlcmllcyAzDcgP0g4vQWx0dWEuRGF0YS5JbmZyYXN0cnVjdHVyZS5OdW1iZXJSdW4sIEFsdHVhLkRhdGHNDtQDEwQOAwrXo3A9Cre/Hc0P9AMN1A/VDtQDEwQOA+xRuB6F67E/HdkP9AMN3A/ZDtQDEwQOAwAAAAAAnJ9AHeEP9AMN5A/dDtQDEwQOA+xRuB6F69E/HekP9AMN7A/hDtQDEwQOA+xRuB6F69E/HfEP9AMN9A/lDtQDEwQOA8P1KFyPwsU/HfkP9AMN/A/pDtQDEwQOAwAAAAAAAAAAHYEQ9AMNhBDtDtQDEwQOAwAAAAAAjJ9AHYkQ9AMNjBDxDtQDEwQOAwAAAAAAgJ9AHZEQ9AMNlBD1DtQDEwQOAwAAAAAAmJ9AHZkQ9AMNnBD5DtQDEwQOAwAAAAAAiJ9AHaEQ9AMNpBD9DtQDEwQOAwAAAAAAoJ9AHakQ9AMNrBCBD9QDEwQOA7kehetRuL4/HbEQ9AMNtBCFD9QDEwQOA+xRuB6F67G/HbkQ9AMNvBCJD9QDEwQOA5DC9Shcj9I/HcEQ9AMNxBCND9QDEwQOA+xRuB6F67E/HckQ9AMNzBCRD9QDEwQOA7kehetRuL4/HdEQ9AMN1BCVD9QDEwQOAzQzMzMzM8M/HdkQ9AMN3BCZD9QDEwQOA+xRuB6F67E/HeEQ9AMN5BCdD9QDEwQOA6RwPQrXo8C/HekQ9AMN7BChD9QDEwQOA7gehetRuK4/HfEQ9AMN9BClD9QDEwQOAwrXo3A9Crc/HfkQ9AMN/BCpD9QDEwQOA+J6FK5H4co/HYER9AMNhBGtD9QDEwQOAwAAAAAAfJ9AHYkR9AMNjBGxD9QDEwQOAylcj8L1KLw/HZER9AMNlBG1D9QDEwQOA5qZmZmZmck/HZkR9AMNnBG5D9QDEwQOA8P1KFyPwsU/HaER9AMNpBG9D9QDEwQOAwAAAAAAlJ9AHakR9AMNrBHBD9QDEwQOAwAAAAAAkJ9AHbER9AMNtBHFD9QDEwQOAwAAAAAAhJ9AHbkR9AMNvBHIDxIEABwAJAAsADQAPABMAFQAXQDSDz1BbHR1YS5EYXRhLk51bWJlckZvcm1hdHRpbmcuQ29tcG9zaXRlTnVtYmVyRm9ybWF0LCBBbHR1YS5EYXRhzQ/0AwsdwBElxBE1yBE9ANQPEgQAHAAkACwANAA8AEwAVABdANkP9AMLHcwRJdARNdQRPQDcDxIEABwAJAAsADQAPABMAFQAXQDhD/QDCx3YESXcETXgET0A5A8SBAAcACQALAA0ADwATABUAF0A6Q/0Awsd5BEl6BE17BE9AOwPEgQAHAAkACwANAA8AEwAVABdAPEP9AMLHfARJfQRNfgRPQD0DxIEABwAJAAsADQAPABMAFQAXQD5D/QDCx38ESWAEjWEEj0A/A8SBAAcACQALAA0ADwATABUAF0AgRD0AwsdiBIljBI1kBI9AIQQEgQAHAAkACwANAA8AEwAVABdAIkQ9AMLHZQSJZgSNZwSPQCMEBIEABwAJAAsADQAPABMAFQAXQCREPQDCx2gEiWkEjWoEj0AlBASBAAcACQALAA0ADwATABUAF0AmRD0AwsdrBIlsBI1tBI9AJwQEgQAHAAkACwANAA8AEwAVABdAKEQ9AMLHbgSJbwSNcASPQCkEBIEABwAJAAsADQAPABMAFQAXQCpEPQDCx3EEiXIEjXMEj0ArBASBAAcACQALAA0ADwATABUAF0AsRD0Awsd0BIl1BI12BI9ALQQEgQAHAAkACwANAA8AEwAVABdALkQ9AMLHdwSJeASNeQSPQC8EBIEABwAJAAsADQAPABMAFQAXQDBEPQDCx3oEiXsEjXwEj0AxBASBAAcACQALAA0ADwATABUAF0AyRD0Awsd9BIl+BI1/BI9AMwQEgQAHAAkACwANAA8AEwAVABdANEQ9AMLHYATJYQTNYgTPQDUEBIEABwAJAAsADQAPABMAFQAXQDZEPQDCx2MEyWQEzWUEz0A3BASBAAcACQALAA0ADwATABUAF0A4RD0AwsdmBMlnBM1oBM9AOQQEgQAHAAkACwANAA8AEwAVABdAOkQ9AMLHaQTJagTNawTPQDsEBIEABwAJAAsADQAPABMAFQAXQDxEPQDCx2wEyW0EzW4Ez0A9BASBAAcACQALAA0ADwATABUAF0A+RD0AwsdvBMlwBM1xBM9APwQEgQAHAAkACwANAA8AEwAVABdAIER9AMLHcgTJcwTNdATPQCEERIEABwAJAAsADQAPABMAFQAXQCJEfQDCx3UEyXYEzXcEz0AjBESBAAcACQALAA0ADwATABUAF0AkRH0Awsd4BMl5BM16BM9AJQREgQAHAAkACwANAA8AEwAVABdAJkR9AMLHewTJfATNfQTPQCcERIEABwAJAAsADQAPABMAFQAXQChEfQDCx34EyX8EzWAFD0ApBESBAAcACQALAA0ADwATABUAF0AqRH0AwsdhBQliBQ1jBQ9AKwREgQAHAAkACwANAA8AEwAVABdALER9AMLHZAUJZQUNZgUPQC0ERIEABwAJAAsADQAPABMAFQAXQC5EfQDCx2cFCWgFDWkFD0AvBESBAAcACQALAA0ADwATABUAF0AwBEJAAIMAwWoFBEAxBEJAAIMAwWsFBEAyBEMBAEsDALCoBQDTk9LzBEJAAIMAwWwFBEA0BEJAAIMAwW0FBEA1BEMBAEsDALCoBQDTk9L2BEJAAAMAwW4FBEA3BEJAAAMAwW8FBEA4BEMBAEsDALCoBQDTk9L5BEJAAIMAwXAFBEA6BEJAAIMAwXEFBEA7BEMBAEsDALCoBQDTk9L8BEJAAIMAwXIFBEA9BEJAAIMAwXMFBEA+BEMBAEsDALCoBQDTk9L/BEJAAIMAwXQFBEAgBIJAAIMAwXUFBEAhBIMBAEsDALCoBQDTk9LiBIJAAIMAwXYFBEAjBIJAAIMAwXcFBEAkBIMBAEsDALCoBQDTk9LlBIJAAAMAwXgFBEAmBIJAAAMAwXkFBEAnBIMBAEsDALCoBQDTk9LoBIJAAAMAwXoFBEApBIJAAAMAwXsFBEAqBIMBAEsDALCoBQDTk9LrBIJAAAMAwXwFBEAsBIJAAAMAwX0FBEAtBIMBAEsDALCoBQDTk9LuBIJAAAMAwX4FBEAvBIJAAAMAwX8FBEAwBIMBAEsDALCoBQDTk9LxBIJAAAMAwWAFREAyBIJAAAMAwWEFREAzBIMBAEsDALCoBQDTk9L0BIJAAIMAwWIFREA1BIJAAIMAwWMFREA2BIMBAEsDALCoBQDTk9L3BIJAAIMAwWQFREA4BIJAAIMAwWUFREA5BIMBAEsDALCoBQDTk9L6BIJAAIMAwWYFREA7BIJAAIMAwWcFREA8BIMBAEsDALCoBQDTk9L9BIJAAIMAwWgFREA+BIJAAIMAwWkFREA/BIMBAEsDALCoBQDTk9LgBMJAAIMAwWoFREAhBMJAAIMAwWsFREAiBMMBAEsDALCoBQDTk9LjBMJAAIMAwWwFREAkBMJAAIMAwW0FREAlBMMBAEsDALCoBQDTk9LmBMJAAIMAwW4FREAnBMJAAIMAwW8FREAoBMMBAEsDALCoBQDTk9LpBMJAAIMAwXAFREAqBMJAAIMAwXEFREArBMMBAEsDALCoBQDTk9LsBMJAAIMAwXIFREAtBMJAAIMAwXMFREAuBMMBAEsDALCoBQDTk9LvBMJAAIMAwXQFREAwBMJAAIMAwXUFREAxBMMBAEsDALCoBQDTk9LyBMJAAIMAwXYFREAzBMJAAIMAwXcFREA0BMMBAEsDALCoBQDTk9L1BMJAAAMAwXgFREA2BMJAAAMAwXkFREA3BMMBAEsDALCoBQDTk9L4BMJAAIMAwXoFREA5BMJAAIMAwXsFREA6BMMBAEsDALCoBQDTk9L7BMJAAIMAwXwFREA8BMJAAIMAwX0FREA9BMMBAEsDALCoBQDTk9L+BMJAAIMAwX4FREA/BMJAAIMAwX8FREAgBQMBAEsDALCoBQDTk9LhBQJAAAMAwWAFhEAiBQJAAAMAwWEFhEAjBQMBAEsDALCoBQDTk9LkBQJAAAMAwWIFhEAlBQJAAAMAwWMFhEAmBQMBAEsDALCoBQDTk9LnBQJAAAMAwWQFhEAoBQJAAAMAwWUFhEApBQMBAEsDALCoBQDTk9LqBQKAQKZFscFoRbJBawUDgEDqRbLBbEWxwWhFskFsBQKAQK1FscFuRbJBbQUDgEDvRbLBbUWxwW5FskFuBQGAQHBFscFvBQKAQLFFssFwRbHBcAUCgECyRbHBc0WyQXEFA4BA9EWywXJFscFzRbJBcgUCgEC1RbHBdkWyQXMFA4BA90WywXVFscF2RbJBdAUCgEC4RbHBeUWyQXUFA4BA+kWywXhFscF5RbJBdgUCgEC7RbHBfEWyQXcFA4BA/UWywXtFscF8RbJBeAUBgEB+RbHBeQUCgEC/RbLBfkWxwXoFAYBAYEXxwXsFAoBAoUXywWBF8cF8BQGAQGJF8cF9BQKAQKNF8sFiRfHBfgUBgEBkRfHBfwUCgEClRfLBZEXxwWAFQYBAZkXxwWEFQoBAp0XywWZF8cFiBUKAQKhF8cFpRfJBYwVDgEDqRfLBaEXxwWlF8kFkBUKAQKtF8cFsRfJBZQVDgEDtRfLBbkXxwWxF8kFmBUKAQK9F8cFwRfJBZwVDgEDxRfLBb0XxwXBF8kFoBUKAQLJF8cFzRfJBaQVDgED0RfLBckXxwXNF8kFqBUKAQLVF8cF2RfJBawVDgED3RfLBdUXxwXZF8kFsBUKAQLhF8cF5RfJBbQVDgED6RfLBeEXxwXlF8kFuBUKAQLtF8cF8RfJBbwVDgED9RfLBe0XxwXxF8kFwBUKAQL5F8cF/RfJBcQVDgEDgRjLBYUYxwX9F8kFyBUKAQKJGMcFjRjJBcwVDgEDkRjLBYkYxwWNGMkF0BUKAQKVGMcFmRjJBdQVDgEDnRjLBZUYxwWZGMkF2BUKAQKhGMcFpRjJBdwVDgEDqRjLBaEYxwWlGMkF4BUGAQGtGMcF5BUKAQKxGMsFrRjHBegVCgECtRjHBbkYyQXsFQ4BA70YywW1GMcFuRjJBfAVCgECwRjHBcUYyQX0FQ4BA8kYywXBGMcFxRjJBfgVCgECzRjHBdEYyQX8FQ4BA9UYywXNGMcF0RjJBYAWBgEB2RjHBYQWCgEC3RjLBdkYxwWIFgYBAeEYxwWMFgoBAuUYywXhGMcFkBYGAQHpGMcFlBYKAQLtGMsF6RjHBZ4WQEFsdHVhLkRhdGEuTnVtYmVyRm9ybWF0dGluZy5OdW1iZXJGb3JtYXRWYWx1ZVNlZ21lbnQsIEFsdHVhLkRhdGGZFscFBQQDBfAYphZCQWx0dWEuRGF0YS5OdW1iZXJGb3JtYXR0aW5nLk51bWJlckZvcm1hdFBlcmNlbnRTZWdtZW50LCBBbHR1YS5EYXRhoRbJBQCuFj9BbHR1YS5EYXRhLk51bWJlckZvcm1hdHRpbmcuTnVtYmVyRm9ybWF0VGV4dFNlZ21lbnQsIEFsdHVhLkRhdGGpFssFBQQBLQkBsRbHBQUEAwXwGLUWxwUFBAMF9Bi5FskFAL0WywUFBAEtCQHBFscFBQQDBfgYxRbLBQUEAS0JAckWxwUFBAMF/BjNFskFANEWywUFBAEtCQHVFscFBQQDBYAZ2RbJBQDdFssFBQQBLQkB4RbHBQUEAwWEGeUWyQUA6RbLBQUEAS0JAe0WxwUFBAMFiBnxFskFAPUWywUFBAEtCQH5FscFBQQDBYwZ/RbLBQUEAS0JAYEXxwUFBAMFkBmFF8sFBQQBLQkBiRfHBQUEAwWUGY0XywUFBAEtCQGRF8cFBQQDBZgZlRfLBQUEAS0JAZkXxwUFBAMFnBmdF8sFBQQBLQkBoRfHBQUEAwWgGaUXyQUAqRfLBQUEAS0JAa0XxwUFBAMFpBmxF8kFALUXywUFBAEtCQG5F8cFBQQDBaQZvRfHBQUEAwWoGcEXyQUAxRfLBQUEAS0JAckXxwUFBAMFrBnNF8kFANEXywUFBAEtCQHVF8cFBQQDBbAZ2RfJBQDdF8sFBQQBLQkB4RfHBQUEAwW0GeUXyQUA6RfLBQUEAS0JAe0XxwUFBAMFuBnxF8kFAPUXywUFBAEtCQH5F8cFBQQDBbwZ/RfJBQCBGMsFBQQBLQkBhRjHBQUEAwW8GYkYxwUFBAMFwBmNGMkFAJEYywUFBAEtCQGVGMcFBQQDBcQZmRjJBQCdGMsFBQQBLQkBoRjHBQUEAwXIGaUYyQUAqRjLBQUEAS0JAa0YxwUFBAMFzBmxGMsFBQQBLQkBtRjHBQUEAwXQGbkYyQUAvRjLBQUEAS0JAcEYxwUFBAMF1BnFGMkFAMkYywUFBAEtCQHNGMcFBQQDBdgZ0RjJBQDVGMsFBQQBLQkB2RjHBQUEAwXcGd0YywUFBAEtCQHhGMcFBQQDBeAZ5RjLBQUEAS0JAekYxwUFBAMF5BntGMsFBQQBLQkB8BgGAQHpGbsG9BgGAQHpGbsG+BgGAQHxGbsG/BgGAQHpGbsGgBkGAQHpGbsGhBkGAQHpGbsGiBkGAQHpGbsGjBkGAQHxGbsGkBkGAQHxGbsGlBkGAQHxGbsGmBkGAQHxGbsGnBkGAQHxGbsGoBkGAQHpGbsGpBkGAQHpGbsGqBkGAQHpGbsGrBkGAQHpGbsGsBkGAQHpGbsGtBkGAQHpGbsGuBkGAQHpGbsGvBkGAQHpGbsGwBkGAQHpGbsGxBkGAQHpGbsGyBkGAQHpGbsGzBkGAQHxGbsG0BkGAQHpGbsG1BkGAQHpGbsG2BkGAQHpGbsG3BkGAQHxGbsG4BkGAQHxGbsG5BkGAQHxGbsG7hk5QWx0dWEuRGF0YS5OdW1iZXJGb3JtYXR0aW5nLk51bWJlclBsYWNlaG9sZGVyLCBBbHR1YS5EYXRh6Rm7BgUCMAAAAPEZuwYFAjAAAAA="/>
  <p:tag name="GRUNT-VERSION-2" val="2026.1-r5-6063"/>
  <p:tag name="GRUNT-SYNC" val="df3e9e5dcf7a4ddd8fe406fe246aee45"/>
</p:tagLst>
</file>

<file path=ppt/tags/tag19.xml><?xml version="1.0" encoding="utf-8"?>
<p:tagLst xmlns:a="http://schemas.openxmlformats.org/drawingml/2006/main" xmlns:r="http://schemas.openxmlformats.org/officeDocument/2006/relationships" xmlns:p="http://schemas.openxmlformats.org/presentationml/2006/main">
  <p:tag name="GRUNT-PAGEOBJECT" val="7d578e4e-8786-4fdf-9cae-48789033d3bc"/>
  <p:tag name="GRUNT-RENDERHASH" val="16de6651ed66dba9102c57ee2ca9ca29-svg"/>
  <p:tag name="GRUNT-SYNC" val="ae5f797d70294e78834ac1bcd15c9a09"/>
  <p:tag name="GRUNT-VERSION" val="20.26.1.0"/>
  <p:tag name="GRUNT-VERSION-2" val="2026.1-r4-6060"/>
  <p:tag name="GRUNT-X-PAGEOBJECT" val="AQUCvwIKPkFsdHVhLk9hay5Db3JlLkRvY3VtZW50TW9kZWwuQ2hhcnRMZWdlbmRPYmplY3QsIEFsdHVhLk9hay5Db3JlBQI7BBIEEE6OV32Gh99PnK5IeJAz07wUEgQQiA8e69H+r0yLuXnpdfVEHi0MNRBEAgUUSABVGQdlIHUkeAAMBAQCBSgQAgUsFAIBAB5QQWx0dWEuT2FrLkNvcmUuRG9jdW1lbnRNb2RlbC5UZW1wbGF0aW5nLkN1c3RvbVBvc2l0aW9uRGVmaW5pdGlvbiwgQWx0dWEuT2FrLkNvcmUZByQEIgEEAAAAwF8sdUD1cwpBp4RhQDAVYmQOmGNAMKPQokUoJ0AgEgUwDAVlbi1OTxU0HAVlbi1OTyQCBTgoAgEALAAwCwQBLAwBIBQDTk9LNAkEBWVuLU5PCAE4AgQg"/>
  <p:tag name="GRUNT-X-RESOURCES" val="AQIFBAQEAgEA"/>
  <p:tag name="GRUNT-X-SHAPEBOUNDS" val="ASIBBAAAAMBfLHVAAAAAQKeEYUAAAABgDphjQAAAAKBFKCdAAA=="/>
</p:tagLst>
</file>

<file path=ppt/tags/tag20.xml><?xml version="1.0" encoding="utf-8"?>
<p:tagLst xmlns:a="http://schemas.openxmlformats.org/drawingml/2006/main" xmlns:r="http://schemas.openxmlformats.org/officeDocument/2006/relationships" xmlns:p="http://schemas.openxmlformats.org/presentationml/2006/main">
  <p:tag name="GRUNT-PAGEOBJECT" val="0a9d5490-3b6a-4cd7-aa19-e8796ec4b8ac"/>
  <p:tag name="GRUNT-X-RESOURCES" val="AQIFBAQEAgEA"/>
  <p:tag name="GRUNT-VERSION" val="20.26.1.0"/>
  <p:tag name="GRUNT-VERSION-2" val="2026.1-r4-6060"/>
  <p:tag name="GRUNT-X-DATASERVICE" val="AQUC4Q8KNEFsdHVhLkRhdGEuRGF0YVNlcnZpY2VzLkV4Y2VsRGF0YVNlcnZpY2UsIEFsdHVhLkRhdGEFAhwEEgQQc8gvj57ifk6m3a8r3TEnY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zyhc/9oad5IFWBMDgMAZABkAAAAAAAAAAAAUABUBQkBFWkbXjdBbHR1YS5EYXRhLlJlYWRlcnMuRXhjZWwuU3BlY2lmaWNFeGNlbFJhbmdlLCBBbHR1YS5EYXRhWRcKBXAMBkdSQVBIU2DpAgMGdAV4CgMTTm9yd2VnaWFuIEVjb25vbXkgJQEAAxlDb25zdW1wdGlvbiBpbiBIb3VzZWhvbGRzAQEDEVVuZW1wbG95bWVudCBSYXRlAQIDFkdyb3NzIERvbWVzdGljIFByb2R1Y3QBAwMSQW5udWFsIFdhZ2UgR3Jvd3RoAQQDBTIwMjRBAQUDBTIwMjVFAQoDBTIwMjZGAQ8DBTIwMjdGARQDBTIwMjhGARkUuB6F61G4jj97FK5H4XqUP/p+arx0k3g/eekmMQisrD9MN4lBYOWgPxsv3SQGgZU//Knx0k1ikD9KDAIrhxapPxsv3SQGgZU/ukkMAiuHlj85tMh2vp+KPxsv3SQGgaU/nMQgsHJokT+6SQwCK4eWPzm0yHa+n4o/O99PjZduoj+4HoXrUbiOPxsv3SQGgZU/eekmMQisjD9MN4lBYOWgPwAAAAEAAAAAAAAAAAD4//8fAQAAAAAAAQJ9IABkAG5PQWx0dWEuTGlicmFyeS5TZXJpYWxpemFibGUuU3RvcmFnZS5BYnNvbHV0ZUZpbGVQYXRoLCBBbHR1YS5MaWJyYXJ5LlNlcmlhbGl6YWJsZWkbVgRUaHR0cHM6Ly9iaWVkdS1teS5zaGFyZXBvaW50LmNvbS9wZXJzb25hbC9zMjMxNzc0MF9iaV9uby9Eb2N1bWVudHMvUGFyZXRvIGVxdWl0eS54bHN4cAgFhQEiDY0BJHQMlAGYAZwBoAGkAagBeAqsAbABtAG4AbwBggE9QWx0dWEuRGF0YS5OdW1iZXJGb3JtYXR0aW5nLkNvbXBvc2l0ZU51bWJlckZvcm1hdCwgQWx0dWEuRGF0YX0gCx3AASXEATXIAT0AigE3QWx0dWEuRGF0YS5QcmltaXRpdmVzLkNvbnN0cmFpbmVkQ29sdW1uU3BhbiwgQWx0dWEuRGF0YYUBIgUDBcwBAJIBNEFsdHVhLkRhdGEuUHJpbWl0aXZlcy5Db25zdHJhaW5lZFJvd1NwYW4sIEFsdHVhLkRhdGGNASQFAwXQAQCUARkEEgQQAQAAAAAAAAAAAAAAAAAAAAwBQhkBmAEZBBIEEAEAAAAAAAAAAAAAAAEAAAEMAUMZAZwBGQQSBBABAAAAAAAAAAAAAAACAAACDAFEGQGgARkEEgQQAQAAAAAAAAAAAAAAAwAAAwwBRRkBpAEZBBIEEAEAAAAAAAAAAAAAAAQAAAQMAUYZAagBGQQSBBABAAAAAAAAAAAAAAAFAAAFDAFHGQGsARoEEgQQAgAAAAAAAAAAAAAAAAAAAAwCNDkZAbABGgQSBBACAAAAAAAAAAAAAAABAAABDAI1MBkBtAEaBBIEEAIAAAAAAAAAAAAAAAIAAAIMAjUxGQG4ARoEEgQQAgAAAAAAAAAAAAAAAwAAAwwCNTIZAbwBGgQSBBACAAAAAAAAAAAAAAAEAAAEDAI1MxkBwAEJAAIMAwXUAREBxAEJAAIMAwXYAREByAELBAEsDAEgFANOT0vMAQQBAgII0AEEAQIxNtQBCwED3QE45QE67QE82AEOAQT1ATrdATjlATrtATziAUBBbHR1YS5EYXRhLk51bWJlckZvcm1hdHRpbmcuTnVtYmVyRm9ybWF0VmFsdWVTZWdtZW50LCBBbHR1YS5EYXRh3QE4BQQDBfgB6gE/QWx0dWEuRGF0YS5OdW1iZXJGb3JtYXR0aW5nLk51bWJlckZvcm1hdFRleHRTZWdtZW50LCBBbHR1YS5EYXRh5QE6BQQBIAkB8gFCQWx0dWEuRGF0YS5OdW1iZXJGb3JtYXR0aW5nLk51bWJlckZvcm1hdFBlcmNlbnRTZWdtZW50LCBBbHR1YS5EYXRh7QE8APUBOgUEAS0JAfgBCwED/QFA/QFA/QFAggI5QWx0dWEuRGF0YS5OdW1iZXJGb3JtYXR0aW5nLk51bWJlclBsYWNlaG9sZGVyLCBBbHR1YS5EYXRh/QFABQIwAAAA"/>
  <p:tag name="GRUNT-X-SHAPEBOUNDS" val="ASIBBAAAAID4Y0NAAAAAoGNHYkAAAACAeUtuQAAAAGDwD2FAAA=="/>
  <p:tag name="GRUNT-RENDERHASH" val="500089ad075a3dc5b20ce8c875b54e38-svg"/>
  <p:tag name="GRUNT-X-PAGEOBJECT" val="AQUCkzYKOEFsdHVhLk9hay5Db3JlLkRvY3VtZW50TW9kZWwuQ2hhcnRPYmplY3QsIEFsdHVhLk9hay5Db3JlBQI/BBIEEJBUnQpqO9dMqhnoeW7EuKwMEgQQc8gvj57ifk6m3a8r3TEnYRUNBCUUNRg9HFUgbSR1AHkBgAEAjQEoElBBbHR1YS5PYWsuQ29yZS5Eb2N1bWVudE1vZGVsLlRlbXBsYXRpbmcuQ3VzdG9tUG9zaXRpb25EZWZpbml0aW9uLCBBbHR1YS5PYWsuQ29yZQ0EJAQiAQQAAACQWGNMQCh+N5sr92JAAAAAhKHza0BI7zbVMAFdQBQTFSwdMDU0OABFOQ9VQGQCBURtSBgEBAIFTBwCBVAgEgVUDAVlbi1OTxVYHAVlbi1OTyQCBVwoBAVgDWQsFgQSBBAAAAAAAAAAAAAAAAAAAAAACAEwFgQSBBAAAAAAAAAAAAAAAAAAAAAACAE0ORIEEKqkKxvzHnpZmprmbcF3DAASBBBcrNFeKVGpVrLWOFDJd8FcEgQQK9Q/zMNAyVqICqC7w15FMj43QWx0dWEuT2FrLkNvcmUuQ2hhcnQuTGluZVBsb3REZWZpbml0aW9uLCBBbHR1YS5PYWsuQ29yZTkPTwAACAQlaDwSBBBwyESFevAxTItLiUkNhT/JRAIFbFVwWQFzAAAAAAAA8D98AgV0hQF5H5EBAJ0BgAGlAYUBIqkBALUBjAG5AQDEAQMFkAFACAWUAQ0AFZgBRAgBA5wBoAGkAUgDBagBTAIBAFAAVAsEASwMASAUA05PS1gJBAVlbi1OTwgBXAOEnwlgBwgBEAEdrAFkAwWwAWgNAAAIARQDBbQBHAAlAGwCAQBwJgQiAQQAAAAAAAAQQAAAAAAAABBAAAAAAAAAEEAAAAAAAAAQQAgEdAQBAbgBfkVBbHR1YS5PYWsuQ29yZS5QbG90dGluZy5BdXRvbWF0aWNDYXRlZ29yeUF4aXNTZXR0aW5ncywgQWx0dWEuT2FrLkNvcmV5HxUBAQ28ARAAGQEwAD3AAUXEAUgBUACAAQYFyQEzCAGKAT1BbHR1YS5PYWsuQ29yZS5UaGVtaW5nLlBhZ2VDb2xvclNjaGVtZVBvaW50ZXIsIEFsdHVhLk9hay5Db3JlhQEiAIwBTjXQAT3UAUXYAVXcAV3gAXXkAY0B6AGdAewBpQHwAa0B9AHNAfgB1QH8Ad0BgALlAYQC7QGIAvUBjAL9AZAChQKUAo0CmAKVApwCnQKgApABAgEAlAEGpAKoAqwCmAE5EgQQn/QPFjNO+V2QOr/NvWHD+hIEEA5F+USGdOVYlTNpH55nHGESBBDoRBNnQsb8WoaZlwnOecZMnAFJBBIEEHxhBs7phpVcv1Wla4z+3lwMEgQQ4snMHTS5BkCpQi1KPPyo+RWwAhwSBBACAAAAAAAAAAAAAAABAAABJAEBLbQCNbkCT6ABSQQSBBAWVwlc/xYFVKt3FUE4ROkpDBIEEOLJzB00uQZAqUItSjz8qPkVwAIcEgQQAgAAAAAAAAAAAAAAAgAAAiQBAS3EAjW5Ak+kAUkEEgQQda+aPmekbFaFU3CriNgE+AwSBBDiycwdNLkGQKlCLUo8/Kj5FcgCHBIEEAIAAAAAAAAAAAAAAAMAAAMkAQEtzAI1uQJPqAECQECsARADANACANACAAAAAAAAAAAAsAEAtAECAQC4AUIBARgDJdQCKQAxAUAASAJV2AJd3AJkEgQQ4snMHTS5BkCpQi1KPPyo+W3gAnXkAo0B6AKRAQGdAewCpQHwArUB9AK8AQIBAMABBgX5Al8IBMQBBgWBA18IBM4BN0FsdHVhLk9hay5Db3JlLlRoZW1pbmcuUGFnZUNvbG9yUG9pbnRlciwgQWx0dWEuT2FrLkNvcmXJATMEAAQIANABBQQDBYQD1AEFBAMFiAPYAQUEAwWMA9wBBQQDBZAD4AEFBAMFlAPkAQUEAwWEA+gBBQQDBZgD7AEFBAMFnAPwAQUEAwWgA/QBBQQDBaQD+AEFBAMFqAP8AQUEAwWsA4ACBQQDBbADhAIFBAMFtAOIAgUEAwW4A4wCBQQDBbwDkAIFBAMFwAOUAgUEAwXEA5gCBQQDBcgDnAIFBAMFzAOgAgUEAwXQA6QCKgQSBBBmRH/L60zlXL/U6utMlFSNDBIEEAEAAAAAAAAAAAAAAAEAAAEcAKgCKgQSBBCFh8czBtwYV57ZC7aRm83ZDBIEEAEAAAAAAAAAAAAAAAIAAAIcAKwCKgQSBBA6+4BgKq49XbKQXVINz/NwDBIEEAEAAAAAAAAAAAAAAAMAAAMcALACBQXUAwgBtAIEBQAIAb4CPkFsdHVhLk9hay5Db3JlLkNoYXJ0LkRlZmF1bHRQbG90U2VyaWVzU2V0dGluZ3MsIEFsdHVhLk9hay5Db3JluQJPAMACBQXYAwgBxAIEBQAIAcgCBQXcAwgBzAIEBQAIAdACANQCCwN7FK5H4XqEPwgC2AILAwAAAAAAAAAACAHcAgsDAAAAAAAAAAAIAeACGAXgAw3kAxXoAx3sAyXwAy30AzX4Az38A+QCBw2ABBWFBF/oAgsDAAAAAAAAAAAIBOwCBgWJBF8IBPACBgWJBF8IBPQCBQQDBYwE/gIzQWx0dWEuT2FrLkNvcmUuVGhlbWluZy5Db2xvclBvaW50ZXIsIEFsdHVhLk9hay5Db3Jl+QJfUFBQ/4EDX1BQUP+EAwIBAIgDEgEIkASUBJgEnASgBKQEqASsBIwDBgECsAS0BJADAgEAlAMEAQG4BJgDAgEAnAMCAQCgAxABB7wEwATEBMgEzATQBNQEpAMGAQLYBNwEqAMSAQjgBOQE6ATsBPAE9AT4BPwErAMQAQeABYQFiAWMBZAFlAWYBbADAgEAtAMEAQGcBbgDCgEEoAWkBagFrAW8AwIBAMADAgEAxAMCAQDIAwQBAbAFzAMCAQDQAwIBANQDBQQDBbQF2AMFBAMFuAXcAwUEAwW8BeADBwQDBAEACATkAwUEAS4IBOgDBAABCATsAwQAAAgE8AMEBAAIBPQDBAQACAT4AwQAAAgE/AMEAAAIBIAEBQQDBcAFhQRfPj7l/4kEX1BQUP+MBAIBAJAEDgXFBbIBCwAAAAAAAAAAlAQOBc0FtAELAAAAAAAA4D+YBA4F1QW2AQsAAAAAAADgP5wEDgXdBbgBCwAAAAAAAOA/oAQOBeUFugELAAAAAAAA+D+kBA4F7QW8AQsAAAAAAADgP6gEDgX1Bb4BCwAAAAAAAOA/rAQOBf0FwAELAAAAAAAA+D+wBAgFhQa4AQ2IBrQECAWNBrwBDZAGuAQOBZUGxgELAAAAAAAAEEC8BAoFnQbIAQ2lBsoBwAQJBa0GvgENsQYzxAQJBbUGtAENuQYzyAQJBb0GtgENwQYzzAQJBcUG0gENzQZf0AQJBdEG1QEN2QYz1AQJBd0G1QEN4QZf2AQKBeUG1QEN6QbbAdwECgXxBtUBDfUG2wHgBAcF+QbfAQkA5AQHBYEH4QEJAegEBwWJB+MBCQHsBAcFkQflAQkB8AQHBZkH3wEJAPQEBwWdB+gBCQD4BAcFpQfoAQkA/AQHBakH6AEJAIAFCgWtB+wBDbUH7gGEBQoFvQfwAQ3FB/IBiAUKBc0H3wEN0Qf1AYwFCgXZB+EBDd0H+AGQBQoF5QfjAQ3dB/gBlAUKBekH5QEN7Qf8AZgFCgX1B98BDfkH/wGcBQoFgQiBAg2JCIMCoAUKBZEI4QENlQiGAqQFCgWdCPABDaEIhgKoBQoFpQjjAQ2pCIYCrAUKBa0I7AENsQiGArAFCgW1CI4CDb0IkAK0BQYBAcUIkgK4BQYBAc0IkgK8BQYBAdEIkgLABQQBAgEEygVZQWx0dWEuT2FrLkNvcmUuTW9kaWZpY2F0aW9uLlN0eWxpbmcuVmFsdWVBeGlzR3JpZGxpbmVzQ3VzdG9taXphdGlvblRhcmdldCwgQWx0dWEuT2FrLkNvcmXFBbIBANIFU0FsdHVhLk9hay5Db3JlLk1vZGlmaWNhdGlvbi5TdHlsaW5nLkNhdGVnb3J5QXhpc0N1c3RvbWl6YXRpb25UYXJnZXQsIEFsdHVhLk9hay5Db3JlzQW0AQDaBVBBbHR1YS5PYWsuQ29yZS5Nb2RpZmljYXRpb24uU3R5bGluZy5Pcmlnb0xpbmVDdXN0b21pemF0aW9uVGFyZ2V0LCBBbHR1YS5PYWsuQ29yZdUFtgEA4gVdQWx0dWEuT2FrLkNvcmUuTW9kaWZpY2F0aW9uLlN0eWxpbmcuQWxsQ29ubmVjdG9yc0F1eGlsaWFyeUN1c3RvbWl6YXRpb25UYXJnZXQsIEFsdHVhLk9hay5Db3Jl3QW4AQDqBVlBbHR1YS5PYWsuQ29yZS5Nb2RpZmljYXRpb24uU3R5bGluZy5TZXJpZXNXaXRoUGxvdEtpbmRDdXN0b21pemF0aW9uVGFyZ2V0LCBBbHR1YS5PYWsuQ29yZeUFugEDBdQI8gVhQWx0dWEuT2FrLkNvcmUuTW9kaWZpY2F0aW9uLlN0eWxpbmcuVGFyZ2V0cy5XYXRlcmZhbGxDb25uZWN0b3JDdXN0b21pemF0aW9uVGFyZ2V0LCBBbHR1YS5PYWsuQ29yZe0FvAEA+gVTQWx0dWEuT2FrLkNvcmUuTW9kaWZpY2F0aW9uLlN0eWxpbmcuQWxsVmFsdWVBeGlzQ3VzdG9taXphdGlvblRhcmdldCwgQWx0dWEuT2FrLkNvcmX1Bb4BAIIGTUFsdHVhLk9hay5Db3JlLk1vZGlmaWNhdGlvbi5TdHlsaW5nLlNlcmllc0N1c3RvbWl6YXRpb25UYXJnZXQsIEFsdHVhLk9hay5Db3Jl/QXAARQEEgQQfGEGzumGlVy/VaVrjP7eXIUGuAEAiAYFDAMF2AiNBrwBAJAGBQwDBdwImgZTQWx0dWEuT2FrLkNvcmUuTW9kaWZpY2F0aW9uLlN0eWxpbmcuU2VyaWVzTWFya2VyQ3VzdG9taXphdGlvblRhcmdldCwgQWx0dWEuT2FrLkNvcmWVBsYBFAQSBBBo17UKfB0NX5fqQAJOiRfpogZWQWx0dWEuT2FrLkNvcmUuTW9kaWZpY2F0aW9uLlN0eWxpbmcuQWxsU2VyaWVzTWFya2VyQ3VzdG9taXphdGlvblRhcmdldCwgQWx0dWEuT2FrLkNvcmWdBsgBAKoGOkFsdHVhLk9hay5Db3JlLlRoZW1pbmcuQmluZGluZ0NvbG9yUG9pbnRlciwgQWx0dWEuT2FrLkNvcmWlBsoBBQXhCJkCrQa+AQCxBjMEAAAIALUGtAEAuQYzBAAACAC9BrYBAMEGMwQAAAgAygZTQWx0dWEuT2FrLkNvcmUuTW9kaWZpY2F0aW9uLlN0eWxpbmcuQWxsR3JpZGxpbmVzQ3VzdG9taXphdGlvblRhcmdldCwgQWx0dWEuT2FrLkNvcmXFBtIBAM0GX4CAgP/WBmdBbHR1YS5PYWsuQ29yZS5Nb2RpZmljYXRpb24uU3R5bGluZy5UYXJnZXRzLkFsbEF1eGlsaWFyeVNoYXBlc09mVHlwZUN1c3RvbWl6YXRpb25UYXJnZXQsIEFsdHVhLk9hay5Db3Jl0QbVAQIAA9kGMwQABAgA3QbVAQIAAeEGX////wDlBtUBAgAB7gZWQWx0dWEuT2FrLkNvcmUuU3ludGF4U3RydWN0dXJlLlJlY3RhbmdsZUF1eGlsaWFyeVNoYXBlTGFiZWxDYWxjdWxhdGlvbiwgQWx0dWEuT2FrLkNvcmXpBtsBAPEG1QECAAP1BtsBAP4GWEFsdHVhLk9hay5Db3JlLk1vZGlmaWNhdGlvbi5TdHlsaW5nLlNlcmllc0xhYmVsT2ZUeXBlQ3VzdG9taXphdGlvblRhcmdldCwgQWx0dWEuT2FrLkNvcmX5Bt8BAgAAhgdYQWx0dWEuT2FrLkNvcmUuTW9kaWZpY2F0aW9uLlN0eWxpbmcuQWxsVmFsdWVBeGlzTGFiZWxDdXN0b21pemF0aW9uVGFyZ2V0LCBBbHR1YS5PYWsuQ29yZYEH4QEAjgdXQWx0dWEuT2FrLkNvcmUuTW9kaWZpY2F0aW9uLlN0eWxpbmcuQWxsQ2F0ZWdvcnlMYWJlbEN1c3RvbWl6YXRpb25UYXJnZXQsIEFsdHVhLk9hay5Db3JliQfjAQCWB1hBbHR1YS5PYWsuQ29yZS5Nb2RpZmljYXRpb24uU3R5bGluZy5BbGxBdXhpbGlhcnlMYWJlbEN1c3RvbWl6YXRpb25UYXJnZXQsIEFsdHVhLk9hay5Db3JlkQflAQCZB98BAgACogdSQWx0dWEuT2FrLkNvcmUuTW9kaWZpY2F0aW9uLlN0eWxpbmcuU2VyaWVzTGFiZWxDdXN0b21pemF0aW9uVGFyZ2V0LCBBbHR1YS5PYWsuQ29yZZ0H6AEWBBIEEGjXtQp8HQ1fl+pAAk6JF+kIAKUH6AEWBBIEEHWvmj5npGxWhVNwq4jYBPgIAqkH6AEWBBIEEGjXtQp8HQ1fl+pAAk6JF+kIArIHWEFsdHVhLk9hay5Db3JlLk1vZGlmaWNhdGlvbi5TdHlsaW5nLkNhdGVnb3J5QXhpc1RpdGxlQ3VzdG9taXphdGlvblRhcmdldCwgQWx0dWEuT2FrLkNvcmWtB+wBALoHRkFsdHVhLk9hay5Db3JlLlBsb3R0aW5nLkF4aXNUaXRsZUxhYmVsUGxhY2VtZW50T3V0c2lkZSwgQWx0dWEuT2FrLkNvcmW1B+4BAgABwgddQWx0dWEuT2FrLkNvcmUuTW9kaWZpY2F0aW9uLlN0eWxpbmcuQWxsVmFsdWVBeGlzVGl0bGVMYWJlbEN1c3RvbWl6YXRpb25UYXJnZXQsIEFsdHVhLk9hay5Db3JlvQfwAQDKB0JBbHR1YS5PYWsuQ29yZS5QbG90dGluZy5BeGlzVGl0bGVMYWJlbFBsYWNlbWVudEZhciwgQWx0dWEuT2FrLkNvcmXFB/IBAgAAzQffAQIAANYHQEFsdHVhLk9hay5Db3JlLlBsb3R0aW5nLkxhYmVsUGxhY2VtZW50UG9pbnRPdXRlciwgQWx0dWEuT2FrLkNvcmXRB/UBANkH4QEA4gdBQWx0dWEuT2FrLkNvcmUuUGxvdHRpbmcuQXhpc0xhYmVsUGxhY2VtZW50T3V0c2lkZSwgQWx0dWEuT2FrLkNvcmXdB/gBAgEA5QfjAQDpB+UBAPIHRkFsdHVhLk9hay5Db3JlLlBsb3R0aW5nLkF1eGlsaWFyeUxhYmVsUGxhY2VtZW50RGVmYXVsdCwgQWx0dWEuT2FrLkNvcmXtB/wBAPUH3wECAAL+B0NBbHR1YS5PYWsuQ29yZS5QbG90dGluZy5MYWJlbFBsYWNlbWVudFNlcmllc091dHNpZGUsIEFsdHVhLk9hay5Db3Jl+Qf/AQIAAYYIUEFsdHVhLk9hay5Db3JlLk1vZGlmaWNhdGlvbi5TdHlsaW5nLkFsbExhYmVsc0N1c3RvbWl6YXRpb25UYXJnZXQsIEFsdHVhLk9hay5Db3JlgQiBAgCOCEJBbHR1YS5PYWsuQ29yZS5TeW50YXhTdHJ1Y3R1cmUuQWN0dWFsRm9udFNpemVWYWx1ZSwgQWx0dWEuT2FrLkNvcmWJCIMCCQMAAAAAAAAiQJEI4QEAmghDQWx0dWEuT2FrLkNvcmUuU3ludGF4U3RydWN0dXJlLkFjdHVhbEZvbnRDb2xvclZhbHVlLCBBbHR1YS5PYWsuQ29yZZUIhgIEBekIM50I8AEAoQiGAgQF7QgzpQjjAQCpCIYCBAXxCDOtCOwBALEIhgIEBfUIM7oIVUFsdHVhLk9hay5Db3JlLk1vZGlmaWNhdGlvbi5TdHlsaW5nLlZhbHVlQXhpc0xhYmVsQ3VzdG9taXphdGlvblRhcmdldCwgQWx0dWEuT2FrLkNvcmW1CI4CFAQSBBDiycwdNLkGQKlCLUo8/Kj5wghGQWx0dWEuT2FrLkNvcmUuU3ludGF4U3RydWN0dXJlLkFjdHVhbE51bWJlckZvcm1hdFZhbHVlLCBBbHR1YS5PYWsuQ29yZb0IkAIFBfkInwLKCC9BbHR1YS5EYXRhLkluZnJhc3RydWN0dXJlLlBhcmFncmFwaCwgQWx0dWEuRGF0YcUIkgIFDAMFgAnNCJICBQwDBYQJ0QiSAgUMAwWICdQIAQXYCAoBAgAAgEAAAEBA3AgKAQIAAIBAAABAQOYISEFsdHVhLk9hay5Db3JlLlN5bnRheFN0cnVjdHVyZS5QbG90U2VyaWVzQmluZGluZ1N0cmF0ZWd5LCBBbHR1YS5PYWsuQ29yZeEImQIA6QgzBAAACADtCDMEAAAIAPEIMwQAAAgA9QgzBAAACAD+CD1BbHR1YS5EYXRhLk51bWJlckZvcm1hdHRpbmcuQ29tcG9zaXRlTnVtYmVyRm9ybWF0LCBBbHR1YS5EYXRh+QifAgsdjAklkAk1lAk9AIAJBgEBmQmnAoQJBgEBoQmnAogJBgEBpQmnAowJCQACDAMFqAkRAJAJCQACDAMFrAkRAJQJCwQBLAwBIBQDTk9LngktQWx0dWEuRGF0YS5JbmZyYXN0cnVjdHVyZS5UZXh0UnVuLCBBbHR1YS5EYXRhmQmnAg0ECFNlcmllcyAxDbAJoQmnAg0ECFNlcmllcyAyDbAJpQmnAg0ECFNlcmllcyAzDbAJqAkKAQK1Ca4CvQmwAqwJDgEDxQmyArUJrgK9CbACsAkSBAAcACQALAA0ADwATABUAF0AuglAQWx0dWEuRGF0YS5OdW1iZXJGb3JtYXR0aW5nLk51bWJlckZvcm1hdFZhbHVlU2VnbWVudCwgQWx0dWEuRGF0YbUJrgIFBAMFzAnCCUJBbHR1YS5EYXRhLk51bWJlckZvcm1hdHRpbmcuTnVtYmVyRm9ybWF0UGVyY2VudFNlZ21lbnQsIEFsdHVhLkRhdGG9CbACAMoJP0FsdHVhLkRhdGEuTnVtYmVyRm9ybWF0dGluZy5OdW1iZXJGb3JtYXRUZXh0U2VnbWVudCwgQWx0dWEuRGF0YcUJsgIFBAEtCQHMCQYBAdEJtQLWCTlBbHR1YS5EYXRhLk51bWJlckZvcm1hdHRpbmcuTnVtYmVyUGxhY2Vob2xkZXIsIEFsdHVhLkRhdGHRCbUCBQIwAAAA"/>
  <p:tag name="GRUNT-SYNC" val="d14750452ac54001962a1b281555c655"/>
</p:tagLst>
</file>

<file path=ppt/tags/tag21.xml><?xml version="1.0" encoding="utf-8"?>
<p:tagLst xmlns:a="http://schemas.openxmlformats.org/drawingml/2006/main" xmlns:r="http://schemas.openxmlformats.org/officeDocument/2006/relationships" xmlns:p="http://schemas.openxmlformats.org/presentationml/2006/main">
  <p:tag name="GRUNT-PAGEOBJECT" val="165403bb-5729-40e1-9160-d9159db392e3"/>
  <p:tag name="GRUNT-RENDERHASH" val="ceff5891adfa457a52c7906979f6a66a-svg"/>
  <p:tag name="GRUNT-SYNC" val="1852f0a148514323a3d11f73a6f724a2"/>
  <p:tag name="GRUNT-VERSION" val="20.26.1.0"/>
  <p:tag name="GRUNT-VERSION-2" val="2026.1-r4-6060"/>
  <p:tag name="GRUNT-X-PAGEOBJECT" val="AQUCvwIKPkFsdHVhLk9hay5Db3JlLkRvY3VtZW50TW9kZWwuQ2hhcnRMZWdlbmRPYmplY3QsIEFsdHVhLk9hay5Db3JlBQI7BBIEELsDVBYpV+FAkWDZFZ2zkuMUEgQQcMhEhXrwMUyLS4lJDYU/yS0MNRBEAgUUSABVGQdlIHUkeAAMBAQCBSgQAgUsFAIBAB5QQWx0dWEuT2FrLkNvcmUuRG9jdW1lbnRNb2RlbC5UZW1wbGF0aW5nLkN1c3RvbVBvc2l0aW9uRGVmaW5pdGlvbiwgQWx0dWEuT2FrLkNvcmUZByQEIgEElI6no4BSU0AAAAAApw9eQLY4LHaUF2xAEFuzQepbSEAgEgUwDAVlbi1OTxU0HAVlbi1OTyQCBTgoAgEALAAwCwQBLAwBIBQDTk9LNAkEBWVuLU5PCAE4AgQg"/>
  <p:tag name="GRUNT-X-RESOURCES" val="AQIFBAQEAgEA"/>
  <p:tag name="GRUNT-X-SHAPEBOUNDS" val="ASIBBAAAAKCAUlNAAAAAAKcPXkAAAABAlBdsQAAAAADrW0hAAA=="/>
</p:tagLst>
</file>

<file path=ppt/tags/tag22.xml><?xml version="1.0" encoding="utf-8"?>
<p:tagLst xmlns:a="http://schemas.openxmlformats.org/drawingml/2006/main" xmlns:r="http://schemas.openxmlformats.org/officeDocument/2006/relationships" xmlns:p="http://schemas.openxmlformats.org/presentationml/2006/main">
  <p:tag name="GRUNT-PAGE" val="e1d3aced-93d5-4042-8281-1826b516fc6d"/>
</p:tagLst>
</file>

<file path=ppt/tags/tag23.xml><?xml version="1.0" encoding="utf-8"?>
<p:tagLst xmlns:a="http://schemas.openxmlformats.org/drawingml/2006/main" xmlns:r="http://schemas.openxmlformats.org/officeDocument/2006/relationships" xmlns:p="http://schemas.openxmlformats.org/presentationml/2006/main">
  <p:tag name="GRUNT-PAGEOBJECT" val="822198e6-c675-4f43-a3f8-f59270d9ccff"/>
  <p:tag name="GRUNT-X-RESOURCES" val="AQIFBAQEAgEA"/>
  <p:tag name="GRUNT-VERSION" val="20.26.1.0"/>
  <p:tag name="GRUNT-VERSION-2" val="2026.1-r5-6063"/>
  <p:tag name="GRUNT-X-SHAPEBOUNDS" val="ASIBBAAAACCzfkBAAAAAAHPLXUAAAAAA2BqGQAAAAAAStWRAAA=="/>
  <p:tag name="GRUNT-X-DATASERVICE" val="AQUCviEKNEFsdHVhLkRhdGEuRGF0YVNlcnZpY2VzLkV4Y2VsRGF0YVNlcnZpY2UsIEFsdHVhLkRhdGEFAhwEEgQQdEgGlUTBy0mXS3oTJ8e2whUMHREFLRkHDAYFIA0kFSgWPUFsdHVhLkRhdGEuUHJpbWl0aXZlcy5FeGNlbC5FeGNlbEltcG9ydERlZmluaXRpb24sIEFsdHVhLkRhdGERBQ4FLQwIABQCBTQdOCU9EB5BQWx0dWEuRGF0YS5EYXRhU2VydmljZXMuRW1iZWRkZWREYXRhU2VydmljZUVkaXRvckRhdGEsIEFsdHVhLkRhdGEZBwQFRA1IIAQFTA0oJAYIARABHVAoAgVUMjRBbHR1YS5EYXRhLlByaW1pdGl2ZXMuRXhjZWwuRXhjZWxBZGRyZXNzLCBBbHR1YS5EYXRhLQwFFVgdXRg0AgEAOAwBARAAGAAhACgCMQBCQEFsdHVhLkRhdGEuRXhjZWwuUmVhZGluZy5EZWZhdWx0RXhjZWxSZWFkaW5nU3RyYXRlZ3ksIEFsdHVhLkRhdGE9EABEAEgeHQQSBBACAAAAAAAAAAAAAAAFAAAFCwAAAAAAADNATAsLvI4dwpNp3kgVZFAOAwBoAGgAAAAAAAAAAABUAFgFCQEVbRxiN0FsdHVhLkRhdGEuUmVhZGVycy5FeGNlbC5TcGVjaWZpY0V4Y2VsUmFuZ2UsIEFsdHVhLkRhdGFdGAoFdAwGR1JBUEhTZNgNAw14C3wTAxFGaW5hbmNpYWwgU3VtbWFyeQEAAw5Ub3RhbCByZXZlbnVlcwEBAwhHcm93dGggJQECAwZFQklUREEBAwMITWFyZ2luICUBBAMERUJJVAEFAw1FQklUIE1hcmdpbiAlAQYDBU5PUEFUAQcDDk5vcGF0IE1hcmdpbiAlAQgDDVVubGV2ZXJlZCBGQ0YBCQMWVW5sZXZlcmVkIEZDRiBNYXJnaW4gJQEKAAENAwUyMDI2RgFCAwUyMDI3RgFNAwUyMDI4RgFYAwUyMDI5RgFjAwUyMDMwRgFuAwUyMDMxRgF5AwUyMDMyRgGEAXwAgFyg3DdXCAAAAAAAXKlAAAAAAACQiUB4OPbxziDQPwAAAAAAAGzAFt6ASYKqsb+4QVkhxj5owPQIs50VmK6/JF9T75zgeUCYRgtqq1PAPwBAxsqlOFcIAAAAAADir0CM88hqnXbQPwAAAAAA1JFASnESesbk0T8AAAAAAAA0QJ5BiqTREnQ/0QdUx97aMkASiiSanOxyPz6gOvbWPohAIHkJQ6dVyD8AADD1bjlXCAAAAAAAfrJAwENIgDN7xD8AAAAAAOSbQEx7dHW+Idg/AAAAAADwgkCiGS3homLAP/hQhUUD/HpAzB7ViAVZtz8+VGHRACeVQFG/B305TdI/AMCZHzg6VwgAAAAAAMqzQNDAt2Ma9LE/AAAAAABYnkCmy40hpIjYPwAAAAAAQIdA9BeX9VrMwj9u27Zt23aBQLa/NhCfPbw/uG3btm3blUC2RQy6DqzRPwCAA0oBO1cIAAAAAACFtUCgv7is12K2PwAAAAAAfKBAYqmnyDqD2D8AAAAAAOCLQGWyTRixucQ/ZGpg75h+hUCRKfaseva/PzI1sHdMm5JA6lBFVyCryz8ByCSG0Aa3QJDJgyS37bE/fn7aTdKnoUCbr1l+LYnYP2HDypbK45BAnMUZY8F4xz/ptaJRHVmKQLyzLUjUTsI/NpLeTKS6k0BCbOtF22rLP4RAwM1I3rhA4DidEJl5tD/alOaJueehQArXo3A9Ctc/ecVZyRLpkEDD9Shcj8LFP5QfOr9aYYpAf4y5awn5wD+1oO9AHy2TQLcz2VL0rMg/trZcWX3gukDgAFD2WK20P9j3U/WP46NArUfhehSu1z83GrcQLG2UQFC4HoXrUcg/nkeOLoLdj0CbM6K0N/jCP6aVeqshsJVAUDG3i3DSyT+lXz+B4vu8QGAyK8mvEbQ/qEE++bZypUCuR+F6FK7XP8/NoMgcB5ZAUrgehetRyD8XY6b4gS6RQJwzorQ3+MI/9qs0WCGYl0Cism/3qgzKPzTODTLkOr9AAMmJTrzWsz+YGIU5OBynQK9H4XoUrtc/uZyPER68l0BUuB6F61HIPyB1LSJfg5JAnjOitDf4wj/QtUN71KSZQGoA8HGuRso/F3mmsgfNwEAgKXzLGnGzP0zCG9KQialAUrgehetR2D/y9KPqpeGaQJqZmZmZmck/GRazfq/3lEArhxbZzvfDPzm8tJHACp1AWUnGb1aoyz8y9LDlqBLCQBDVTvK1YbM/3LoC2IV4q0BSuB6F61HYPx7t59Wn6pxAm5mZmZmZyT/+D5FFEo6WQCyHFtnO98M/nsMFmeZ2n0CzAcgCCdvLPwAAAAEAAAAAAAAAAAD4//8fAQAAAAAAAwKBASECiQEhOw8RExUYGhweICMlJykrLjAyNDY5Oz0/QURGSEpMT1FTVVdaXF5gYmVnaWttcHJ0dnh7fX+BAYMBhgGIAYoBjAGOAQAIU3RhbmRhcmQFCxYhLDcIggE9SU5ERVgoJ1Jlb3JnYW5pemVkIElTICYgQlMnIVIxOlIxMDAwMjtNQVRDSChHUkFQSFMhUkMyOydSZW9yZ2FuaXplZCBJUyAmIEJTJyFDMjswKTtNQVRDSChHUkFQSFMhUjU3QzsnUmVvcmdhbml6ZWQgSVMgJiBCUychUjY7MCkpMAwOEBIXGRsdIiQmKC0vMTM4Ojw+Q0VHSU5QUlRZW11fZGZoam9xc3V6fH6AAYUBhwGJAYsBDj1SWy0xXUMvUlstM11DDA8aJTA7RlFcZ3J9iAEOPVJbLTFdQy9SWy01XUMMERwnMj1IU15pdH+KAQ49UlstMV1DL1JbLTddQwwTHik0P0pVYGt2gQGMASE9J0ZDRiAmIFZhbHVlIERyaXZlcnMnIVJbLTUxXUNbM10MFB8qNUBLVmFsd4IBjQEOPVJbLTFdQy9SWy05XUMMFSArNkFMV2JteIMBjgEJPVJDWy0xXSsxBBYhLDcUPVJbLTFdQy9SWy0xXUNbLTFdLTELGCMuOURPWmVwe4YBaAByT0FsdHVhLkxpYnJhcnkuU2VyaWFsaXphYmxlLlN0b3JhZ2UuQWJzb2x1dGVGaWxlUGF0aCwgQWx0dWEuTGlicmFyeS5TZXJpYWxpemFibGVtHFYEVGh0dHBzOi8vYmllZHUtbXkuc2hhcmVwb2ludC5jb20vcGVyc29uYWwvczIzMTc3NDBfYmlfbm8vRG9jdW1lbnRzL1BhcmV0byBlcXVpdHkueGxzeHQIBY0BJA2VASZ4GpwBoAGkAagBrAGwAbQBuAG8AcABxAHIAcwBfBbQAdQB2AHcAeAB5AHoAewB8AH0AfgBhgE9QWx0dWEuRGF0YS5OdW1iZXJGb3JtYXR0aW5nLkNvbXBvc2l0ZU51bWJlckZvcm1hdCwgQWx0dWEuRGF0YYEBIQwd/AElgAI1hAI9iAKJASELHYwCJZACNZQCPQCSATdBbHR1YS5EYXRhLlByaW1pdGl2ZXMuQ29uc3RyYWluZWRDb2x1bW5TcGFuLCBBbHR1YS5EYXRhjQEkBQMFmAIAmgE0QWx0dWEuRGF0YS5QcmltaXRpdmVzLkNvbnN0cmFpbmVkUm93U3BhbiwgQWx0dWEuRGF0YZUBJgUDBZwCAJwBGQQSBBABAAAAAAAAAAAAAAAAAAAADAFCGQGgARkEEgQQAQAAAAAAAAAAAAAAAQAAAQwBQxkBpAEZBBIEEAEAAAAAAAAAAAAAAAIAAAIMAUQZAagBGQQSBBABAAAAAAAAAAAAAAADAAADDAFFGQGsARkEEgQQAQAAAAAAAAAAAAAABAAABAwBRhkBsAEZBBIEEAEAAAAAAAAAAAAAAAUAAAUMAUcZAbQBGQQSBBABAAAAAAAAAAAAAAAGAAAGDAFIGQG4ARkEEgQQAQAAAAAAAAAAAAAABwAABwwBSRkBvAEZBBIEEAEAAAAAAAAAAAAAAAgAAAgMAUoZAcABGQQSBBABAAAAAAAAAAAAAAAJAAAJDAFLGQHEARkEEgQQAQAAAAAAAAAAAAAACgAACgwBTBkByAEZBBIEEAEAAAAAAAAAAAAAAAsAAAsMAU0ZAcwBGQQSBBABAAAAAAAAAAAAAAAMAAAMDAFOGQHQARoEEgQQAgAAAAAAAAAAAAAAAAAAAAwCNTcZAdQBGgQSBBACAAAAAAAAAAAAAAABAAABDAI1OBkB2AEaBBIEEAIAAAAAAAAAAAAAAAIAAAIMAjU5GQHcARoEEgQQAgAAAAAAAAAAAAAAAwAAAwwCNjAZAeABGgQSBBACAAAAAAAAAAAAAAAEAAAEDAI2MRkB5AEaBBIEEAIAAAAAAAAAAAAAAAUAAAUMAjYyGQHoARoEEgQQAgAAAAAAAAAAAAAABgAABgwCNjMZAewBGgQSBBACAAAAAAAAAAAAAAAHAAAHDAI2NBkB8AEaBBIEEAIAAAAAAAAAAAAAAAgAAAgMAjY1GQH0ARoEEgQQAgAAAAAAAAAAAAAACQAACQwCNjYZAfgBGgQSBBACAAAAAAAAAAAAAAAKAAAKDAI2NxkB/AEJAAAMAwWgAhEAgAIJAAAMAwWkAhEAhAILBAEsDAEgFANOT0uIAgkAAAwDBagCEQCMAgkAAgwDBawCEQGQAgkAAgwDBbACEQGUAgsEASwMASAUA05PS5gCBAECAg+cAgQBAjlEoAIOAQS1Ak69AlDFAlLNAk6kAg4BBNECTtUCUNkCUt0CTqgCEQEF4QJO5QJQ6QJO7QJS8QJOrAILAQP1AlL5Ak79AmCwAg4BBIUDTvUCUvkCTv0CYLoCP0FsdHVhLkRhdGEuTnVtYmVyRm9ybWF0dGluZy5OdW1iZXJGb3JtYXRUZXh0U2VnbWVudCwgQWx0dWEuRGF0YbUCTgUEAS0JAMICQ0FsdHVhLkRhdGEuTnVtYmVyRm9ybWF0dGluZy5OdW1iZXJGb3JtYXRSZXBlYXRlclNlZ21lbnQsIEFsdHVhLkRhdGG9AlAFAiAAAADKAkBBbHR1YS5EYXRhLk51bWJlckZvcm1hdHRpbmcuTnVtYmVyRm9ybWF0VmFsdWVTZWdtZW50LCBBbHR1YS5EYXRhxQJSBQQDBYgDzQJOBQQBLQkA0QJOBQQBLQkB1QJQBQIgAAAA2QJSBQQDBYwD3QJOBQQBLQkA4QJOBQQBLQkA5QJQBQIgAAAA6QJOBQQBLQkB7QJSBQQDBZAD8QJOBQQBLQkA9QJSBQQDBZQD+QJOBQQBIAkBggNCQWx0dWEuRGF0YS5OdW1iZXJGb3JtYXR0aW5nLk51bWJlckZvcm1hdFBlcmNlbnRTZWdtZW50LCBBbHR1YS5EYXRh/QJgAIUDTgUEAS0JAYgDEQEFmQNnoQNpmQNnmQNnqQNnjAMRAQWZA2etA2mZA2eZA2epA2eQAwgBArEDZ7EDZ5QDCAECqQNnqQNnngM5QWx0dWEuRGF0YS5OdW1iZXJGb3JtYXR0aW5nLk51bWJlclBsYWNlaG9sZGVyLCBBbHR1YS5EYXRhmQNnBQIAAAAApgM3QWx0dWEuRGF0YS5OdW1iZXJGb3JtYXR0aW5nLlRleHRQbGFjZWhvbGRlciwgQWx0dWEuRGF0YaEDaQUEASAJAakDZwUCMAAAAK0DaQUEASAJAbEDZwUCIAAAAA=="/>
  <p:tag name="GRUNT-X-PAGEOBJECT" val="AQUCp70CCjhBbHR1YS5PYWsuQ29yZS5Eb2N1bWVudE1vZGVsLlRhYmxlT2JqZWN0LCBBbHR1YS5PYWsuQ29yZQUCVAQSBBDmmCGCdcZDT6P49ZJw2cz/DBIEEHRIBpVEwctJl0t6EyfHtsIVDQQlFQYtHDUgPSUKVSxlMG00cAB8EgQQAAAAAAAAAAAAAAAAAAAAAIUBOBJQQWx0dWEuT2FrLkNvcmUuRG9jdW1lbnRNb2RlbC5UZW1wbGF0aW5nLkN1c3RvbVBvc2l0aW9uRGVmaW5pdGlvbiwgQWx0dWEuT2FrLkNvcmUNBCQEIgEEAAAAILPeQEAAAAAAc8tdQDixB/HXDoZApNZ/+hG1ZEAaL0FsdHVhLk9hay5Db3JlLlRhYmxlcy5TdHJ1Y3R1cmUsIEFsdHVhLk9hay5Db3JlFQYGFTwdQC1EHAIFSCAEBAIFTCpKQWx0dWEuT2FrLkNvcmUuTW9kaWZpY2F0aW9uLlN0eWxpbmcuU3RhdGljVGFibGVPYmplY3RTdHlsZSwgQWx0dWEuT2FrLkNvcmUlChM1UEVUTVhVXF1gZWRtaHVshQFwLBIFdAwFZW4tR0IVeBwFZW4tR0IwAgV8NEQEFDd5ajhiNGdhNzh2dTlyeHJjZTh2DBQ3eWo4ODc0ZDJ4ODZndWdoMWNiORQUN3lqODg3NGIzdDFydGMwbXRvdnAZADgGBYABDYQBPAoFiAEdACUALYwBQAoFkAEdACUALZQBRAMFmAFIGBcEEgQQsO+4aREuM0KvABpmR6/7RA2cAUwUAQahASmpASuxAS25ASu9AS3BATFQBQQDBcgBVAUEAwXMAVgFBAMF0AFcBQQDBdQBYAUEAwXYAWQFBAMF3AFoBQQDBeABbAUEAwXkAXADBegBdAoEAS4MASwUAsKjeAkEBWVuLUdCCAF8AQ6AAQcIARADHewBhAEDBfABiAEa9AH4AfwBgAKEAogCjAKQApQCmAKcAqACpAKMAV8SBBBpU/Efz2DuWqJMx92lsZyyEgQQO9HbkfNgTlyIOzk60a8HSxIEED4Kc6NxGVJSpceBprBAzL0SBBDQUrDcLUmBVZ1n0BH70fuoEgQQZWGK/FiuR16h4TVkKz1Qz5ABFqgCrAKwArQCuAK8AsACxALIAswC0AKUAekCEgQQEGVxAUFcxV2qvg7BobqB/RIEEFP8WQIlEqRamilIIIIlTD4SBBC4iwwjrJeuUbRIbE8xkzEzEgQQJNlkMxc2WVOgycjTvrtsKBIEEObFGDVL8llRm1U9aBzCyNISBBCBCiw1MLHKWJ7i27ph9Y9qEgQQFdn9gT8ttF2RjBLRisxbLhIEEKpk2Y7AlkJQkt9OmB6KchISBBAMW7CgMaFDXJbrEO7Q/O6lEgQQXWtMohxTGFq9wrlC62WWVhIEEGIM4KQYG71Qir2X+8k52i4SBBC+qBK53ZPOVJfs8keLTBwMEgQQTJDpunAMblyE//JXsvUdUhIEEJ1qf7uvEY9dmxXrYc9XbQ4SBBAufUHFyU1HWpaf6hYaYlixEgQQZMKt09dQ/VCsT/YXuFhIwhIEEFz+FNzA8zFYqRyJBk6zfkoSBBDdEn3d8D6PUZwdfeyPMWUSEgQQfgJz3uX6yVCaKX+aTEUPEJgBAWCcAR8EEgQQsO+4aREuM0KvABpmR6/7RAwDS1BJJdQCLdgCpgFHQWx0dWEuT2FrLkNvcmUuTW9kaWZpY2F0aW9uLk1vZGlmaWVycy5BbGlnbm1lbnRNb2RpZmllciwgQWx0dWEuT2FrLkNvcmWhASkJBdwCDeACFeQCrgFMQWx0dWEuT2FrLkNvcmUuTW9kaWZpY2F0aW9uLk1vZGlmaWVycy5DaGFyYWN0ZXJTdHlsZU1vZGlmaWVyLCBBbHR1YS5PYWsuQ29yZakBKw8F6AId7AIl8AIt9AI1+AK2AURBbHR1YS5PYWsuQ29yZS5Nb2RpZmljYXRpb24uTW9kaWZpZXJzLkJvcmRlck1vZGlmaWVyLCBBbHR1YS5PYWsuQ29yZbEBLRYF/AITAgAAAAAA+D8dgAMlhAMtiQNjuQErDwWQAx3sAiWUAy2YAzWcA70BLRYFoAMTAAAAAAAA4D8dpAMlhAMtqQNjxgFCQWx0dWEuT2FrLkNvcmUuTW9kaWZpY2F0aW9uLk1vZGlmaWVycy5GaWxsTW9kaWZpZXIsIEFsdHVhLk9hay5Db3JlwQExCgWsAxWwAx21A2PIAQIBAMwBBAEBuAPQASQBEbwDwAPEA8gDzAPQA9QD2APcA+AD5APoA+wD8AP0A/gD/APUAQQBAYAE2AECAQDcAQQBAYQE4AECAQDkAQIBAOgBAOwBEAMAiAQCjAQAAAAAAAAAAADwAeYvLQQoBBIEEAEAAAAAAAAAAAAAAAEAAAEMEgQQ7nLQteyH1U+9cYlJlK6sXQ2QBC0EKAQSBBABAAAAAAAAAAAAAAAGAAAGDBIEEAIAAAAAAAAAAAAAAAgAAAgNlAQtBCgEEgQQAQAAAAAAAAAAAAAAAAAAAAwSBBACAAAAAAAAAAAAAAAHAAAHDZgELQQoBBIEEAEAAAAAAAAAAAAAAAsAAAsMEgQQAgAAAAAAAAAAAAAACAAACA2cBC0EKAQSBBABAAAAAAAAAAAAAAAIAAAIDBIEEJe/MSl7hlhKhnFTHuj+QecNoAQtBCgEEgQQAQAAAAAAAAAAAAAAAgAAAgwSBBACAAAAAAAAAAAAAAAGAAAGDaQELQQoBBIEEAEAAAAAAAAAAAAAAAcAAAcMEgQQAgAAAAAAAAAAAAAACQAACQ2oBC0EKAQSBBABAAAAAAAAAAAAAAAHAAAHDBIEEAIAAAAAAAAAAAAAAAIAAAINrAQtBCgEEgQQAQAAAAAAAAAAAAAACQAACQwSBBACAAAAAAAAAAAAAAAGAAAGDbAELQQoBBIEEAEAAAAAAAAAAAAAAAwAAAwMEgQQAgAAAAAAAAAAAAAACAAACA20BC0EKAQSBBABAAAAAAAAAAAAAAADAAADDBIEEAIAAAAAAAAAAAAAAAgAAAgNuAQtBCgEEgQQAQAAAAAAAAAAAAAABAAABAwSBBACAAAAAAAAAAAAAAAEAAAEDbwELQQoBBIEEAEAAAAAAAAAAAAAAAoAAAoMEgQQAgAAAAAAAAAAAAAAAQAAAQ3ABC0EKAQSBBABAAAAAAAAAAAAAAAIAAAIDBIEEAIAAAAAAAAAAAAAAAQAAAQNxAQtBCgEEgQQAQAAAAAAAAAAAAAACAAACAwSBBACAAAAAAAAAAAAAAAHAAAHDcgELQQoBBIEEAEAAAAAAAAAAAAAAAsAAAsMEgQQ7nLQteyH1U+9cYlJlK6sXQ3MBC0EKAQSBBABAAAAAAAAAAAAAAABAAABDBIEEAIAAAAAAAAAAAAAAAkAAAkN0AQtBCgEEgQQAQAAAAAAAAAAAAAACAAACAwSBBACAAAAAAAAAAAAAAABAAABDdQELQQoBBIEEAEAAAAAAAAAAAAAAAIAAAIMEgQQAgAAAAAAAAAAAAAACQAACQ3YBC0EKAQSBBABAAAAAAAAAAAAAAAIAAAIDBIEEAIAAAAAAAAAAAAAAAIAAAIN3AQtBCgEEgQQAQAAAAAAAAAAAAAAAwAAAwwSBBACAAAAAAAAAAAAAAABAAABDeAELQQoBBIEEAEAAAAAAAAAAAAAAAgAAAgMEgQQAgAAAAAAAAAAAAAABgAABg3kBC0EKAQSBBABAAAAAAAAAAAAAAAKAAAKDBIEEJe/MSl7hlhKhnFTHuj+QecN6AQtBCgEEgQQAQAAAAAAAAAAAAAAAAAAAAwSBBACAAAAAAAAAAAAAAAJAAAJDewELQQoBBIEEAEAAAAAAAAAAAAAAAIAAAIMEgQQAgAAAAAAAAAAAAAAAwAAAw3wBC0EKAQSBBABAAAAAAAAAAAAAAAEAAAEDBIEEAIAAAAAAAAAAAAAAAYAAAYN9AQtBCgEEgQQAQAAAAAAAAAAAAAABAAABAwSBBDuctC17IfVT71xiUmUrqxdDfgELQQoBBIEEAEAAAAAAAAAAAAAAAkAAAkMEgQQAgAAAAAAAAAAAAAACAAACA38BC0EKAQSBBABAAAAAAAAAAAAAAADAAADDBIEEAIAAAAAAAAAAAAAAAQAAAQNgAUtBCgEEgQQAQAAAAAAAAAAAAAABAAABAwSBBACAAAAAAAAAAAAAAACAAACDYQFLQQoBBIEEAEAAAAAAAAAAAAAAAwAAAwMEgQQAgAAAAAAAAAAAAAABgAABg2IBS0EKAQSBBABAAAAAAAAAAAAAAAFAAAFDBIEEAIAAAAAAAAAAAAAAAAAAAANjAUtBCgEEgQQAQAAAAAAAAAAAAAACgAACgwSBBACAAAAAAAAAAAAAAAGAAAGDZAFLQQoBBIEEAEAAAAAAAAAAAAAAAEAAAEMEgQQAgAAAAAAAAAAAAAABwAABw2UBS0EKAQSBBABAAAAAAAAAAAAAAACAAACDBIEEAIAAAAAAAAAAAAAAAAAAAANmAUtBCgEEgQQAQAAAAAAAAAAAAAABAAABAwSBBCXvzEpe4ZYSoZxUx7o/kHnDZwFLQQoBBIEEAEAAAAAAAAAAAAAAAQAAAQMEgQQAgAAAAAAAAAAAAAAAAAAAA2gBS0EKAQSBBABAAAAAAAAAAAAAAAGAAAGDBIEEAIAAAAAAAAAAAAAAAcAAAcNpAUtBCgEEgQQAQAAAAAAAAAAAAAAAQAAAQwSBBACAAAAAAAAAAAAAAAEAAAEDagFLQQoBBIEEAEAAAAAAAAAAAAAAAsAAAsMEgQQAgAAAAAAAAAAAAAABgAABg2sBS0EKAQSBBABAAAAAAAAAAAAAAACAAACDBIEEAIAAAAAAAAAAAAAAAgAAAgNsAUtBCgEEgQQAQAAAAAAAAAAAAAABgAABgwSBBACAAAAAAAAAAAAAAABAAABDbQFLQQoBBIEEAEAAAAAAAAAAAAAAAcAAAcMEgQQ7nLQteyH1U+9cYlJlK6sXQ24BS0EKAQSBBABAAAAAAAAAAAAAAALAAALDBIEEAIAAAAAAAAAAAAAAAkAAAkNvAUtBCgEEgQQAQAAAAAAAAAAAAAAAAAAAAwSBBACAAAAAAAAAAAAAAAIAAAIDcAFLQQoBBIEEAEAAAAAAAAAAAAAAAQAAAQMEgQQAgAAAAAAAAAAAAAACAAACA3EBS0EKAQSBBABAAAAAAAAAAAAAAAJAAAJDBIEEJe/MSl7hlhKhnFTHuj+QecNyAUtBCgEEgQQAQAAAAAAAAAAAAAAAQAAAQwSBBCXvzEpe4ZYSoZxUx7o/kHnDcwFLQQoBBIEEAEAAAAAAAAAAAAAAAcAAAcMEgQQAgAAAAAAAAAAAAAABAAABA3QBS0EKAQSBBABAAAAAAAAAAAAAAAJAAAJDBIEEAIAAAAAAAAAAAAAAAMAAAMN1AUtBCgEEgQQAQAAAAAAAAAAAAAAAwAAAwwSBBACAAAAAAAAAAAAAAADAAADDdgFLQQoBBIEEAEAAAAAAAAAAAAAAAIAAAIMEgQQl78xKXuGWEqGcVMe6P5B5w3cBS0EKAQSBBABAAAAAAAAAAAAAAAAAAAADBIEEAIAAAAAAAAAAAAAAAYAAAYN4AUtBCgEEgQQAQAAAAAAAAAAAAAABgAABgwSBBACAAAAAAAAAAAAAAAGAAAGDeQFLQQoBBIEEAEAAAAAAAAAAAAAAAAAAAAMEgQQ7nLQteyH1U+9cYlJlK6sXQ3oBS0EKAQSBBABAAAAAAAAAAAAAAAJAAAJDBIEEAIAAAAAAAAAAAAAAAQAAAQN7AUtBCgEEgQQAQAAAAAAAAAAAAAABwAABwwSBBACAAAAAAAAAAAAAAADAAADDfAFLQQoBBIEEAEAAAAAAAAAAAAAAAwAAAwMEgQQAgAAAAAAAAAAAAAAAQAAAQ30BS0EKAQSBBABAAAAAAAAAAAAAAAKAAAKDBIEEAIAAAAAAAAAAAAAAAkAAAkN+AUtBCgEEgQQAQAAAAAAAAAAAAAADAAADAwSBBACAAAAAAAAAAAAAAADAAADDfwFLQQoBBIEEAEAAAAAAAAAAAAAAAQAAAQMEgQQAgAAAAAAAAAAAAAABwAABw2ABi0EKAQSBBABAAAAAAAAAAAAAAAKAAAKDBIEEAIAAAAAAAAAAAAAAAMAAAMNhAYtBCgEEgQQAQAAAAAAAAAAAAAABgAABgwSBBACAAAAAAAAAAAAAAADAAADDYgGLQQoBBIEEAEAAAAAAAAAAAAAAAgAAAgMEgQQAgAAAAAAAAAAAAAACQAACQ2MBi0EKAQSBBABAAAAAAAAAAAAAAADAAADDBIEEAIAAAAAAAAAAAAAAAkAAAkNkAYtBCgEEgQQAQAAAAAAAAAAAAAABwAABwwSBBACAAAAAAAAAAAAAAAHAAAHDZQGLQQoBBIEEAEAAAAAAAAAAAAAAAcAAAcMEgQQAgAAAAAAAAAAAAAAAQAAAQ2YBi0EKAQSBBABAAAAAAAAAAAAAAAEAAAEDBIEEAIAAAAAAAAAAAAAAAkAAAkNnAYtBCgEEgQQAQAAAAAAAAAAAAAAAQAAAQwSBBACAAAAAAAAAAAAAAAGAAAGDaAGLQQoBBIEEAEAAAAAAAAAAAAAAAgAAAgMEgQQAgAAAAAAAAAAAAAACAAACA2kBi0EKAQSBBABAAAAAAAAAAAAAAAMAAAMDBIEEO5y0LXsh9VPvXGJSZSurF0NqAYtBCgEEgQQAQAAAAAAAAAAAAAAAAAAAAwSBBACAAAAAAAAAAAAAAABAAABDawGLQQoBBIEEAEAAAAAAAAAAAAAAAIAAAIMEgQQAgAAAAAAAAAAAAAAAQAAAQ2wBi0EKAQSBBABAAAAAAAAAAAAAAAGAAAGDBIEEAIAAAAAAAAAAAAAAAQAAAQNtAYtBCgEEgQQAQAAAAAAAAAAAAAAAwAAAwwSBBDuctC17IfVT71xiUmUrqxdDbgGLQQoBBIEEAEAAAAAAAAAAAAAAAIAAAIMEgQQAgAAAAAAAAAAAAAAAgAAAg28Bi0EKAQSBBABAAAAAAAAAAAAAAAKAAAKDBIEEO5y0LXsh9VPvXGJSZSurF0NwAYtBCgEEgQQAQAAAAAAAAAAAAAABAAABAwSBBACAAAAAAAAAAAAAAABAAABDcQGLQQoBBIEEAEAAAAAAAAAAAAAAAkAAAkMEgQQ7nLQteyH1U+9cYlJlK6sXQ3IBi0EKAQSBBABAAAAAAAAAAAAAAACAAACDBIEEO5y0LXsh9VPvXGJSZSurF0NzAYtBCgEEgQQAQAAAAAAAAAAAAAACQAACQwSBBACAAAAAAAAAAAAAAACAAACDdAGLQQoBBIEEAEAAAAAAAAAAAAAAAcAAAcMEgQQAgAAAAAAAAAAAAAABgAABg3UBi0EKAQSBBABAAAAAAAAAAAAAAAJAAAJDBIEEAIAAAAAAAAAAAAAAAkAAAkN2AYtBCgEEgQQAQAAAAAAAAAAAAAABQAABQwSBBDuctC17IfVT71xiUmUrqxdDdwGLQQoBBIEEAEAAAAAAAAAAAAAAAgAAAgMEgQQAgAAAAAAAAAAAAAAAwAAAw3gBi0EKAQSBBABAAAAAAAAAAAAAAALAAALDBIEEJe/MSl7hlhKhnFTHuj+QecN5AYtBCgEEgQQAQAAAAAAAAAAAAAACwAACwwSBBACAAAAAAAAAAAAAAABAAABDegGLQQoBBIEEAEAAAAAAAAAAAAAAAYAAAYMEgQQAgAAAAAAAAAAAAAACQAACQ3sBi0EKAQSBBABAAAAAAAAAAAAAAAFAAAFDBIEEJe/MSl7hlhKhnFTHuj+QecN8AYtBCgEEgQQAQAAAAAAAAAAAAAAAAAAAAwSBBCXvzEpe4ZYSoZxUx7o/kHnDfQGLQQoBBIEEAEAAAAAAAAAAAAAAAUAAAUMEgQQAgAAAAAAAAAAAAAAAwAAAw34Bi0EKAQSBBABAAAAAAAAAAAAAAAFAAAFDBIEEAIAAAAAAAAAAAAAAAQAAAQN/AYtBCgEEgQQAQAAAAAAAAAAAAAACgAACgwSBBACAAAAAAAAAAAAAAAEAAAEDYAHLQQoBBIEEAEAAAAAAAAAAAAAAAsAAAsMEgQQAgAAAAAAAAAAAAAAAgAAAg2EBy0EKAQSBBABAAAAAAAAAAAAAAABAAABDBIEEAIAAAAAAAAAAAAAAAIAAAINiActBCgEEgQQAQAAAAAAAAAAAAAABQAABQwSBBACAAAAAAAAAAAAAAAHAAAHDYwHLQQoBBIEEAEAAAAAAAAAAAAAAAsAAAsMEgQQAgAAAAAAAAAAAAAAAwAAAw2QBy0EKAQSBBABAAAAAAAAAAAAAAAGAAAGDBIEEAIAAAAAAAAAAAAAAAIAAAINlActBCgEEgQQAQAAAAAAAAAAAAAABwAABwwSBBACAAAAAAAAAAAAAAAIAAAIDZgHLQQoBBIEEAEAAAAAAAAAAAAAAAMAAAMMEgQQAgAAAAAAAAAAAAAAAgAAAg2cBy0EKAQSBBABAAAAAAAAAAAAAAAJAAAJDBIEEAIAAAAAAAAAAAAAAAcAAAcNoActBCgEEgQQAQAAAAAAAAAAAAAAAgAAAgwSBBACAAAAAAAAAAAAAAAEAAAEDaQHLQQoBBIEEAEAAAAAAAAAAAAAAAQAAAQMEgQQAgAAAAAAAAAAAAAAAwAAAw2oBy0EKAQSBBABAAAAAAAAAAAAAAAKAAAKDBIEEAIAAAAAAAAAAAAAAAIAAAINrActBCgEEgQQAQAAAAAAAAAAAAAAAQAAAQwSBBACAAAAAAAAAAAAAAADAAADDbAHLQQoBBIEEAEAAAAAAAAAAAAAAAMAAAMMEgQQAgAAAAAAAAAAAAAABwAABw20By0EKAQSBBABAAAAAAAAAAAAAAACAAACDBIEEAIAAAAAAAAAAAAAAAcAAAcNuActBCgEEgQQAQAAAAAAAAAAAAAAAwAAAwwSBBACAAAAAAAAAAAAAAAGAAAGDbwHLQQoBBIEEAEAAAAAAAAAAAAAAAgAAAgMEgQQ7nLQteyH1U+9cYlJlK6sXQ3ABy0EKAQSBBABAAAAAAAAAAAAAAAFAAAFDBIEEAIAAAAAAAAAAAAAAAIAAAINxActBCgEEgQQAQAAAAAAAAAAAAAACwAACwwSBBACAAAAAAAAAAAAAAAHAAAHDcgHLQQoBBIEEAEAAAAAAAAAAAAAAAEAAAEMEgQQAgAAAAAAAAAAAAAAAAAAAA3MBy0EKAQSBBABAAAAAAAAAAAAAAAMAAAMDBIEEJe/MSl7hlhKhnFTHuj+QecN0ActBCgEEgQQAQAAAAAAAAAAAAAABQAABQwSBBACAAAAAAAAAAAAAAABAAABDdQHLQQoBBIEEAEAAAAAAAAAAAAAAAcAAAcMEgQQl78xKXuGWEqGcVMe6P5B5w3YBy0EKAQSBBABAAAAAAAAAAAAAAAMAAAMDBIEEAIAAAAAAAAAAAAAAAkAAAkN3ActBCgEEgQQAQAAAAAAAAAAAAAABgAABgwSBBCXvzEpe4ZYSoZxUx7o/kHnDeAHLQQoBBIEEAEAAAAAAAAAAAAAAAkAAAkMEgQQAgAAAAAAAAAAAAAAAQAAAQ3kBy0EKAQSBBABAAAAAAAAAAAAAAABAAABDBIEEAIAAAAAAAAAAAAAAAEAAAEN6ActBCgEEgQQAQAAAAAAAAAAAAAABQAABQwSBBACAAAAAAAAAAAAAAAGAAAGDewHLQQoBBIEEAEAAAAAAAAAAAAAAAwAAAwMEgQQAgAAAAAAAAAAAAAABwAABw3wBy0EKAQSBBABAAAAAAAAAAAAAAAGAAAGDBIEEAIAAAAAAAAAAAAAAAAAAAAN9ActBCgEEgQQAQAAAAAAAAAAAAAACgAACgwSBBACAAAAAAAAAAAAAAAHAAAHDfgHLQQoBBIEEAEAAAAAAAAAAAAAAAwAAAwMEgQQAgAAAAAAAAAAAAAABAAABA38By0EKAQSBBABAAAAAAAAAAAAAAABAAABDBIEEAIAAAAAAAAAAAAAAAgAAAgNgAgtBCgEEgQQAQAAAAAAAAAAAAAAAwAAAwwSBBACAAAAAAAAAAAAAAAAAAAADYQILQQoBBIEEAEAAAAAAAAAAAAAAAUAAAUMEgQQAgAAAAAAAAAAAAAACAAACA2ICC0EKAQSBBABAAAAAAAAAAAAAAAFAAAFDBIEEAIAAAAAAAAAAAAAAAkAAAkNjAgtBCgEEgQQAQAAAAAAAAAAAAAACgAACgwSBBACAAAAAAAAAAAAAAAIAAAIDZAILQQoBBIEEAEAAAAAAAAAAAAAAAsAAAsMEgQQAgAAAAAAAAAAAAAABAAABA2UCC0EKAQSBBABAAAAAAAAAAAAAAAGAAAGDBIEEO5y0LXsh9VPvXGJSZSurF0NmAgtBCgEEgQQAQAAAAAAAAAAAAAADAAADAwSBBACAAAAAAAAAAAAAAACAAACDZwILQQoBBIEEAEAAAAAAAAAAAAAAAMAAAMMEgQQl78xKXuGWEqGcVMe6P5B5w2gCPQBPQQSBBD2dONj+vopX4glKmOLRFkWDBIEEAEAAAAAAAAAAAAAAAAAAAAUCwACCwAAAAAAAABAIAE0AQA8AQH4AT0EEgQQZ5u6J6lbd1256oiLVyabzQwSBBABAAAAAAAAAAAAAAABAAABFAsAAgsAAAAAAADwPyAANAEAPAEB/AE9BBIEEF+d+44qSs9Sl1hVOqxfcgQMEgQQAQAAAAAAAAAAAAAAAgAAAhQLAAILAAAAAAAA8D8gADQBADwBAYACPQQSBBCNNYdCsh0PXbK98lmNrLe/DBIEEAEAAAAAAAAAAAAAAAMAAAMUCwACCwAAAAAAAPA/IAA0AQA8AQGEAj0EEgQQYR6l2cJRUFic4Wxu+Me+XgwSBBABAAAAAAAAAAAAAAAEAAAEFAsAAgsAAAAAAADwPyAANAEAPAEBiAI8BBIEEMQNfLRW/ZRVpQZb+lF1EmMMEgQQAQAAAAAAAAAAAAAABQAABRQLAAILAAAAAAAA8D8gADQBADwAjAI8BBIEEHz4QUUvDABbpwIACgjO8+EMEgQQAQAAAAAAAAAAAAAABgAABhQLAAILAAAAAAAA8D8gADQBADwAkAI8BBIEEJbGxkhhENZZrznWpaMwneYMEgQQAQAAAAAAAAAAAAAABwAABxQLAAILAAAAAAAA8D8gADQBADwAlAI8BBIEEIYOj7zR9C1RrqDBj9c48QsMEgQQAQAAAAAAAAAAAAAACAAACBQLAAILAAAAAAAA8D8gADQBADwAmAI8BBIEEFPdBPuBp2lRuLE3IcByWTMMEgQQAQAAAAAAAAAAAAAACQAACRQLAAILAAAAAAAA8D8gADQBADwAnAI8BBIEEJew0p6F4PtfibVok8OZzrgMEgQQAQAAAAAAAAAAAAAACgAAChQLAAILAAAAAAAA8D8gADQBADwAoAI8BBIEEF5pSeT99z5dmzfgAl7gqNYMEgQQAQAAAAAAAAAAAAAACwAACxQLAAILAAAAAAAA8D8gADQBADwApAI8BBIEEHTDAzbwCC5dsb6sPVzOjzIMEgQQAQAAAAAAAAAAAAAADAAADBQLAAILAAAAAAAA8D8gADQBADwAqAI9BBIEEGXKqzReeUZTnAFDdygbuZoMEgQQAgAAAAAAAAAAAAAAAAAAABQLAAALAAAAAAAA8D8gATQBADwBAawCPQQSBBAC0LTtsxzzV5xizLa6mEkpDBIEEAIAAAAAAAAAAAAAAAEAAAEUCwACCwAAAAAAAPA/IAA0AQA8AQGwAj0EEgQQhwa90bD3l1Kn8FUBHTIdwAwSBBACAAAAAAAAAAAAAAACAAACFAsAAgsAAAAAAADwPyAANAEAPAEBtAI9BBIEEHJFwgtcbGdVu6bXkgGQRXgMEgQQAgAAAAAAAAAAAAAAAwAAAxQLAAILAAAAAAAA8D8gBzQBADwBAbgCPQQSBBCkFRUz2UILU5Rri7oqfe7DDBIEEAIAAAAAAAAAAAAAAAQAAAQUCwACCwAAAAAAAPA/IAA0AQA8AQG8Aj0EEgQQsq1omC79flKdfoG7DbQV9AwSBBACAAAAAAAAAAAAAAAGAAAGFAsAAgsAAAAAAADwPyAHNAEAPAEBwAI9BBIEEBiIFugSSLFWkmj33xohZmsMEgQQAgAAAAAAAAAAAAAABwAABxQLAAILAAAAAAAA8D8gADQBADwBAcQCPQQSBBBw8uydaMFrVLG+tgLLXGUmDBIEEAIAAAAAAAAAAAAAAAgAAAgUCwACCwAAAAAAAPA/IAc0AQA8AQHIAj0EEgQQvx7LoGsSNFuJFeL+MsMcvAwSBBACAAAAAAAAAAAAAAAJAAAJFAsAAgsAAAAAAADwPyAANAEAPAEBzAI9BBIEEEmw4D1qD1tZoB1obQRgj3AMEgQQl78xKXuGWEqGcVMe6P5B5xQLAAILAAAAAAAA8D8gADQBADwBAdACPQQSBBAjcd2aDmCeU5grvX5JNeTMDBIEEO5y0LXsh9VPvXGJSZSurF0UCwACCwAAAAAAAPA/IAA0AQA8AQHUAgSlCIoC2AIA3AIlBBIEELaV/5OH/TRAloLKmrFikpQMAwWsCBQDBbAIGQEgBC20COACBAACCALkAgQAAggE6AIlBBIEEJyGpEOlbhNAnUJYo1cmiNAMAwW4CBQDBbwIGQEgBC3ACOwCCwMAAAAAAAAoQAgE8AINBAkAvAUIABEAGQAIAvQCDQQJBAdDYWxpYnJpCAT4AgYFxQhjCAL8AiUEEgQQZ6ffYL8VE0O/HI0RsLhGBgwDBcgIFAMFzAgZASABLdAIgAMMAQAJABEBGQAhACkAhAMFBAMF1AiOAzdBbHR1YS5PYWsuQ29yZS5UaGVtaW5nLlBhZ2VDb2xvclBvaW50ZXIsIEFsdHVhLk9hay5Db3JliQNjBAAECACQAyUEEgQQZVpr4kiUKk+ewnPQQWVGSAwDBdgIFAMF3AgZASAELeAIlAMNBAkAvAUIABEAGQAIApgDDQQJBAdDYWxpYnJpCAScAwcF5QiaAggEoAMlBBIEEIwUcCY0VDpIo0RCaO5X0MsMAwXsCBQDBfAIGQEgAS3QCKQDDAEBCQARABkAIQApAKkDYwQABAgArAMlBBIEEKpSrdh/hCtOtDccywQ9XEIMAwX0CBQDBfgIGQEgAS38CLADBQQDBYAJtQNjBAABCAC4AwoFhQmiAg2NCaQCvAMKBZUJpgINnQmoAsADCgWlCaYCDakJqwLEAwoFsQmmAg21CasCyAMKBbkJpgINvQmrAswDCgXBCaYCDcUJqALQAwoFyQmmAg3NCagC1AMKBdEJpgIN1QmoAtgDCgXZCaYCDd0JqALcAwoF4QmmAg3lCagC4AMKBekJpgIN7QmoAuQDCgXxCaYCDfUJqALoAwoF+QmmAg39CagC7AMKBYEKpgINhQqoAvADCgWJCqYCDY0KqAL0AwoFkQqmAg2VCqgC+AMKBZkKpgINnQqoAvwDCgWhCqYCDaUKqAKABAoFqQrLAg2xCs0ChAQKBbkKpgINvQrQAogEAIwEBMQKyAqQBAkNzAoV0AocAQCUBAkN1AoV2AocAQCYBAwNzAoV3AocBD0hUkOcBAkN1AoV4AocAQCgBAkN5AoV6AocAQCkBAkNzAoV7AocAQCoBAkNzAoV8AocAQCsBAkNzAoV9AocAQCwBAkN1AoV+AocAQC0BAkN5AoV/AocAQC4BAkNzAoVgAscAQC8BAkNzAoVhAscAQDABAkNiAsVjAscAQDEBAkNzAoVkAscAQDIBAkNlAsVmAscAQDMBAkNzAoVnAscAQDQBAkNzAoVoAscAQDUBAkNiAsVpAscAQDYBAkNzAoVqAscAQDcBAkNzAoVrAscAQDgBAkNiAsVsAscAQDkBAkN1AoVtAscAQDoBAkN5AoVuAscAQDsBAwNzAoVvAscBD0hUkPwBAkNiAsVwAscAQD0BAkNzAoVxAscAQD4BAkNzAoVyAscAQD8BAkN1AoVzAscAQCABQkNzAoV0AscAQCEBQkNzAoV1AscAQCIBQkN5AoV2AscAQCMBQkN3AsV4AscAQCQBQkN1AoV5AscAQCUBQkNlAsV6AscAQCYBQkN3AsV7AscAQCcBQkNzAoV8AscAQCgBQkN3AsV9AscAQCkBQkNlAsV+AscAQCoBQkNzAoV/AscAQCsBQkN1AoVgAwcAQCwBQkNzAoVhAwcAQC0BQkNiAsViAwcAQC4BQkNzAoVjAwcAQC8BQkNzAoVkAwcAQDABQwNzAoVlAwcBD0hUkPEBQkNzAoVmAwcAQDIBQkN5AoVnAwcAQDMBQkNzAoVoAwcAQDQBQkNzAoVpAwcAQDUBQkNiAsVqAwcAQDYBQkNiAsVrAwcAQDcBQkNzAoVsAwcAQDgBQkNzAoVtAwcAQDkBQkN1AoVuAwcAQDoBQkNzAoVvAwcAQDsBQkNzAoVwAwcAQDwBQkNiAsVxAwcAQD0BQkN5AoVyAwcAQD4BQkNzAoVzAwcAQD8BQkN5AoV0AwcAQCABgkNlAsV1AwcAQCEBgkNiAsV2AwcAQCIBgkNiAsV3AwcAQCMBgkNzAoV4AwcAQCQBgkNzAoV5AwcAQCUBgkNlAsV6AwcAQCYBgkNiAsV7AwcAQCcBgkNzAoV8AwcAQCgBgkNzAoV9AwcAQCkBgkN1AoV+AwcAQCoBgkN5AoV/AwcAQCsBgkNzAoVgA0cAQCwBgkNiAsVhA0cAQC0BgkNzAoViA0cAQC4BgkNzAoVjA0cAQC8BgkNzAoVkA0cAQDABgkNzAoVlA0cAQDEBgkNiAsVmA0cAQDIBgkNzAoVnA0cAQDMBgkNzAoVoA0cAQDQBgkNzAoVpA0cAQDUBgkN1AoVqA0cAQDYBgkNzAoVrA0cAQDcBgkNzAoVsA0cAQDgBgkNiAsVtA0cAQDkBgkN5AoVuA0cAQDoBgkNiAsVvA0cAQDsBgkNzAoVwA0cAQDwBgkN5AoVxA0cAQD0BgwNzAoVyA0cBD0hUkP4BgkNiAsVzA0cAQD8BgkNzAoV0A0cAQCABwkNzAoV1A0cAQCEBwkNzAoV2A0cAQCIBwkNiAsV3A0cAQCMBwkNlAsV4A0cAQCQBwkNiAsV5A0cAQCUBwkNzAoV6A0cAQCYBwkN1AoV7A0cAQCcBwkNzAoV8A0cAQCgBwkNlAsV9A0cAQCkBwkNzAoV+A0cAQCoBwkNiAsV/A0cAQCsBwkNzAoVgA4cAQCwBwkNiAsVhA4cAQC0BwkNlAsViA4cAQC4BwkNlAsVjA4cAQC8BwkNzAoVkA4cAQDABwkNzAoVlA4cAQDEBwkNzAoVmA4cAQDIBwkNlAsVnA4cAQDMBwkN3AsVoA4cAQDQBwkN5AoVpA4cAQDUBwkNiAsVqA4cAQDYBwkN5AoVrA4cAQDcBwkN5AoVsA4cAQDgBwkN5AoVtA4cAQDkBwkNiAsVuA4cAQDoBwkNiAsVvA4cAQDsBwkNzAoVwA4cAQDwBwkN5AoVxA4cAQD0BwkNyA4VzA4cAQD4BwkNlAsV0A4cAQD8BwkN5AoV1A4cAQCACAkNzAoV2A4cAQCECAkN3AsV3A4cAQCICAkNzAoV4A4cAQCMCAkNzAoV5A4cAQCQCAkN1AoV6A4cAQCUCAkNzAoV7A4cAQCYCAkNzAoV8A4cAQCcCAkN5AoV9A4cAQCgCAkN1AoV+A4cAQCqCDtBbHR1YS5PYWsuQ29yZS5GaWx0ZXJpbmcuRmlsdGVycy5Sb3dzRmlsdGVyLCBBbHR1YS5PYWsuQ29yZaUIigIGBfwODYAPrAgGAQGFD+IDsAgCAQC0CAsEB0RlZmF1bHQIAbgIBgEBjQ/kA7wIAgEAwAgLBAdEZWZhdWx0CAHFCGMEAAQIAMgIBgEBlQ+KAswIAgEA0AgLBAdEZWZhdWx0CAHUCAQBAgEA2AgGAQGZD+QD3AgCAQDgCAsEB0RlZmF1bHQIAeoIM0FsdHVhLk9hay5Db3JlLlRoZW1pbmcuQ29sb3JQb2ludGVyLCBBbHR1YS5PYWsuQ29yZeUImgIAAAD/7AgGAQGdD+QD8AgCAQD0CAYBAaEP6QP4CAIBAPwICwQHRGVmYXVsdAgBgAkEAQIBCooJTkFsdHVhLk9hay5Db3JlLk1vZGlmaWNhdGlvbi5TdHlsaW5nLkNvbHVtbnNDdXN0b21pemF0aW9uVGFyZ2V0LCBBbHR1YS5PYWsuQ29yZYUJogIDBagPkgk3QWx0dWEuT2FrLkNvcmUuVGhlbWluZy5Ob25lQ29sb3JQb2ludGVyLCBBbHR1YS5PYWsuQ29yZY0JpAIAmglaQWx0dWEuT2FrLkNvcmUuTW9kaWZpY2F0aW9uLlN0eWxpbmcuVGV4dEluU3BlY2lmaWNDZWxsc0N1c3RvbWl6YXRpb25UYXJnZXQsIEFsdHVhLk9hay5Db3JllQmmAgMFrA+iCUZBbHR1YS5PYWsuQ29yZS5TeW50YXhTdHJ1Y3R1cmUuRm9udFdlaWdodEZyb21EYXRhVmFsdWUsIEFsdHVhLk9hay5Db3JlnQmoAgClCaYCAwWwD64JREFsdHVhLk9hay5Db3JlLlN5bnRheFN0cnVjdHVyZS5BY3R1YWxGb250V2VpZ2h0VmFsdWUsIEFsdHVhLk9hay5Db3JlqQmrAgMAkAOxCaYCAwW0D7UJqwIDAJADuQmmAgMFuA+9CasCAwC8BcEJpgIDBbwPxQmoAgDJCaYCAwXAD80JqAIA0QmmAgMFxA/VCagCANkJpgIDBcgP3QmoAgDhCaYCAwXMD+UJqAIA6QmmAgMF0A/tCagCAPEJpgIDBdQP9QmoAgD5CaYCAwXYD/0JqAIAgQqmAgMF3A+FCqgCAIkKpgIDBeAPjQqoAgCRCqYCAwXkD5UKqAIAmQqmAgMF6A+dCqgCAKEKpgIDBewPpQqoAgCuClVBbHR1YS5PYWsuQ29yZS5Nb2RpZmljYXRpb24uU3R5bGluZy5UZXh0SW5BbGxDZWxsc0N1c3RvbWl6YXRpb25UYXJnZXQsIEFsdHVhLk9hay5Db3JlqQrLAgC2CkJBbHR1YS5PYWsuQ29yZS5TeW50YXhTdHJ1Y3R1cmUuQWN0dWFsRm9udFNpemVWYWx1ZSwgQWx0dWEuT2FrLkNvcmWxCs0CCQMAAAAAAAAkQLkKpgIDBfAPwgpFQWx0dWEuT2FrLkNvcmUuU3ludGF4U3RydWN0dXJlLkZvbnRDb2xvckZyb21EYXRhVmFsdWUsIEFsdHVhLk9hay5Db3JlvQrQAgDEChoEEgQQl78xKXuGWEqGcVMe6P5B5wwCUjEZAcgKGgQSBBDuctC17IfVT71xiUmUrqxdDAJSMhkBzAoFBAAN9A/QCgUEAwX4D9QKBQQADfwP2AoFBAMFgBDcCgUEAwWEEOAKBQQDBYgQ5AoFBAANjBDoCgUEAwWQEOwKBQQDBZQQ8AoFBAMFmBD0CgUEAwWcEPgKBQQDBaAQ/AoFBAMFpBCACwUEAwWoEIQLBQQDBawQiAsFBAANsBCMCwUEAwW0EJALBQQDBbgQlAsFBAANvBCYCwUEAwXAEJwLBQQDBcQQoAsFBAMFyBCkCwUEAwXMEKgLBQQDBdAQrAsFBAMF1BCwCwUEAwXYELQLBQQDBdwQuAsFBAMF4BC8CwUEAwXkEMALBQQDBegQxAsFBAMF7BDICwUEAwXwEMwLBQQDBfQQ0AsFBAMF+BDUCwUEAwX8ENgLBQQDBYAR3AsFBAANhBHgCwUEAwWIEeQLBQQDBYwR6AsFBAMFkBHsCwUEAwWUEfALBQQDBZgR9AsFBAMFnBH4CwUEAwWgEfwLBQQDBaQRgAwFBAMFqBGEDAUEAwWsEYgMBQQDBbARjAwFBAMFtBGQDAUEAwW4EZQMBQQDBbwRmAwFBAMFwBGcDAUEAwXEEaAMBQQDBcgRpAwFBAMFzBGoDAUEAwXQEawMBQQDBdQRsAwFBAMF2BG0DAUEAwXcEbgMBQQDBeARvAwFBAMF5BHADAUEAwXoEcQMBQQDBewRyAwFBAMF8BHMDAUEAwX0EdAMBQQDBfgR1AwFBAMF/BHYDAUEAwWAEtwMBQQDBYQS4AwFBAMFiBLkDAUEAwWMEugMBQQDBZAS7AwFBAMFlBLwDAUEAwWYEvQMBQQDBZwS+AwFBAMFoBL8DAUEAwWkEoANBQQDBagShA0FBAMFrBKIDQUEAwWwEowNBQQDBbQSkA0FBAMFuBKUDQUEAwW8EpgNBQQDBcASnA0FBAMFxBKgDQUEAwXIEqQNBQQDBcwSqA0FBAMF0BKsDQUEAwXUErANBQQDBdgStA0FBAMF3BK4DQUEAwXgErwNBQQDBeQSwA0FBAMF6BLEDQUEAwXsEsgNBQQDBfASzA0FBAMF9BLQDQUEAwX4EtQNBQQDBfwS2A0FBAMFgBPcDQUEAwWEE+ANBQQDBYgT5A0FBAMFjBPoDQUEAwWQE+wNBQQDBZQT8A0FBAMFmBP0DQUEAwWcE/gNBQQDBaAT/A0FBAMFpBOADgUEAwWoE4QOBQQDBawTiA4FBAMFsBOMDgUEAwW0E5AOBQQDBbgTlA4FBAMFvBOYDgUEAwXAE5wOBQQDBcQToA4FBAMFyBOkDgUEAwXME6gOBQQDBdATrA4FBAMF1BOwDgUEAwXYE7QOBQQDBdwTuA4FBAMF4BO8DgUEAwXkE8AOBQQDBegTxA4FBAMF7BPIDgUEAA3wE8wOBQQDBfQT0A4FBAMF+BPUDgUEAwX8E9gOBQQDBYAU3A4FBAMFhBTgDgUEAwWIFOQOBQQDBYwU6A4FBAMFkBTsDgUEAwWUFPAOBQQDBZgU9A4FBAMFnBT4DgUEAwWgFPwOFAQSBBD4WVadsSNHSYPn77hIdBdqgA9fEgQQf+IMDaM4CV+0S7qYTsWZMBIEEGMuCiWEWGRUh7vcfc8ufawSBBD5kJ9SN02aV6a8pPdxpauvEgQQMjOp07YS5likWe3Z1vLNyhIEEL6uTPt3LPRSsGSfDTlL2BqKD0FBbHR1YS5PYWsuQ29yZS5GaWx0ZXJpbmcuRmlsdGVycy5Db2x1bW5UeXBlRmlsdGVyLCBBbHR1YS5PYWsuQ29yZYUP4gMFBaQUCACSDz5BbHR1YS5PYWsuQ29yZS5GaWx0ZXJpbmcuRmlsdGVycy5Sb3dUeXBlRmlsdGVyLCBBbHR1YS5PYWsuQ29yZY0P5AMFBagUCAGVD4oCBgWsFA2wFJkP5AMFBbQUCAedD+QDBQW4FAgHpg8+QWx0dWEuT2FrLkNvcmUuRmlsdGVyaW5nLkZpbHRlcnMuQ29sdW1uc0ZpbHRlciwgQWx0dWEuT2FrLkNvcmWhD+kDBgW8FA3AFKgPExIEEGebuiepW3ddueqIi1cmm82sDykoBBIEEPZ042P6+ilfiCUqY4tEWRYMEgQQ5sUYNUvyWVGbVT1oHMLI0rAPKSgEEgQQ9nTjY/r6KV+IJSpji0RZFgwSBBBw8uydaMFrVLG+tgLLXGUmtA8pKAQSBBD2dONj+vopX4glKmOLRFkWDBIEEL8ey6BrEjRbiRXi/jLDHLy4DykoBBIEEPZ042P6+ilfiCUqY4tEWRYMEgQQSbDgPWoPW1mgHWhtBGCPcLwPKSgEEgQQ9nTjY/r6KV+IJSpji0RZFgwSBBAC0LTtsxzzV5xizLa6mEkpwA8pKAQSBBBnm7onqVt3XbnqiItXJpvNDBIEEEmw4D1qD1tZoB1obQRgj3DEDykoBBIEEF+d+44qSs9Sl1hVOqxfcgQMEgQQSbDgPWoPW1mgHWhtBGCPcMgPKSgEEgQQjTWHQrIdD12yvfJZjay3vwwSBBBJsOA9ag9bWaAdaG0EYI9wzA8pKAQSBBBhHqXZwlFQWJzhbG74x75eDBIEEEmw4D1qD1tZoB1obQRgj3DQDykoBBIEEHTDAzbwCC5dsb6sPVzOjzIMEgQQSbDgPWoPW1mgHWhtBGCPcNQPKSgEEgQQXmlJ5P33Pl2bN+ACXuCo1gwSBBBJsOA9ag9bWaAdaG0EYI9w2A8pKAQSBBCXsNKeheD7X4m1aJPDmc64DBIEEEmw4D1qD1tZoB1obQRgj3DcDykoBBIEEFPdBPuBp2lRuLE3IcByWTMMEgQQSbDgPWoPW1mgHWhtBGCPcOAPKSgEEgQQhg6PvNH0LVGuoMGP1zjxCwwSBBBJsOA9ag9bWaAdaG0EYI9w5A8pKAQSBBCWxsZIYRDWWa851qWjMJ3mDBIEEEmw4D1qD1tZoB1obQRgj3DoDykoBBIEEHz4QUUvDABbpwIACgjO8+EMEgQQSbDgPWoPW1mgHWhtBGCPcOwPKSgEEgQQxA18tFb9lFWlBlv6UXUSYwwSBBBJsOA9ag9bWaAdaG0EYI9w8A8pKAQSBBB8+EFFLwwAW6cCAAoIzvPhDBIEEGXKqzReeUZTnAFDdygbuZr0DwgFAA0AFQAdAPgPBgEBxRSSBfwPCAUADQAVAB0AgBAGAQHNFJIFhBAGAQHRFJIFiBAGAQHVFJIFjBAIBQANABUAHQCQEAYBAdkUkgWUEAYBAd0UkgWYEAYBAeEUkgWcEAYBAeUUkgWgEAYBAekUkgWkEAYBAe0UkgWoEAYBAfEUkgWsEAYBAfUUkgWwEAgFAA0AFQAdALQQBgEB+RSSBbgQBgEB/RSSBbwQCAUADQAVAB0AwBAGAQGBFZIFxBAGAQGFFZIFyBAGAQGJFZIFzBAGAQGNFZIF0BAGAQGRFZIF1BAGAQGVFZIF2BAGAQGZFZIF3BAGAQGdFZIF4BAGAQGhFZIF5BAGAQGlFZIF6BAGAQGpFZIF7BAGAQGtFZIF8BAGAQGxFZIF9BAGAQG1FZIF+BAGAQG5FZIF/BAGAQG9FZIFgBEGAQHBFZIFhBEIBQANABUAHQCIEQYBAcUVkgWMEQYBAckVkgWQEQYBAc0VkgWUEQYBAdEVkgWYEQYBAdUVkgWcEQYBAdkVkgWgEQYBAd0VkgWkEQYBAeEVkgWoEQYBAeUVkgWsEQYBAekVkgWwEQYBAe0VkgW0EQYBAfEVkgW4EQYBAfUVkgW8EQYBAfkVkgXAEQYBAf0VkgXEEQYBAYEWkgXIEQYBAYUWkgXMEQYBAYkWkgXQEQYBAY0WkgXUEQYBAZEWkgXYEQYBAZUWkgXcEQYBAZkWkgXgEQYBAZ0WkgXkEQYBAaEWkgXoEQYBAaUWkgXsEQYBAakWkgXwEQYBAa0WkgX0EQYBAbEWkgX4EQYBAbUWkgX8EQYBAbkWkgWAEgYBAb0WkgWEEgYBAcEWkgWIEgYBAcUWkgWMEgYBAckWkgWQEgYBAc0WkgWUEgYBAdEWkgWYEgYBAdUWkgWcEgYBAdkWkgWgEgYBAd0WkgWkEgYBAeEWkgWoEgYBAeUWkgWsEgYBAekWkgWwEgYBAe0WkgW0EgYBAfEWkgW4EgYBAfUWkgW8EgYBAfkWkgXAEgYBAf0WkgXEEgYBAYEXkgXIEgYBAYUXkgXMEgYBAYkXkgXQEgYBAY0XkgXUEgYBAZEXkgXYEgYBAZUXkgXcEgYBAZkXkgXgEgYBAZ0XkgXkEgYBAaEXkgXoEgYBAaUXkgXsEgYBAakXkgXwEgYBAa0XkgX0EgYBAbEXkgX4EgYBAbUXkgX8EgYBAbkXkgWAEwYBAb0XkgWEEwIBAIgTBgEBwReSBYwTBgEBxReSBZATBgEByReSBZQTBgEBzReSBZgTBgEB0ReSBZwTBgEB1ReSBaATBgEB2ReSBaQTBgEB3ReSBagTBgEB4ReSBawTBgEB5ReSBbATBgEB6ReSBbQTBgEB7ReSBbgTBgEB8ReSBbwTBgEB9ReSBcATBgEB+ReSBcQTBgEB/ReSBcgTBgEBgRiSBcwTBgEBhRiSBdATBgEBiRiSBdQTBgEBjRiSBdgTBgEBkRiSBdwTBgEBlRiSBeATBgEBmRiSBeQTBgEBnRiSBegTBgEBoRiSBewTBgEBpRiSBfATCAUADQAVAB0A9BMGAQGpGJIF+BMGAQGtGJIF/BMGAQGxGJIFgBQGAQG1GJIFhBQGAQG5GJIFiBQGAQG9GJIFjBQGAQHBGJIFkBQGAQHFGJIFlBQGAQHJGJIFmBQGAQHNGJIFnBQGAQHRGJIFoBQGAQHVGJIFpBQUBBIEED+DxE0NbEBFsQYN3JLWe7eoFBQEEgQQPzaBfxIcaUS04VVTDEbiVawUFAQSBBDifYDmsQRYS5WtlqWYPgmWsBQTEgQQZcqrNF55RlOcAUN3KBu5mrQUFAQSBBCR9tR6vTi0RIW4dCZzHNAquBQUBBIEEE9iOGTHUFhOje/bAVEFywu8FBQEEgQQ7PcgLE0DkUmRH5rrg1fIv8AUExIEEGebuiepW3ddueqIi1cmm83KFC9BbHR1YS5EYXRhLkluZnJhc3RydWN0dXJlLlBhcmFncmFwaCwgQWx0dWEuRGF0YcUUkgUFDAMF2BjNFJIFBQwDBdwY0RSSBQUMAwXgGNUUkgUFDAMF5BjZFJIFBQwDBegY3RSSBQUMAwXsGOEUkgUFDAMF8BjlFJIFBQwDBfQY6RSSBQUMAwX4GO0UkgUFDAMF/BjxFJIFBQwDBYAZ9RSSBQUMAwWEGfkUkgUFDAMFiBn9FJIFBQwDBYwZgRWSBQUMAwWQGYUVkgUFDAMFlBmJFZIFBQwDBZgZjRWSBQUMAwWcGZEVkgUFDAMFoBmVFZIFBQwDBaQZmRWSBQUMAwWoGZ0VkgUFDAMFrBmhFZIFBQwDBbAZpRWSBQUMAwW0GakVkgUFDAMFuBmtFZIFBQwDBbwZsRWSBQUMAwXAGbUVkgUFDAMFxBm5FZIFBQwDBcgZvRWSBQUMAwXMGcEVkgUFDAMF0BnFFZIFBQwDBdQZyRWSBQUMAwXYGc0VkgUFDAMF3BnRFZIFBQwDBeAZ1RWSBQUMAwXkGdkVkgUFDAMF6BndFZIFBQwDBewZ4RWSBQUMAwXwGeUVkgUFDAMF9BnpFZIFBQwDBfgZ7RWSBQUMAwX8GfEVkgUFDAMFgBr1FZIFBQwDBYQa+RWSBQUMAwWIGv0VkgUFDAMFjBqBFpIFBQwDBZAahRaSBQUMAwWUGokWkgUFDAMFmBqNFpIFBQwDBZwakRaSBQUMAwWgGpUWkgUFDAMFpBqZFpIFBQwDBaganRaSBQUMAwWsGqEWkgUFDAMFsBqlFpIFBQwDBbQaqRaSBQUMAwW4Gq0WkgUFDAMFvBqxFpIFBQwDBcAatRaSBQUMAwXEGrkWkgUFDAMFyBq9FpIFBQwDBcwawRaSBQUMAwXQGsUWkgUFDAMF1BrJFpIFBQwDBdgazRaSBQUMAwXcGtEWkgUFDAMF4BrVFpIFBQwDBeQa2RaSBQUMAwXoGt0WkgUFDAMF7BrhFpIFBQwDBfAa5RaSBQUMAwX0GukWkgUFDAMF+BrtFpIFBQwDBfwa8RaSBQUMAwWAG/UWkgUFDAMFhBv5FpIFBQwDBYgb/RaSBQUMAwWMG4EXkgUFDAMFkBuFF5IFBQwDBZQbiReSBQUMAwWYG40XkgUFDAMFnBuRF5IFBQwDBaAblReSBQUMAwWkG5kXkgUFDAMFqBudF5IFBQwDBawboReSBQUMAwWwG6UXkgUFDAMFtBupF5IFBQwDBbgbrReSBQUMAwW8G7EXkgUFDAMFwBu1F5IFBQwDBcQbuReSBQUMAwXIG70XkgUFDAMFzBvBF5IFBQwDBdAbxReSBQUMAwXUG8kXkgUFDAMF2BvNF5IFBQwDBdwb0ReSBQUMAwXgG9UXkgUFDAMF5BvZF5IFBQwDBegb3ReSBQUMAwXsG+EXkgUFDAMF8BvlF5IFBQwDBfQb6ReSBQUMAwX4G+0XkgUFDAMF/BvxF5IFBQwDBYAc9ReSBQUMAwWEHPkXkgUFDAMFiBz9F5IFBQwDBYwcgRiSBQUMAwWQHIUYkgUFDAMFlByJGJIFBQwDBZgcjRiSBQUMAwWcHJEYkgUFDAMFoByVGJIFBQwDBaQcmRiSBQUMAwWoHJ0YkgUFDAMFrByhGJIFBQwDBbAcpRiSBQUMAwW0HKkYkgUFDAMFuBytGJIFBQwDBbwcsRiSBQUMAwXAHLUYkgUFDAMFxBy5GJIFBQwDBcgcvRiSBQUMAwXMHMEYkgUFDAMF0BzFGJIFBQwDBdQcyRiSBQUMAwXYHM0YkgUFDAMF3BzRGJIFBQwDBeAc1RiSBQUMAwXkHNgYBgEB6RybB9wYBgEB8RybB+AYBgEB9RyeB+QYBgEB/RybB+gYBgEBgR2bB+wYBgEBhR2bB/AYBgEBiR2bB/QYBgEBjR2bB/gYBgEBkR2bB/wYBgEBlR2bB4AZBgEBmR2bB4QZBgEBnR2bB4gZBgEBoR2bB4wZBgEBpR2bB5AZBgEBqR2bB5QZBgEBrR2bB5gZBgEBsR2bB5wZBgEBtR2bB6AZBgEBuR2bB6QZBgEBvR2bB6gZBgEBwR2bB6wZBgEBxR2bB7AZBgEByR2bB7QZBgEBzR2eB7gZBgEB0R2bB7wZBgEB1R2bB8AZBgEB2R2bB8QZBgEB3R2bB8gZBgEB4R2bB8wZBgEB5R2bB9AZBgEB6R2bB9QZBgEB7R2eB9gZBgEB8R2bB9wZBgEB9R2bB+AZBgEB+R2eB+QZBgEB/R2bB+gZBgEBgR6eB+wZBgEBhR6bB/AZBgEBiR6bB/QZBgEBjR6bB/gZBgEBkR6bB/wZBgEBlR6bB4AaBgEBmR6bB4QaBgEBnR6bB4gaBgEBoR6eB4waBgEBpR6bB5AaBgEBqR6bB5QaBgEBrR6bB5gaBgEBsR6bB5waBgEBtR6bB6AaBgEBuR6bB6QaBgEBvR6bB6gaBgEBwR6eB6waBgEBxR6bB7AaBgEByR6eB7QaBgEBzR6bB7gaBgEB0R6bB7waBgEB1R6bB8AaBgEB2R6bB8QaBgEB3R6bB8gaBgEB4R6bB8waBgEB5R6bB9AaBgEB6R6bB9QaBgEB7R6bB9gaBgEB8R6bB9waBgEB9R6bB+AaBgEB+R6bB+QaBgEB/R6bB+gaBgEBgR+bB+waBgEBhR+bB/AaBgEBiR+bB/QaBgEBjR+eB/gaBgEBkR+bB/waBgEBlR+bB4AbBgEBmR+bB4QbBgEBnR+bB4gbBgEBoR+bB4wbBgEBpR+bB5AbBgEBqR+bB5QbBgEBrR+bB5gbBgEBsR+bB5wbBgEBtR+bB6AbBgEBuR+bB6QbBgEBvR+bB6gbBgEBwR+bB6wbBgEBxR+bB7AbBgEByR+bB7QbBgEBzR+bB7gbBgEB0R+bB7wbBgEB1R+eB8AbBgEB2R+bB8QbBgEB3R+bB8gbBgEB4R+bB8wbBgEB5R+bB9AbBgEB6R+bB9QbBgEB7R+bB9gbBgEB8R+bB9wbBgEB9R+bB+AbBgEB+R+bB+QbBgEB/R+bB+gbBgEBgSCbB+wbBgEBhSCbB/AbBgEBiSCbB/QbBgEBjSCbB/gbBgEBkSCbB/wbBgEBlSCbB4AcBgEBmSCbB4QcBgEBnSCbB4gcBgEBoSCbB4wcBgEBpSCbB5AcBgEBqSCeB5QcBgEBrSCbB5gcBgEBsSCbB5wcBgEBtSCbB6AcBgEBuSCbB6QcBgEBvSCbB6gcBgEBwSCbB6wcBgEBxSCbB7AcBgEBySCbB7QcBgEBzSCbB7gcBgEB0SCeB7wcBgEB1SCbB8AcBgEB2SCbB8QcBgEB3SCbB8gcBgEB4SCeB8wcBgEB5SCbB9AcBgEB6SCbB9QcBgEB7SCbB9gcBgEB8SCbB9wcBgEB9SCbB+AcBgEB+SCbB+QcBgEB/SCbB+4cL0FsdHVhLkRhdGEuSW5mcmFzdHJ1Y3R1cmUuTnVtYmVyUnVuLCBBbHR1YS5EYXRh6RybBxMEDgM6tMh2vp+aPx2BIaEIDYgh8RybBxMEDgMAAAAAAFiKQB2NIaEIDYgh+hwtQWx0dWEuRGF0YS5JbmZyYXN0cnVjdHVyZS5UZXh0UnVuLCBBbHR1YS5EYXRh9RyeBxIEDUVCSVQgTWFyZ2luICUNkCH9HJsHEwQOAwAAAAAA+JRAHZUhoQgNiCGBHZsHEwQOAwAAAAAAwIhAHZkhoQgNnCGFHZsHEwQOAwAAAAAAADRAHaEhoQgNiCGJHZsHEwQOA6AaL90kBsE/HaUhoQgNiCGNHZsHEwQOA3sUrkfherQ/HakhoQgNiCGRHZsHEwQOAwAAAAAACJZAHa0hoQgNiCGVHZsHEwQOAwAAAAAAkJZAHbEhoQgNtCGZHZsHEwQOAwAAAAAAAHtAHbkhoQgNiCGdHZsHEwQOA1GNl24Sg9g/Hb0hoQgNiCGhHZsHEwQOAwAAAAAAO79AHcEhoQgNiCGlHZsHEwQOA69H4XoUrtc/HcUhoQgNiCGpHZsHEwQOA1K4HoXrUcg/HckhoQgNiCGtHZsHEwQOA9RNYhBYOcQ/Hc0hoQgNiCGxHZsHEwQOA7gehetRuK6/HdEhoQgNiCG1HZsHEwQOAwAAAAAA4LpAHdUhoQgNiCG5HZsHEwQOA3sUrkfhenQ/HdkhoQgNiCG9HZsHEwQOAyPb+X5qvLQ/Hd0hoQgNiCHBHZsHEwQOAwAAAAAAfrJAHeEhoQgNiCHFHZsHEwQOAwAAAAAAbJRAHeUhoQgNiCHJHZsHEwQOAwAAAAAAxJFAHekhoQgN7CHNHZ4HEwQOTm9wYXQgTWFyZ2luICUNkCHRHZsHEwQOAwAAAAAA1JFAHfEhoQgNiCHVHZsHEwQOAwAAAAAAQIdAHfUhoQgNiCHZHZsHEwQOA7Kd76fGS8c/HfkhoQgNiCHdHZsHEwQOAwAAAAAAMJFAHf0hoQgNiCHhHZsHEwQOA1XjpZvEINg/HYEioQgNiCHlHZsHEwQOA+xRuB6F67E/HYUioQgNiCHpHZsHEwQOAwAAAAAA7JxAHYkioQgNtCHtHZ4HCgQFMjAyNUENjCLxHZsHEwQOAwAAAAAAvJdAHZEioQgNiCH1HZsHEwQOA0SLbOf7qbG/HZUioQgNmCL5HZ4HCgQFMjAyMkENnCL9HZsHEwQOAwAAAAAAwIxAHaEioQgNpCKBHp4HCgQFMjAyNEENqCKFHpsHEwQOAwaBlUOLbMc/Ha0ioQgNiCGJHpsHEwQOA1TjpZvEINA/HbEioQgNiCGNHpsHEwQOAwAAAAAA4JpAHbUioQgNiCGRHpsHEwQOAwAAAAAAADNAHbkioQgNiCGVHpsHEwQOAwAAAAAAB7dAHb0ioQgNiCGZHpsHEwQOA+J6FK5H4bo/HcEioQgNiCGdHpsHEwQOAyyHFtnO98M/HcUioQgNiCGhHp4HCgQFTk9QQVQNkCGlHpsHEwQOAwAAAAAAeIFAHckioQgNiCGpHpsHEwQOAwAAAAAAII5AHc0ioQgN0CKtHpsHEwQOAwAAAAAAAFVAHdUioQgN2CKxHpsHEwQOAwvXo3A9Ctc/Hd0ioQgNiCG1HpsHEwQOAwAAAAAAcqVAHeEioQgNiCG5HpsHEwQOAwAAAAAA5JtAHeUioQgNiCG9HpsHEwQOAwAAAAAAYGpAHekioQgN7CLBHp4HCQQERUJJVA3wIsUemwcTBA4DAAAAAADkkEAd9SKhCA2IIckengcSBA1VRkNGIE1hcmdpbiAlDfgizR6bBxMEDgOvR+F6FK7XPx39IqEIDYgh0R6bBxMEDgMAAAAAAOihQB2BI6EIDYgh1R6bBxMEDgMAAAAAgBLCQB2FI6EIDbQh2R6bBxMEDgOMbOf7qfHCPx2JI6EIDYgh3R6bBxMEDgMAAAAAAHirQB2NI6EIDbQh4R6bBxMEDgM4iUFg5dDCPx2RI6EIDZgi5R6bBxMEDgMAAAAAABynQB2VI6EIDYgh6R6bBxMEDgMAAAAAAKihQB2ZI6EIDYgh7R6bBxMEDgOMbOf7qfHCPx2dI6EIDYgh8R6bBxMEDgOyne+nxku3Px2hI6EIDYgh9R6bBxMEDgPD9Shcj8LFPx2lI6EIDYgh+R6bBxMEDgMAAAAAAN64QB2pI6EIDYgh/R6bBxMEDgMpXI/C9Si8Px2tI6EIDYghgR+bBxMEDgMAAAAAAABswB2xI6EIDYghhR+bBxMEDgMAAAAAAOCPQB21I6EIDYghiR+bBxMEDgNzaJHtfD/FPx25I6EIDYghjR+eBxMEDlRvdGFsIHJldmVudWVzDbwjkR+bBxMEDgMAAAAAAOKvQB3BI6EIDYghlR+bBxMEDgNRjZduEoPYPx3FI6EIDYghmR+bBxMEDgPP91PjpZvEPx3JI6EIDYghnR+bBxMEDgOmm8QgsHLQPx3NI6EIDYghoR+bBxMEDgOUGARWDi3CPx3RI6EIDYghpR+bBxMEDgMAAAAAAMqzQB3VI6EIDYghqR+bBxMEDgOkcD0K16PAPx3ZI6EIDYghrR+bBxMEDgM6tMh2vp+qPx3dI6EIDYghsR+bBxMEDgMshxbZzvezPx3hI6EIDYghtR+bBxMEDgMAAAAAAOiQQB3lI6EIDYghuR+bBxMEDgOMbOf7qfHCPx3pI6EIDYghvR+bBxMEDgN56SYxCKy8Px3tI6EIDYghwR+bBxMEDgMAAAAAAOSjQB3xI6EIDYghxR+bBxMEDgMAAAAAADyVQB31I6EIDfgjyR+bBxMEDgMAAAAAAM3AQB39I6EIDYghzR+bBxMEDgPo+6nx0k3CPx2BJKEIDYgh0R+bBxMEDgMAAAAAAFiDQB2FJKEIDYgk1R+eBxIEDVVubGV2ZXJlZCBGQ0YNkCHZH5sHEwQOAwAAAAAAfKBAHY0koQgNiCHdH5sHEwQOA1GNl24Sg9g/HZEkoQgNiCHhH5sHEwQOA69H4XoUrtc/HZUkoQgNiCHlH5sHEwQOA9z5fmq8dLM/HZkkoQgNiCHpH5sHEwQOAyPb+X5qvMQ/HZ0koQgNmCLtH5sHEwQOAwAAAAAAiqlAHaEkoQgNiCHxH5sHEwQOA+xRuB6F67E/HaUkoQgNiCH1H5sHEwQOAwAAAAAAYIpAHakkoQgNiCH5H5sHEwQOA3sUrkfhesQ/Ha0koQgNiCH9H5sHEwQOA1K4HoXrUcg/HbEkoQgNiCGBIJsHEwQOA+xRuB6F69E/HbUkoQgNiCGFIJsHEwQOAwAAAAAAWJ5AHbkkoQgNiCGJIJsHEwQOA4TAyqFFtrM/Hb0koQgNiCGNIJsHEwQOAwAAAAAAkIlAHcEkoQgNiCGRIJsHEwQOA/yp8dJNYsA/HcUkoQgNmCKVIJsHEwQOA3sUrkfhenQ/HckkoQgNmCKZIJsHEwQOAwAAAAAA8IJAHc0koQgNiCGdIJsHEwQOA3E9CtejcL0/HdEkoQgNiCGhIJsHEwQOAxODwMqhRbY/HdUkoQgNiCGlIJsHEwQOA5qZmZmZmck/HdkkoQgNiCGpIJ4HCgQFMjAyMUEN3CStIJsHEwQOAwAAAAAACJhAHeEkoQgN5CSxIJsHEwQOAwAAAAAAhbVAHekkoQgNiCG1IJsHEwQOAwAAAAAA4IRAHe0koQgN8CS5IJsHEwQOAyyHFtnO98M/HfUkoQgNtCG9IJsHEwQOAwAAAAAA2IVAHfkkoQgN/CTBIJsHEwQOAwAAAAAA/LxAHYEloQgNiCHFIJsHEwQOAwAAAAAAXKlAHYUloQgNiCHJIJsHEwQOAwAAAAAA4ItAHYkloQgNiCHNIJsHEwQOA5qZmZmZmck/HY0loQgNtCHRIJ4HCgQFMjAyNkYNkCXVIJsHEwQOA1K4HoXrUcg/HZUloQgNiCHZIJsHEwQOA1O4HoXrUdg/HZkloQgNtCHdIJsHEwQOAwAAAAAAQGjAHZ0loQgNiCHhIJ4HCgQFMjAyM0ENoCXlIJsHEwQOAwAAAAAAgIVAHaUloQgNiCHpIJsHEwQOAwAAAAAAAMA/HakloQgNiCHtIJsHEwQOAwAAAAAAhJJAHa0loQgNiCHxIJsHEwQOA1O4HoXrUdg/HbEloQgNiCH1IJsHEwQOAxBYObTIdr4/HbUloQgNiCH5IJsHEwQOA9z5fmq8dLM/HbkloQgNtCH9IJsHEwQOAwAAAAAA4IdAHb0loQgNwCWGIT1BbHR1YS5EYXRhLk51bWJlckZvcm1hdHRpbmcuQ29tcG9zaXRlTnVtYmVyRm9ybWF0LCBBbHR1YS5EYXRhgSGhCAsdxCUlyCU1zCU9AIghEgQAHAAkACwANAA8AEwAVABdAI0hoQgLHdAlJdQlNdglPQCQIRIEABwAJAAsADQAPABMAFQAXQCVIaEICx3cJSXgJTXkJT0AmSGhCAsd6CUl7CU18CU9AJwhEwQAHAAkAQEsADQAPABMAFQAXQChIaEICx30JSX4JTX8JT0ApSGhCAsdgCYlhCY1iCY9AKkhoQgLHYwmJZAmNZQmPQCtIaEICx2YJiWcJjWgJj0AsSGhCAsdpCYlqCY1rCY9ALQhEgQAHAAkACwANAA8AEwAVABdALkhoQgLHbAmJbQmNbgmPQC9IaEICx28JiXAJjXEJj0AwSGhCAsdyCYlzCY10CY9AMUhoQgLHdQmJdgmNdwmPQDJIaEICx3gJiXkJjXoJj0AzSGhCAsd7CYl8CY19CY9ANEhoQgLHfgmJfwmNYAnPQDVIaEICx2EJyWIJzWMJz0A2SGhCAsdkCcllCc1mCc9AN0hoQgLHZwnJaAnNaQnPQDhIaEICx2oJyWsJzWwJz0A5SGhCAsdtCcluCc1vCc9AOkhoQgLHcAnJcQnNcgnPQDsIRMEABwAJAEBLAA0ADwATABUAF0A8SGhCAsdzCcl0Cc11Cc9APUhoQgLHdgnJdwnNeAnPQD5IaEICx3kJyXoJzXsJz0A/SGhCAsd8Ccl9Cc1+Cc9AIEioQgLHfwnJYAoNYQoPQCFIqEICx2IKCWMKDWQKD0AiSKhCAsdlCglmCg1nCg9AIwiEgQAHAAkACwANAA8AEwAVABdAJEioQgLHaAoJaQoNagoPQCVIqEICx2sKCWwKDW0KD0AmCISBAAcACQALAA0ADwATABUAF0AnCISBAAcACQALAA0ADwATABUAF0AoSKhCAsduCglvCg1wCg9AKQiEwQAHAAkAQEsADQAPABMAFQAXQCoIhIEABwAJAAsADQAPABMAFQAXQCtIqEICx3EKCXIKDXMKD0AsSKhCAsd0Cgl1Cg12Cg9ALUioQgLHdwoJeAoNeQoPQC5IqEICx3oKCXsKDXwKD0AvSKhCAsd9Cgl+Cg1/Cg9AMEioQgLHYApJYQpNYgpPQDFIqEICx2MKSWQKTWUKT0AySKhCAsdmCklnCk1oCk9AM0ioQgLHaQpJagpNawpPQDQIhMEABwAJAEBLAA0ADwATABUAF0A1SKhCAsdsCkltCk1uCk9ANgiEwQAHAAkAQEsADQAPABMAFQAXQDdIqEICx28KSXAKTXEKT0A4SKhCAsdyCklzCk10Ck9AOUioQgLHdQpJdgpNdwpPQDpIqEICx3gKSXkKTXoKT0A7CITBAAcACQBASwANAA8AEwAVABdAPAiEwQAHAAkAQEsADQAPABMAFQAXQD1IqEICx3sKSXwKTX0KT0A+CISBAAcACQALAA0ADwATABUAF0A/SKhCAsd+Ckl/Ck1gCo9AIEjoQgLHYQqJYgqNYwqPQCFI6EICx2QKiWUKjWYKj0AiSOhCAsdnColoCo1pCo9AI0joQgLHagqJawqNbAqPQCRI6EICx20KiW4KjW8Kj0AlSOhCAsdwColxCo1yCo9AJkjoQgLHcwqJdAqNdQqPQCdI6EICx3YKiXcKjXgKj0AoSOhCAsd5Col6Co17Co9AKUjoQgLHfAqJfQqNfgqPQCpI6EICx38KiWAKzWEKz0ArSOhCAsdiCsljCs1kCs9ALEjoQgLHZQrJZgrNZwrPQC1I6EICx2gKyWkKzWoKz0AuSOhCAsdrCslsCs1tCs9ALwjEwQAHAAkAQEsADQAPABMAFQAXQDBI6EICx24KyW8KzXAKz0AxSOhCAsdxCslyCs1zCs9AMkjoQgLHdArJdQrNdgrPQDNI6EICx3cKyXgKzXkKz0A0SOhCAsd6Csl7Cs18Cs9ANUjoQgLHfQrJfgrNfwrPQDZI6EICx2ALCWELDWILD0A3SOhCAsdjCwlkCw1lCw9AOEjoQgLHZgsJZwsNaAsPQDlI6EICx2kLCWoLDWsLD0A6SOhCAsdsCwltCw1uCw9AO0joQgLHbwsJcAsNcQsPQDxI6EICx3ILCXMLDXQLD0A9SOhCAsd1Cwl2Cw13Cw9APgjEwQAHAAkAQEsADQAPABMAFQAXQD9I6EICx3gLCXkLDXoLD0AgSShCAsd7Cwl8Cw19Cw9AIUkoQgLHfgsJfwsNYAtPQCIJBMEABwAJAEBLAA0ADwATABUAF0AjSShCAsdhC0liC01jC09AJEkoQgLHZAtJZQtNZgtPQCVJKEICx2cLSWgLTWkLT0AmSShCAsdqC0lrC01sC09AJ0koQgLHbQtJbgtNbwtPQChJKEICx3ALSXELTXILT0ApSShCAsdzC0l0C011C09AKkkoQgLHdgtJdwtNeAtPQCtJKEICx3kLSXoLTXsLT0AsSShCAsd8C0l9C01+C09ALUkoQgLHfwtJYAuNYQuPQC5JKEICx2ILiWMLjWQLj0AvSShCAsdlC4lmC41nC49AMEkoQgLHaAuJaQuNaguPQDFJKEICx2sLiWwLjW0Lj0AySShCAsduC4lvC41wC49AM0koQgLHcQuJcguNcwuPQDRJKEICx3QLiXULjXYLj0A1SShCAsd3C4l4C415C49ANkkoQgLHeguJewuNfAuPQDcJBIEABwAJAAsADQAPABMAFQAXQDhJKEICx30LiX4LjX8Lj0A5CQTBAAcACQBASwANAA8AEwAVABdAOkkoQgLHYAvJYQvNYgvPQDtJKEICx2MLyWQLzWULz0A8CQTBAAcACQBASwANAA8AEwAVABdAPUkoQgLHZgvJZwvNaAvPQD5JKEICx2kLyWoLzWsLz0A/CQTBAAcACQBASwANAA8AEwAVABdAIEloQgLHbAvJbQvNbgvPQCFJaEICx28LyXALzXELz0AiSWhCAsdyC8lzC810C89AI0loQgLHdQvJdgvNdwvPQCQJRoEABwAJAAsADQAPABMAFQIBwL/////CQBdAJUloQgLHeAvJeQvNegvPQCZJaEICx3sLyXwLzX0Lz0AnSWhCAsd+C8l/C81gDA9AKAlEgQAHAAkACwANAA8AEwAVABdAKUloQgLHYQwJYgwNYwwPQCpJaEICx2QMCWUMDWYMD0ArSWhCAsdnDAloDA1pDA9ALEloQgLHagwJawwNbAwPQC1JaEICx20MCW4MDW8MD0AuSWhCAsdwDAlxDA1yDA9AL0loQgLHcwwJdAwNdQwPQDAJRMEABwAJAEBLAA0ADwATABUAF0AxCUJAAIMAwXYMBEAyCUJAAIMAwXcMBEAzCUMBAEsDALCoBQDTk9L0CUJAAAMAwXgMBEA1CUJAAAMAwXkMBEA2CUMBAEsDALCoBQDTk9L3CUJAAAMAwXoMBEB4CUJAAAMAwXsMBEB5CUMBAEsDALCoBQDTk9L6CUJAAAMAwXwMBEA7CUJAAAMAwX0MBEA8CUMBAEsDALCoBQDTk9L9CUJAAAMAwX4MBEA+CUJAAAMAwX8MBEA/CUMBAEsDALCoBQDTk9LgCYJAAIMAwWAMREAhCYJAAIMAwWEMREAiCYMBAEsDALCoBQDTk9LjCYJAAIMAwWIMREAkCYJAAIMAwWMMREAlCYMBAEsDALCoBQDTk9LmCYJAAAMAwWQMREBnCYJAAAMAwWUMREBoCYMBAEsDALCoBQDTk9LpCYJAAAMAwWYMREBqCYJAAAMAwWcMREBrCYMBAEsDALCoBQDTk9LsCYJAAAMAwWgMREAtCYJAAAMAwWkMREAuCYMBAEsDALCoBQDTk9LvCYJAAIMAwWoMREAwCYJAAIMAwWsMREAxCYMBAEsDALCoBQDTk9LyCYJAAAMAwWwMREBzCYJAAAMAwW0MREB0CYMBAEsDALCoBQDTk9L1CYJAAIMAwW4MREA2CYJAAIMAwW8MREA3CYMBAEsDALCoBQDTk9L4CYJAAIMAwXAMREA5CYJAAIMAwXEMREA6CYMBAEsDALCoBQDTk9L7CYJAAIMAwXIMREA8CYJAAIMAwXMMREA9CYMBAEsDALCoBQDTk9L+CYJAAIMAwXQMREA/CYJAAIMAwXUMREAgCcMBAEsDALCoBQDTk9LhCcJAAAMAwXYMREBiCcJAAAMAwXcMREBjCcMBAEsDALCoBQDTk9LkCcJAAIMAwXgMREAlCcJAAIMAwXkMREAmCcMBAEsDALCoBQDTk9LnCcJAAIMAwXoMREAoCcJAAIMAwXsMREApCcMBAEsDALCoBQDTk9LqCcJAAAMAwXwMREBrCcJAAAMAwX0MREBsCcMBAEsDALCoBQDTk9LtCcJAAAMAwX4MREBuCcJAAAMAwX8MREBvCcMBAEsDALCoBQDTk9LwCcJAAAMAwWAMhEBxCcJAAAMAwWEMhEByCcMBAEsDALCoBQDTk9LzCcJAAAMAwWIMhEB0CcJAAAMAwWMMhEB1CcMBAEsDALCoBQDTk9L2CcJAAAMAwWQMhEA3CcJAAAMAwWUMhEA4CcMBAEsDALCoBQDTk9L5CcJAAIMAwWYMhEA6CcJAAIMAwWcMhEA7CcMBAEsDALCoBQDTk9L8CcJAAAMAwWgMhEB9CcJAAAMAwWkMhEB+CcMBAEsDALCoBQDTk9L/CcJAAIMAwWoMhEAgCgJAAIMAwWsMhEAhCgMBAEsDALCoBQDTk9LiCgJAAIMAwWwMhEAjCgJAAIMAwW0MhEAkCgMBAEsDALCoBQDTk9LlCgJAAAMAwW4MhEBmCgJAAAMAwW8MhEBnCgMBAEsDALCoBQDTk9LoCgJAAAMAwXAMhEBpCgJAAAMAwXEMhEBqCgMBAEsDALCoBQDTk9LrCgJAAIMAwXIMhEAsCgJAAIMAwXMMhEAtCgMBAEsDALCoBQDTk9LuCgJAAAMAwXQMhEAvCgJAAAMAwXUMhEAwCgMBAEsDALCoBQDTk9LxCgJAAIMAwXYMhEAyCgJAAIMAwXcMhEAzCgMBAEsDALCoBQDTk9L0CgJAAIMAwXgMhEA1CgJAAIMAwXkMhEA2CgMBAEsDALCoBQDTk9L3CgJAAAMAwXoMhEB4CgJAAAMAwXsMhEB5CgMBAEsDALCoBQDTk9L6CgJAAAMAwXwMhEA7CgJAAAMAwX0MhEA8CgMBAEsDALCoBQDTk9L9CgJAAAMAwX4MhEB+CgJAAAMAwX8MhEB/CgMBAEsDALCoBQDTk9LgCkJAAIMAwWAMxEAhCkJAAIMAwWEMxEAiCkMBAEsDALCoBQDTk9LjCkJAAIMAwWIMxEAkCkJAAIMAwWMMxEAlCkMBAEsDALCoBQDTk9LmCkJAAAMAwWQMxEAnCkJAAAMAwWUMxEAoCkMBAEsDALCoBQDTk9LpCkJAAAMAwWYMxEAqCkJAAAMAwWcMxEArCkMBAEsDALCoBQDTk9LsCkJAAAMAwWgMxEAtCkJAAAMAwWkMxEAuCkMBAEsDALCoBQDTk9LvCkJAAIMAwWoMxEAwCkJAAIMAwWsMxEAxCkMBAEsDALCoBQDTk9LyCkJAAAMAwWwMxEBzCkJAAAMAwW0MxEB0CkMBAEsDALCoBQDTk9L1CkJAAAMAwW4MxEB2CkJAAAMAwW8MxEB3CkMBAEsDALCoBQDTk9L4CkJAAAMAwXAMxEA5CkJAAAMAwXEMxEA6CkMBAEsDALCoBQDTk9L7CkJAAAMAwXIMxEB8CkJAAAMAwXMMxEB9CkMBAEsDALCoBQDTk9L+CkJAAIMAwXQMxEA/CkJAAIMAwXUMxEAgCoMBAEsDALCoBQDTk9LhCoJAAAMAwXYMxEBiCoJAAAMAwXcMxEBjCoMBAEsDALCoBQDTk9LkCoJAAAMAwXgMxEBlCoJAAAMAwXkMxEBmCoMBAEsDALCoBQDTk9LnCoJAAIMAwXoMxEAoCoJAAIMAwXsMxEApCoMBAEsDALCoBQDTk9LqCoJAAAMAwXwMxEBrCoJAAAMAwX0MxEBsCoMBAEsDALCoBQDTk9LtCoJAAIMAwX4MxEAuCoJAAIMAwX8MxEAvCoMBAEsDALCoBQDTk9LwCoJAAAMAwWANBEBxCoJAAAMAwWENBEByCoMBAEsDALCoBQDTk9LzCoJAAAMAwWINBEB0CoJAAAMAwWMNBEB1CoMBAEsDALCoBQDTk9L2CoJAAIMAwWQNBEA3CoJAAIMAwWUNBEA4CoMBAEsDALCoBQDTk9L5CoJAAIMAwWYNBEA6CoJAAIMAwWcNBEA7CoMBAEsDALCoBQDTk9L8CoJAAIMAwWgNBEA9CoJAAIMAwWkNBEA+CoMBAEsDALCoBQDTk9L/CoJAAAMAwWoNBEBgCsJAAAMAwWsNBEBhCsMBAEsDALCoBQDTk9LiCsJAAIMAwWwNBEAjCsJAAIMAwW0NBEAkCsMBAEsDALCoBQDTk9LlCsJAAAMAwW4NBEAmCsJAAAMAwW8NBEAnCsMBAEsDALCoBQDTk9LoCsJAAAMAwXANBEBpCsJAAAMAwXENBEBqCsMBAEsDALCoBQDTk9LrCsJAAIMAwXINBEAsCsJAAIMAwXMNBEAtCsMBAEsDALCoBQDTk9LuCsJAAAMAwXQNBEBvCsJAAAMAwXUNBEBwCsMBAEsDALCoBQDTk9LxCsJAAIMAwXYNBEAyCsJAAIMAwXcNBEAzCsMBAEsDALCoBQDTk9L0CsJAAIMAwXgNBEA1CsJAAIMAwXkNBEA2CsMBAEsDALCoBQDTk9L3CsJAAIMAwXoNBEA4CsJAAIMAwXsNBEA5CsMBAEsDALCoBQDTk9L6CsJAAIMAwXwNBEA7CsJAAIMAwX0NBEA8CsMBAEsDALCoBQDTk9L9CsJAAAMAwX4NBEB+CsJAAAMAwX8NBEB/CsMBAEsDALCoBQDTk9LgCwJAAIMAwWANREAhCwJAAIMAwWENREAiCwMBAEsDALCoBQDTk9LjCwJAAIMAwWINREAkCwJAAIMAwWMNREAlCwMBAEsDALCoBQDTk9LmCwJAAIMAwWQNREAnCwJAAIMAwWUNREAoCwMBAEsDALCoBQDTk9LpCwJAAAMAwWYNREBqCwJAAAMAwWcNREBrCwMBAEsDALCoBQDTk9LsCwJAAIMAwWgNREAtCwJAAIMAwWkNREAuCwMBAEsDALCoBQDTk9LvCwJAAIMAwWoNREAwCwJAAIMAwWsNREAxCwMBAEsDALCoBQDTk9LyCwJAAAMAwWwNREBzCwJAAAMAwW0NREB0CwMBAEsDALCoBQDTk9L1CwJAAAMAwW4NREB2CwJAAAMAwW8NREB3CwMBAEsDALCoBQDTk9L4CwJAAAMAwXANREB5CwJAAAMAwXENREB6CwMBAEsDALCoBQDTk9L7CwJAAIMAwXINREA8CwJAAIMAwXMNREA9CwMBAEsDALCoBQDTk9L+CwJAAAMAwXQNREA/CwJAAAMAwXUNREAgC0MBAEsDALCoBQDTk9LhC0JAAAMAwXYNREBiC0JAAAMAwXcNREBjC0MBAEsDALCoBQDTk9LkC0JAAIMAwXgNREAlC0JAAIMAwXkNREAmC0MBAEsDALCoBQDTk9LnC0JAAIMAwXoNREAoC0JAAIMAwXsNREApC0MBAEsDALCoBQDTk9LqC0JAAIMAwXwNREArC0JAAIMAwX0NREAsC0MBAEsDALCoBQDTk9LtC0JAAIMAwX4NREAuC0JAAIMAwX8NREAvC0MBAEsDALCoBQDTk9LwC0JAAAMAwWANhEBxC0JAAAMAwWENhEByC0MBAEsDALCoBQDTk9LzC0JAAIMAwWINhEA0C0JAAIMAwWMNhEA1C0MBAEsDALCoBQDTk9L2C0JAAAMAwWQNhEA3C0JAAAMAwWUNhEA4C0MBAEsDALCoBQDTk9L5C0JAAIMAwWYNhEA6C0JAAIMAwWcNhEA7C0MBAEsDALCoBQDTk9L8C0JAAIMAwWgNhEA9C0JAAIMAwWkNhEA+C0MBAEsDALCoBQDTk9L/C0JAAIMAwWoNhEAgC4JAAIMAwWsNhEAhC4MBAEsDALCoBQDTk9LiC4JAAAMAwWwNhEBjC4JAAAMAwW0NhEBkC4MBAEsDALCoBQDTk9LlC4JAAIMAwW4NhEAmC4JAAIMAwW8NhEAnC4MBAEsDALCoBQDTk9LoC4JAAAMAwXANhEApC4JAAAMAwXENhEAqC4MBAEsDALCoBQDTk9LrC4JAAIMAwXINhEAsC4JAAIMAwXMNhEAtC4MBAEsDALCoBQDTk9LuC4JAAIMAwXQNhEAvC4JAAIMAwXUNhEAwC4MBAEsDALCoBQDTk9LxC4JAAAMAwXYNhEAyC4JAAAMAwXcNhEAzC4MBAEsDALCoBQDTk9L0C4JAAIMAwXgNhEA1C4JAAIMAwXkNhEA2C4MBAEsDALCoBQDTk9L3C4JAAIMAwXoNhEA4C4JAAIMAwXsNhEA5C4MBAEsDALCoBQDTk9L6C4JAAIMAwXwNhEA7C4JAAIMAwX0NhEA8C4MBAEsDALCoBQDTk9L9C4JAAAMAwX4NhEB+C4JAAAMAwX8NhEB/C4MBAEsDALCoBQDTk9LgC8JAAAMAwWANxEBhC8JAAAMAwWENxEBiC8MBAEsDALCoBQDTk9LjC8JAAAMAwWINxEAkC8JAAAMAwWMNxEAlC8MBAEsDALCoBQDTk9LmC8JAAIMAwWQNxEAnC8JAAIMAwWUNxEAoC8MBAEsDALCoBQDTk9LpC8JAAAMAwWYNxEAqC8JAAAMAwWcNxEArC8MBAEsDALCoBQDTk9LsC8JAAAMAwWgNxEBtC8JAAAMAwWkNxEBuC8MBAEsDALCoBQDTk9LvC8JAAAMAwWoNxEBwC8JAAAMAwWsNxEBxC8MBAEsDALCoBQDTk9LyC8JAAAMAwWwNxEAzC8JAAAMAwW0NxEA0C8MBAEsDALCoBQDTk9L1C8JAAIMAwW4NxEA2C8JAAIMAwW8NxEA3C8MBAEsDALCoBQDTk9L4C8JAAIMAwXANxEA5C8JAAIMAwXENxEA6C8MBAEsDALCoBQDTk9L7C8JAAIMAwXINxEA8C8JAAIMAwXMNxEA9C8MBAEsDALCoBQDTk9L+C8JAAAMAwXQNxEA/C8JAAAMAwXUNxEAgDAMBAEsDALCoBQDTk9LhDAJAAAMAwXYNxEAiDAJAAAMAwXcNxEAjDAMBAEsDALCoBQDTk9LkDAJAAIMAwXgNxEAlDAJAAIMAwXkNxEAmDAMBAEsDALCoBQDTk9LnDAJAAAMAwXoNxEBoDAJAAAMAwXsNxEBpDAMBAEsDALCoBQDTk9LqDAJAAIMAwXwNxEArDAJAAIMAwX0NxEAsDAMBAEsDALCoBQDTk9LtDAJAAIMAwX4NxEAuDAJAAIMAwX8NxEAvDAMBAEsDALCoBQDTk9LwDAJAAIMAwWAOBEAxDAJAAIMAwWEOBEAyDAMBAEsDALCoBQDTk9LzDAJAAAMAwWIOBEA0DAJAAAMAwWMOBEA1DAMBAEsDALCoBQDTk9L2DAOAQOROIUOmTiHDqE4iQ7cMBIBBKk4hw6ROIUOmTiHDqE4iQ7gMA4BA604hw6xOIUOtTiHDuQwEgEEuTiHDq04hw6xOIUOtTiHDugwDgEDvTiHDsE4hQ7FOIcO7DASAQTJOIcOvTiHDsE4hQ7FOIcO8DAOAQPNOIcO0TiFDtU4hw70MBIBBNk4hw7NOIcO0TiFDtU4hw74MA4BA904hw7hOIUO5TiHDvwwEgEE6TiHDt04hw7hOIUO5TiHDoAxDgED7TiFDvE4hw71OIkOhDESAQT5OIcO7TiFDvE4hw71OIkOiDEOAQP9OIUOgTmHDoU5iQ6MMRIBBIk5hw79OIUOgTmHDoU5iQ6QMQ4BA405hw6ROYUOlTmHDpQxEgEEmTmHDo05hw6ROYUOlTmHDpgxDgEDnTmHDqE5hQ6lOYcOnDESAQSpOYcOnTmHDqE5hQ6lOYcOoDEOAQOtOYcOsTmFDrU5hw6kMRIBBLk5hw6tOYcOsTmFDrU5hw6oMQ4BA705hQ7BOYcOxTmJDqwxEgEEyTmHDr05hQ7BOYcOxTmJDrAxDgEDzTmHDtE5hQ7VOYcOtDESAQTZOYcOzTmHDtE5hQ7VOYcOuDEOAQPdOYUO4TmHDuU5iQ68MRIBBOk5hw7dOYUO4TmHDuU5iQ7AMQ4BA+05hQ7xOYcO9TmJDsQxEgEE+TmHDu05hQ7xOYcO9TmJDsgxDgED/TmFDoE6hw6FOokOzDESAQSJOocO/TmFDoE6hw6FOokO0DEOAQONOoUOkTqHDpU6iQ7UMRIBBJk6hw6dOoUOkTqHDpU6iQ7YMQ4BA6E6hw6lOoUOqTqHDtwxEgEErTqHDqE6hw6lOoUOqTqHDuAxDgEDsTqFDrU6hw65OokO5DESAQS9OocOsTqFDrU6hw65OokO6DEOAQPBOoUOxTqHDsk6iQ7sMRIBBM06hw7BOoUOxTqHDsk6iQ7wMQ4BA9E6hw7VOoUO2TqHDvQxEgEE3TqHDtE6hw7VOoUO2TqHDvgxDgED4TqHDuU6hQ7pOocO/DESAQTtOocO4TqHDuU6hQ7pOocOgDIOAQPxOocO9TqFDvk6hw6EMhIBBP06hw7xOocO9TqFDvk6hw6IMg4BA4E7hw6FO4UOiTuHDowyEgEEjTuHDoE7hw6FO4UOiTuHDpAyDgEDkTuHDpU7hQ6ZO4cOlDISAQSdO4cOkTuHDpU7hQ6ZO4cOmDIOAQOhO4UOpTuHDqk7iQ6cMhIBBK07hw6hO4UOpTuHDqk7iQ6gMg4BA7E7hw61O4UOuTuHDqQyEgEEvTuHDrE7hw61O4UOuTuHDqgyDgEDwTuFDsU7hw7JO4kOrDISAQTNO4cOwTuFDsU7hw7JO4kOsDIOAQPRO4UO1TuHDtk7iQ60MhIBBN07hw7RO4UO1TuHDtk7iQ64Mg4BA+E7hw7lO4UO6TuHDrwyEgEE7TuHDuE7hw7lO4UO6TuHDsAyDgED8TuHDvU7hQ75O4cOxDISAQT9O4cO8TuHDvU7hQ75O4cOyDIOAQOBPIUOhTyHDok8iQ7MMhIBBI08hw6RPIUOhTyHDok8iQ7QMg4BA5U8hw6ZPIUOnTyHDtQyEgEEoTyHDpU8hw6ZPIUOnTyHDtgyDgEDpTyFDqk8hw6tPIkO3DISAQSxPIcOpTyFDqk8hw6tPIkO4DIOAQO1PIUOuTyHDr08iQ7kMhIBBME8hw61PIUOuTyHDr08iQ7oMg4BA8U8hw7JPIUOzTyHDuwyEgEE0TyHDsU8hw7JPIUOzTyHDvAyDgED1TyHDtk8hQ7dPIcO9DISAQThPIcO1TyHDtk8hQ7dPIcO+DIOAQPlPIcO6TyFDu08hw78MhIBBPE8hw7lPIcO6TyFDu08hw6AMw4BA/U8hQ75PIcO/TyJDoQzEgEEgT2HDvU8hQ75PIcO/TyJDogzDgEDhT2FDok9hw6NPYkOjDMSAQSRPYcOhT2FDok9hw6NPYkOkDMOAQOVPYcOmT2FDp09hw6UMxIBBKE9hw6VPYcOmT2FDp09hw6YMw4BA6U9hw6pPYUOrT2HDpwzEgEEsT2HDqU9hw6pPYUOrT2HDqAzDgEDtT2HDrk9hQ69PYcOpDMSAQTBPYcOtT2HDrk9hQ69PYcOqDMOAQPFPYUOyT2HDs09iQ6sMxIBBNE9hw7FPYUOyT2HDs09iQ6wMw4BA9U9hw7ZPYUO3T2HDrQzEgEE4T2HDtU9hw7ZPYUO3T2HDrgzDgED5T2HDuk9hQ7tPYcOvDMSAQTxPYcO5T2HDuk9hQ7tPYcOwDMOAQP1PYcO+T2FDv09hw7EMxIBBIE+hw71PYcO+T2FDv09hw7IMw4BA4U+hw6JPoUOjT6HDswzEgEEkT6HDoU+hw6JPoUOjT6HDtAzDgEDlT6FDpk+hw6dPokO1DMSAQShPocOlT6FDpk+hw6dPokO2DMOAQOlPocOqT6FDq0+hw7cMxIBBLE+hw6lPocOqT6FDq0+hw7gMw4BA7U+hw65PoUOvT6HDuQzEgEEwT6HDrU+hw65PoUOvT6HDugzDgEDxT6FDsk+hw7NPokO7DMSAQTRPocOxT6FDsk+hw7NPokO8DMOAQPVPocO2T6FDt0+hw70MxIBBOE+hw7VPocO2T6FDt0+hw74Mw4BA+U+hQ7pPocO7T6JDvwzEgEE8T6HDuU+hQ7pPocO7T6JDoA0DgED9T6HDvk+hQ79PocOhDQSAQSBP4cO9T6HDvk+hQ79PocOiDQOAQOFP4cOiT+FDo0/hw6MNBIBBJE/hw6FP4cOiT+FDo0/hw6QNA4BA5U/hQ6ZP4cOnT+JDpQ0EgEEoT+HDpU/hQ6ZP4cOnT+JDpg0DgEDpT+FDqk/hw6tP4kOnDQSAQSxP4cOpT+FDqk/hw6tP4kOoDQOAQO1P4UOuT+HDr0/iQ6kNBIBBME/hw61P4UOuT+HDr0/iQ6oNA4BA8U/hw7JP4UOzT+HDqw0EgEE0T+HDsU/hw7JP4UOzT+HDrA0DgED1T+FDtk/hw7dP4kOtDQSAQThP4cO1T+FDtk/hw7dP4kOuDQKAQLlP4UO6T+HDrw0DgED7T+HDvE/hQ7pP4cOwDQOAQP1P4cO+T+FDv0/hw7ENBIBBIFAhw71P4cO+T+FDv0/hw7INA4BA4VAhQ6JQIcOjUCJDsw0EgEEkUCHDoVAhQ6JQIcOjUCJDtA0DgEDlUCHDplAhQ6dQIcO1DQSAQShQIcOlUCHDplAhQ6dQIcO2DQOAQOlQIUOqUCHDq1AiQ7cNBIBBLFAhw6lQIUOqUCHDq1AiQ7gNA4BA7VAhQ65QIcOvUCJDuQ0EgEEwUCHDrVAhQ65QIcOvUCJDug0DgEDxUCFDslAhw7NQIkO7DQSAQTRQIcOxUCFDslAhw7NQIkO8DQOAQPVQIUO2UCHDt1AiQ70NBIBBOFAhw7VQIUO2UCHDt1AiQ74NA4BA+VAhw7pQIUO7UCHDvw0EgEE8UCHDuVAhw7pQIUO7UCHDoA1DgED9UCFDvlAhw79QIkOhDUSAQSBQYcO9UCFDvlAhw79QIkOiDUOAQOFQYUOiUGHDo1BiQ6MNRIBBJFBhw6FQYUOiUGHDo1BiQ6QNQ4BA5VBhQ6ZQYcOnUGJDpQ1EgEEoUGHDpVBhQ6ZQYcOnUGJDpg1DgEDpUGHDqlBhQ6tQYcOnDUSAQSxQYcOpUGHDqlBhQ6tQYcOoDUOAQO1QYUOuUGHDr1BiQ6kNRIBBMFBhw61QYUOuUGHDr1BiQ6oNQ4BA8VBhQ7JQYcOzUGJDqw1EgEE0UGHDsVBhQ7JQYcOzUGJDrA1DgED1UGHDtlBhQ7dQYcOtDUSAQThQYcO1UGHDtlBhQ7dQYcOuDUOAQPlQYcO6UGFDu1Bhw68NRIBBPFBhw7lQYcO6UGFDu1Bhw7ANQ4BA/VBhw75QYUO/UGHDsQ1EgEEgUKHDvVBhw75QYUO/UGHDsg1DgEDhUKFDolChw6NQokOzDUSAQSRQocOhUKFDolChw6NQokO0DUOAQOVQocOmUKFDp1Chw7UNRIBBKFChw6VQocOmUKFDp1Chw7YNQ4BA6VChw6pQoUOrUKHDtw1EgEEsUKHDqVChw6pQoUOrUKHDuA1DgEDtUKFDrlChw69QokO5DUSAQTBQocOtUKFDrlChw69QokO6DUOAQPFQoUOyUKHDs1CiQ7sNRIBBNFChw7FQoUOyUKHDs1CiQ7wNQ4BA9VChQ7ZQocO3UKJDvQ1EgEE4UKHDtVChQ7ZQocO3UKJDvg1DgED5UKFDulChw7tQokO/DUSAQTxQocO5UKFDulChw7tQokOgDYOAQP1QocO+UKFDv1Chw6ENhIBBIFDhw71QocO+UKFDv1Chw6INg4BA4VDhQ6JQ4cOjUOJDow2EgEEkUOHDoVDhQ6JQ4cOjUOJDpA2DgEDlUOHDplDhQ6dQ4cOlDYSAQShQ4cOlUOHDplDhQ6dQ4cOmDYOAQOlQ4UOqUOHDq1DiQ6cNhIBBLFDhw6lQ4UOqUOHDq1DiQ6gNg4BA7VDhQ65Q4cOvUOJDqQ2EgEEwUOHDrVDhQ65Q4cOvUOJDqg2DgEDxUOFDslDhw7NQ4kOrDYSAQTRQ4cOxUOFDslDhw7NQ4kOsDYOAQPVQ4cO2UOFDt1Dhw60NhIBBOFDhw7VQ4cO2UOFDt1Dhw64Ng4BA+VDhQ7pQ4cO7UOJDrw2EgEE8UOHDuVDhQ7pQ4cO7UOJDsA2DgED9UOHDvlDhQ79Q4cOxDYSAQSBRIcO9UOHDvlDhQ79Q4cOyDYOAQOFRIUOiUSHDo1EiQ7MNhIBBJFEhw6FRIUOiUSHDo1EiQ7QNg4BA5VEhQ6ZRIcOnUSJDtQ2EgEEoUSHDpVEhQ6ZRIcOnUSJDtg2DgEDpUSHDqlEhQ6tRIcO3DYSAQSxRIcOpUSHDqlEhQ6tRIcO4DYOAQO1RIUOuUSHDr1EiQ7kNhIBBMFEhw61RIUOuUSHDr1EiQ7oNg4BA8VEhQ7JRIcOzUSJDuw2EgEE0USHDsVEhQ7JRIcOzUSJDvA2DgED1USFDtlEhw7dRIkO9DYSAQThRIcO1USFDtlEhw7dRIkO+DYOAQPlRIcO6USFDu1Ehw78NhIBBPFEhw7lRIcO6USFDu1Ehw6ANw4BA/VEhw75RIUO/USHDoQ3EgEEgUWHDvVEhw75RIUO/USHDog3DgEDhUWHDolFhQ6NRYcOjDcSAQSRRYcOhUWHDolFhQ6NRYcOkDcOAQOVRYUOmUWHDp1FiQ6UNxIBBKFFhw6VRYUOmUWHDp1FiQ6YNw4BA6VFhw6pRYUOrUWHDpw3EgEEsUWHDqVFhw6pRYUOrUWHDqA3DgEDtUWHDrlFhQ69RYcOpDcSAQTBRYcOtUWHDrlFhQ69RYcOqDcOAQPFRYcOyUWFDs1Fhw6sNxIBBNFFhw7FRYcOyUWFDs1Fhw6wNw4BA9VFhw7ZRYUO3UWHDrQ3EgEE4UWHDtVFhw7ZRYUO3UWHDrg3DgED5UWFDulFhw7tRYkOvDcSAQTxRYcO5UWFDulFhw7tRYkOwDcOAQP1RYUO+UWHDv1FiQ7ENxIBBIFGhw71RYUO+UWHDv1FiQ7INw4BA4VGhQ6JRocOjUaJDsw3EgEEkUaHDoVGhQ6JRocOjUaJDtA3CgEClUaFDplGhw7UNw4BA51Ghw6hRoUOmUaHDtg3DgEDpUaHDqlGhQ6tRocO3DcSAQSxRocOpUaHDqlGhQ6tRocO4DcOAQO1RoUOuUaHDr1GiQ7kNxIBBMFGhw61RoUOuUaHDr1GiQ7oNw4BA8VGhw7JRoUOzUaHDuw3EgEE0UaHDsVGhw7JRoUOzUaHDvA3DgED1UaFDtlGhw7dRokO9DcSAQThRocO1UaFDtlGhw7dRokO+DcOAQPlRoUO6UaHDu1GiQ78NxIBBPFGhw7lRoUO6UaHDu1GiQ6AOA4BA/VGhQ75RocO/UaJDoQ4EgEEgUeHDvVGhQ75RocO/UaJDog4DgEDhUeHDolHhQ6NR4cOjDgSAQSRR4cOhUeHDolHhQ6NR4cOljhAQWx0dWEuRGF0YS5OdW1iZXJGb3JtYXR0aW5nLk51bWJlckZvcm1hdFZhbHVlU2VnbWVudCwgQWx0dWEuRGF0YZE4hQ4FBAMFlEeeOD9BbHR1YS5EYXRhLk51bWJlckZvcm1hdHRpbmcuTnVtYmVyRm9ybWF0VGV4dFNlZ21lbnQsIEFsdHVhLkRhdGGZOIcOBQQBIAkBpjhCQWx0dWEuRGF0YS5OdW1iZXJGb3JtYXR0aW5nLk51bWJlckZvcm1hdFBlcmNlbnRTZWdtZW50LCBBbHR1YS5EYXRhoTiJDgCpOIcOBQQBLQkBrTiHDgUEASAJAbE4hQ4FBAMFmEe1OIcOBQQBIAkBuTiHDgUEAS0JAb04hw4FBAEgCQHBOIUOBQQDBZxHxTiHDgUEASAJAck4hw4FBAEtCQHNOIcOBQQBIAkB0TiFDgUEAwWgR9U4hw4FBAEgCQHZOIcOBQQBLQkB3TiHDgUEASAJAeE4hQ4FBAMFpEflOIcOBQQBIAkB6TiHDgUEAS0JAe04hQ4FBAMFqEfxOIcOBQQBIAkB9TiJDgD5OIcOBQQBLQkB/TiFDgUEAwWsR4E5hw4FBAEgCQGFOYkOAIk5hw4FBAEtCQGNOYcOBQQBIAkBkTmFDgUEAwWwR5U5hw4FBAEgCQGZOYcOBQQBLQkBnTmHDgUEASAJAaE5hQ4FBAMFtEelOYcOBQQBIAkBqTmHDgUEAS0JAa05hw4FBAEgCQGxOYUOBQQDBbhHtTmHDgUEASAJAbk5hw4FBAEtCQG9OYUOBQQDBbxHwTmHDgUEASAJAcU5iQ4AyTmHDgUEAS0JAc05hw4FBAEgCQHROYUOBQQDBcBH1TmHDgUEASAJAdk5hw4FBAEtCQHdOYUOBQQDBcRH4TmHDgUEASAJAeU5iQ4A6TmHDgUEAS0JAe05hQ4FBAMFyEfxOYcOBQQBIAkB9TmJDgD5OYcOBQQBLQkB/TmFDgUEAwXMR4E6hw4FBAEgCQGFOokOAIk6hw4FBAEtCQGNOoUOBQQDBdBHkTqHDgUEASAJAZU6iQ4AmTqHDgUEAS0JAZ06hQ4FBAMF0EehOocOBQQBIAkBpTqFDgUEAwXUR6k6hw4FBAEgCQGtOocOBQQBLQkBsTqFDgUEAwXYR7U6hw4FBAEgCQG5OokOAL06hw4FBAEtCQHBOoUOBQQDBdxHxTqHDgUEASAJAck6iQ4AzTqHDgUEAS0JAdE6hw4FBAEgCQHVOoUOBQQDBeBH2TqHDgUEASAJAd06hw4FBAEtCQHhOocOBQQBIAkB5TqFDgUEAwXkR+k6hw4FBAEgCQHtOocOBQQBLQkB8TqHDgUEASAJAfU6hQ4FBAMF6Ef5OocOBQQBIAkB/TqHDgUEAS0JAYE7hw4FBAEgCQGFO4UOBQQDBexHiTuHDgUEASAJAY07hw4FBAEtCQGRO4cOBQQBIAkBlTuFDgUEAwXwR5k7hw4FBAEgCQGdO4cOBQQBLQkBoTuFDgUEAwX0R6U7hw4FBAEgCQGpO4kOAK07hw4FBAEtCQGxO4cOBQQBIAkBtTuFDgUEAwX4R7k7hw4FBAEgCQG9O4cOBQQBLQkBwTuFDgUEAwX8R8U7hw4FBAEgCQHJO4kOAM07hw4FBAEtCQHRO4UOBQQDBYBI1TuHDgUEASAJAdk7iQ4A3TuHDgUEAS0JAeE7hw4FBAEgCQHlO4UOBQQDBYRI6TuHDgUEASAJAe07hw4FBAEtCQHxO4cOBQQBIAkB9TuFDgUEAwWISPk7hw4FBAEgCQH9O4cOBQQBLQkBgTyFDgUEAwWMSIU8hw4FBAEgCQGJPIkOAI08hw4FBAEtCQGRPIUOBQQDBYxIlTyHDgUEASAJAZk8hQ4FBAMFkEidPIcOBQQBIAkBoTyHDgUEAS0JAaU8hQ4FBAMFlEipPIcOBQQBIAkBrTyJDgCxPIcOBQQBLQkBtTyFDgUEAwWYSLk8hw4FBAEgCQG9PIkOAME8hw4FBAEtCQHFPIcOBQQBIAkByTyFDgUEAwWcSM08hw4FBAEgCQHRPIcOBQQBLQkB1TyHDgUEASAJAdk8hQ4FBAMFoEjdPIcOBQQBIAkB4TyHDgUEAS0JAeU8hw4FBAEgCQHpPIUOBQQDBaRI7TyHDgUEASAJAfE8hw4FBAEtCQH1PIUOBQQDBahI+TyHDgUEASAJAf08iQ4AgT2HDgUEAS0JAYU9hQ4FBAMFrEiJPYcOBQQBIAkBjT2JDgCRPYcOBQQBLQkBlT2HDgUEASAJAZk9hQ4FBAMFsEidPYcOBQQBIAkBoT2HDgUEAS0JAaU9hw4FBAEgCQGpPYUOBQQDBbRIrT2HDgUEASAJAbE9hw4FBAEtCQG1PYcOBQQBIAkBuT2FDgUEAwW4SL09hw4FBAEgCQHBPYcOBQQBLQkBxT2FDgUEAwW8SMk9hw4FBAEgCQHNPYkOANE9hw4FBAEtCQHVPYcOBQQBIAkB2T2FDgUEAwXASN09hw4FBAEgCQHhPYcOBQQBLQkB5T2HDgUEASAJAek9hQ4FBAMFxEjtPYcOBQQBIAkB8T2HDgUEAS0JAfU9hw4FBAEgCQH5PYUOBQQDBchI/T2HDgUEASAJAYE+hw4FBAEtCQGFPocOBQQBIAkBiT6FDgUEAwXMSI0+hw4FBAEgCQGRPocOBQQBLQkBlT6FDgUEAwXQSJk+hw4FBAEgCQGdPokOAKE+hw4FBAEtCQGlPocOBQQBIAkBqT6FDgUEAwXUSK0+hw4FBAEgCQGxPocOBQQBLQkBtT6HDgUEASAJAbk+hQ4FBAMF2Ei9PocOBQQBIAkBwT6HDgUEAS0JAcU+hQ4FBAMF3EjJPocOBQQBIAkBzT6JDgDRPocOBQQBLQkB1T6HDgUEASAJAdk+hQ4FBAMF4EjdPocOBQQBIAkB4T6HDgUEAS0JAeU+hQ4FBAMF5EjpPocOBQQBIAkB7T6JDgDxPocOBQQBLQkB9T6HDgUEASAJAfk+hQ4FBAMF6Ej9PocOBQQBIAkBgT+HDgUEAS0JAYU/hw4FBAEgCQGJP4UOBQQDBexIjT+HDgUEASAJAZE/hw4FBAEtCQGVP4UOBQQDBfBImT+HDgUEASAJAZ0/iQ4AoT+HDgUEAS0JAaU/hQ4FBAMF9EipP4cOBQQBIAkBrT+JDgCxP4cOBQQBLQkBtT+FDgUEAwX4SLk/hw4FBAEgCQG9P4kOAME/hw4FBAEtCQHFP4cOBQQBIAkByT+FDgUEAwX8SM0/hw4FBAEgCQHRP4cOBQQBLQkB1T+FDgUEAwWASdk/hw4FBAEgCQHdP4kOAOE/hw4FBAEtCQHlP4UOBQQDBYRJ6T+HDgUEASAJAe0/hw4FBAEtCQHxP4UOBQQDBYRJ9T+HDgUEASAJAfk/hQ4FBAMFiEn9P4cOBQQBIAkBgUCHDgUEAS0JAYVAhQ4FBAMFjEmJQIcOBQQBIAkBjUCJDgCRQIcOBQQBLQkBlUCHDgUEASAJAZlAhQ4FBAMFkEmdQIcOBQQBIAkBoUCHDgUEAS0JAaVAhQ4FBAMFlEmpQIcOBQQBIAkBrUCJDgCxQIcOBQQBLQkBtUCFDgUEAwWYSblAhw4FBAEgCQG9QIkOAMFAhw4FBAEtCQHFQIUOBQQDBZxJyUCHDgUEASAJAc1AiQ4A0UCHDgUEAS0JAdVAhQ4FBAMFoEnZQIcOBQQBIAkB3UCJDgDhQIcOBQQBLQkB5UCHDgUEASAJAelAhQ4FBAMFpEntQIcOBQQBIAkB8UCHDgUEAS0JAfVAhQ4FBAMFqEn5QIcOBQQBIAkB/UCJDgCBQYcOBQQBLQkBhUGFDgUEAwWsSYlBhw4FBAEgCQGNQYkOAJFBhw4FBAEtCQGVQYUOBQQDBbBJmUGHDgUEASAJAZ1BiQ4AoUGHDgUEAS0JAaVBhw4FBAEgCQGpQYUOBQQDBbRJrUGHDgUEASAJAbFBhw4FBAEtCQG1QYUOBQQDBbhJuUGHDgUEASAJAb1BiQ4AwUGHDgUEAS0JAcVBhQ4FBAMFvEnJQYcOBQQBIAkBzUGJDgDRQYcOBQQBLQkB1UGHDgUEASAJAdlBhQ4FBAMFwEndQYcOBQQBIAkB4UGHDgUEAS0JAeVBhw4FBAEgCQHpQYUOBQQDBcRJ7UGHDgUEASAJAfFBhw4FBAEtCQH1QYcOBQQBIAkB+UGFDgUEAwXISf1Bhw4FBAEgCQGBQocOBQQBLQkBhUKFDgUEAwXMSYlChw4FBAEgCQGNQokOAJFChw4FBAEtCQGVQocOBQQBIAkBmUKFDgUEAwXQSZ1Chw4FBAEgCQGhQocOBQQBLQkBpUKHDgUEASAJAalChQ4FBAMF1EmtQocOBQQBIAkBsUKHDgUEAS0JAbVChQ4FBAMF2Em5QocOBQQBIAkBvUKJDgDBQocOBQQBLQkBxUKFDgUEAwXcSclChw4FBAEgCQHNQokOANFChw4FBAEtCQHVQoUOBQQDBeBJ2UKHDgUEASAJAd1CiQ4A4UKHDgUEAS0JAeVChQ4FBAMF5EnpQocOBQQBIAkB7UKJDgDxQocOBQQBLQkB9UKHDgUEASAJAflChQ4FBAMF6En9QocOBQQBIAkBgUOHDgUEAS0JAYVDhQ4FBAMF7EmJQ4cOBQQBIAkBjUOJDgCRQ4cOBQQBLQkBlUOHDgUEASAJAZlDhQ4FBAMF8EmdQ4cOBQQBIAkBoUOHDgUEAS0JAaVDhQ4FBAMF9EmpQ4cOBQQBIAkBrUOJDgCxQ4cOBQQBLQkBtUOFDgUEAwX4SblDhw4FBAEgCQG9Q4kOAMFDhw4FBAEtCQHFQ4UOBQQDBfxJyUOHDgUEASAJAc1DiQ4A0UOHDgUEAS0JAdVDhw4FBAEgCQHZQ4UOBQQDBYBK3UOHDgUEASAJAeFDhw4FBAEtCQHlQ4UOBQQDBYRK6UOHDgUEASAJAe1DiQ4A8UOHDgUEAS0JAfVDhw4FBAEgCQH5Q4UOBQQDBYhK/UOHDgUEASAJAYFEhw4FBAEtCQGFRIUOBQQDBYxKiUSHDgUEASAJAY1EiQ4AkUSHDgUEAS0JAZVEhQ4FBAMFkEqZRIcOBQQBIAkBnUSJDgChRIcOBQQBLQkBpUSHDgUEASAJAalEhQ4FBAMFlEqtRIcOBQQBIAkBsUSHDgUEAS0JAbVEhQ4FBAMFmEq5RIcOBQQBIAkBvUSJDgDBRIcOBQQBLQkBxUSFDgUEAwWcSslEhw4FBAEgCQHNRIkOANFEhw4FBAEtCQHVRIUOBQQDBaBK2USHDgUEASAJAd1EiQ4A4USHDgUEAS0JAeVEhw4FBAEgCQHpRIUOBQQDBaRK7USHDgUEASAJAfFEhw4FBAEtCQH1RIcOBQQBIAkB+USFDgUEAwWoSv1Ehw4FBAEgCQGBRYcOBQQBLQkBhUWHDgUEASAJAYlFhQ4FBAMFrEqNRYcOBQQBIAkBkUWHDgUEAS0JAZVFhQ4FBAMFsEqZRYcOBQQBIAkBnUWJDgChRYcOBQQBLQkBpUWHDgUEASAJAalFhQ4FBAMFtEqtRYcOBQQBIAkBsUWHDgUEAS0JAbVFhw4FBAEgCQG5RYUOBQQDBbhKvUWHDgUEASAJAcFFhw4FBAEtCQHFRYcOBQQBIAkByUWFDgUEAwW8Ss1Fhw4FBAEgCQHRRYcOBQQBLQkB1UWHDgUEASAJAdlFhQ4FBAMFwErdRYcOBQQBIAkB4UWHDgUEAS0JAeVFhQ4FBAMFxErpRYcOBQQBIAkB7UWJDgDxRYcOBQQBLQkB9UWFDgUEAwXISvlFhw4FBAEgCQH9RYkOAIFGhw4FBAEtCQGFRoUOBQQDBcxKiUaHDgUEASAJAY1GiQ4AkUaHDgUEAS0JAZVGhQ4FBAMF0EqZRocOBQQBIAkBnUaHDgUEAS0JAaFGhQ4FBAMF0EqlRocOBQQBIAkBqUaFDgUEAwXUSq1Ghw4FBAEgCQGxRocOBQQBLQkBtUaFDgUEAwXYSrlGhw4FBAEgCQG9RokOAMFGhw4FBAEtCQHFRocOBQQBIAkByUaFDgUEAwXcSs1Ghw4FBAEgCQHRRocOBQQBLQkB1UaFDgUEAwXgStlGhw4FBAEgCQHdRokOAOFGhw4FBAEtCQHlRoUOBQQDBeRK6UaHDgUEASAJAe1GiQ4A8UaHDgUEAS0JAfVGhQ4FBAMF6Er5RocOBQQBIAkB/UaJDgCBR4cOBQQBLQkBhUeHDgUEASAJAYlHhQ4FBAMF7EqNR4cOBQQBIAkBkUeHDgUEAS0JAZRHDgED8UrdEvlK3xLxSt0SmEcGAQHxSt0SnEcGAQHxSt0SoEcGAQHxSt0SpEcGAQHxSt0SqEcOAQPxSt0S+UrfEvFK3RKsRw4BA/FK3RL5St8S8UrdErBHBgEB8UrdErRHBgEBgUvdErhHBgEB8UrdErxHDgED8UrdEvlK3xLxSt0SwEcGAQHxSt0SxEcOAQPxSt0S+UrfEvFK3RLIRw4BA/FK3RL5St8S8UrdEsxHDgED8UrdEvlK3xLxSt0S0EcOAQPxSt0S+UrfEvFK3RLURwYBAfFK3RLYRw4BA/FK3RL5St8S8UrdEtxHDgED8UrdEvlK3xLxSt0S4EcGAQHxSt0S5EcGAQHxSt0S6EcGAQHxSt0S7EcGAQHxSt0S8EcGAQHxSt0S9EcOAQPxSt0S+UrfEvFK3RL4RwYBAfFK3RL8Rw4BA/FK3RL5St8S8UrdEoBIDgED8UrdEvlK3xLxSt0ShEgGAQGBS90SiEgGAQHxSt0SjEgOAQOFS90S+UrfEoVL3RKQSAYBAfFK3RKUSA4BA/FK3RL5St8S8UrdEphIDgED8UrdEvlK3xLxSt0SnEgGAQHxSt0SoEgGAQHxSt0SpEgGAQHxSt0SqEgOAQPxSt0S+UrfEvFK3RKsSA4BA/FK3RL5St8S8UrdErBIBgEB8UrdErRIBgEB8UrdErhIBgEB8UrdErxIDgED8UrdEvlK3xLxSt0SwEgGAQHxSt0SxEgGAQHxSt0SyEgGAQHxSt0SzEgGAQHxSt0S0EgOAQPxSt0S+UrfEvFK3RLUSAYBAfFK3RLYSAYBAYFL3RLcSA4BA/FK3RL5St8S8UrdEuBIBgEBgUvdEuRIDgEDhUvdEvlK3xKFS90S6EgGAQHxSt0S7EgGAQHxSt0S8EgOAQPxSt0S+UrfEvFK3RL0SA4BA/FK3RL5St8S8UrdEvhIDgED8UrdEvlK3xLxSt0S/EgGAQHxSt0SgEkOAQPxSt0S+UrfEvFK3RKESQYBAfFK3RKISQYBAfFK3RKMSQ4BA/FK3RL5St8S8UrdEpBJBgEB8UrdEpRJDgED8UrdEvlK3xLxSt0SmEkOAQPxSt0S+UrfEvFK3RKcSQ4BA/FK3RL5St8S8UrdEqBJDgED8UrdEvlK3xLxSt0SpEkGAQHxSt0SqEkOAQPxSt0S+UrfEvFK3RKsSQ4BA/FK3RL5St8S8UrdErBJDgED8UrdEvlK3xLxSt0StEkGAQHxSt0SuEkOAQPxSt0S+UrfEvFK3RK8SQ4BA/FK3RL5St8S8UrdEsBJBgEB8UrdEsRJBgEB8UrdEshJBgEB8UrdEsxJDgED8UrdEvlK3xLxSt0S0EkGAQHxSt0S1EkGAQHxSt0S2EkOAQPxSt0S+UrfEvFK3RLcSQ4BA/FK3RL5St8S8UrdEuBJDgED8UrdEvlK3xLxSt0S5EkOAQOFS90S+UrfEoVL3RLoSQYBAfFK3RLsSQ4BA/FK3RL5St8S8UrdEvBJBgEB8UrdEvRJDgED8UrdEvlK3xLxSt0S+EkOAQPxSt0S+UrfEvFK3RL8SQ4BA/FK3RL5St8S8UrdEoBKBgEB8UrdEoRKDgED8UrdEvlK3xLxSt0SiEoGAQHxSt0SjEoOAQOFS90S+UrfEoVL3RKQSg4BA4VL3RL5St8ShUvdEpRKBgEB8UrdEphKDgED8UrdEvlK3xLxSt0SnEoOAQPxSt0S+UrfEvFK3RKgSg4BA/FK3RL5St8S8UrdEqRKBgEB8UrdEqhKBgEB8UrdEqxKBgEB8UrdErBKDgEDgUvdEvlK3xKBS90StEoGAQHxSt0SuEoGAQHxSt0SvEoGAQHxSt0SwEoGAQHxSt0SxEoOAQOBS90S+UrfEoFL3RLISg4BA/FK3RL5St8S8UrdEsxKDgEDgUvdEvlK3xKBS90S0EoGAQHxSt0S1EoGAQHxSt0S2EoOAQPxSt0S+UrfEvFK3RLcSgYBAfFK3RLgSg4BA/FK3RL5St8S8UrdEuRKDgED8UrdEvlK3xLxSt0S6EoOAQOBS90S+UrfEoFL3RLsSgYBAfFK3RL2SjlBbHR1YS5EYXRhLk51bWJlckZvcm1hdHRpbmcuTnVtYmVyUGxhY2Vob2xkZXIsIEFsdHVhLkRhdGHxSt0SBQIwAAAA/ko/QWx0dWEuRGF0YS5OdW1iZXJGb3JtYXR0aW5nLkRlY2ltYWxQb2ludFBsYWNlaG9sZGVyLCBBbHR1YS5EYXRh+UrfEgCBS90SBQIwAAAAhUvdEgUCMAAAAA=="/>
  <p:tag name="GRUNT-RENDERHASH" val="da08514bba1fca27bd03c54ef19a443e-svg"/>
  <p:tag name="GRUNT-SYNC" val="5844b9d032374ff89803ee5ab5cc080a"/>
</p:tagLst>
</file>

<file path=ppt/tags/tag24.xml><?xml version="1.0" encoding="utf-8"?>
<p:tagLst xmlns:a="http://schemas.openxmlformats.org/drawingml/2006/main" xmlns:r="http://schemas.openxmlformats.org/officeDocument/2006/relationships" xmlns:p="http://schemas.openxmlformats.org/presentationml/2006/main">
  <p:tag name="GRUNT-PAGEOBJECT" val="0a92c352-736d-45a2-92e1-30ebf8ab64dd"/>
  <p:tag name="GRUNT-X-RESOURCES" val="AQIFBAQEAgEA"/>
  <p:tag name="GRUNT-VERSION" val="20.26.1.0"/>
  <p:tag name="GRUNT-X-SHAPEBOUNDS" val="ASIBBAAAAKAkP0BAAAAAAADwc0AAAADg0B6GQAAAAEAWr1FAAA=="/>
  <p:tag name="GRUNT-X-DATASERVICE" val="AQUCjBQKNEFsdHVhLkRhdGEuRGF0YVNlcnZpY2VzLkV4Y2VsRGF0YVNlcnZpY2UsIEFsdHVhLkRhdGEFAhwEEgQQR92gqiORkUqIMuyYEvXj7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wD6cLKRad5IFWBMDgMAZABkAAAAAAAAAAAAUABUBQkBFWkbXjdBbHR1YS5EYXRhLlJlYWRlcnMuRXhjZWwuU3BlY2lmaWNFeGNlbFJhbmdlLCBBbHR1YS5EYXRhWRcKBXAMBkdSQVBIU2C8BQMNdAV4DAMRRm9yd2FyZCBNdWx0aXBsZXMBAAMIRVYvU2FsZXMBAQMJRVYvRUJJVERBAQIDB0VWL0VCSVQBAwMDUC9FAQQDBTIwMjZGAR4DBTIwMjdGASMDBTIwMjhGASgDBTIwMjlGAS0DBTIwMzBGATIDBTIwMzFGATcDBTIwMzJGATw1AIBcoNw3VwiFzMpy8uP6Pw20/uo+rRpAzodATLxaOMCmsT3R1RQgwABAxsqlOFcIz2iwxSL36j8ILdHYlhwIQIoPrN1IfmVA6zTO3JEvHcAAADD1bjlXCLjosah20e4/B9Wex+luBEBjDaGm8RceQGVsrrv1tCtAAMCZHzg6Vwi7fCu6zIv0PzZYwpV9zApA7Y+mxNZ8IUCvgaYdqKMwQACAA0oBO1cIxmR9RPB4+j8CVC1fekcRQAa4Dd3NbyRAhdnpBDonMUA7G86eY734P8p2GiUMIhBA+38PMEvdIEAI8DwaKl0rQGezoP1a6PY/DjJfJ/DQD0AHom6rBtggQClLygdLlitAcMji+hYy9T+D17zBjaQMQET6AYCX4xtAZ1ZRsFF1JUD40SSloqfzP0mYP9iBjwpApVdmo5LcGUBpTd9kyJIjQK3PGlXAPfI/1F3Dh3mmCEBN9sTbaAAYQEbOONl84yFATjfCHCT08D8Wp8lAtk4GQCHF8iMtMRVAcGLoHAu2HkBC7DmSWoXvP3wAXA/JvARAqTNkm1izE0Bw5AOdYTEcQAAAAAEAAAAAAAAAAAD4//8fAQAAAAAAAgJ9IAAIU3RhbmRhcmQFBQoPFBkCIT0nRkNGICYgVmFsdWUgRHJpdmVycychUlstMzBdQ1szXTAGBwgJCwwNDhAREhMVFhcYGhscHR8gISIkJSYnKSorLC4vMDEzNDU2ODk6Oz0+P0AJPVJDWy0xXSsxBAoPFBlkAG5PQWx0dWEuTGlicmFyeS5TZXJpYWxpemFibGUuU3RvcmFnZS5BYnNvbHV0ZUZpbGVQYXRoLCBBbHR1YS5MaWJyYXJ5LlNlcmlhbGl6YWJsZWkbVgRUaHR0cHM6Ly9iaWVkdS1teS5zaGFyZXBvaW50LmNvbS9wZXJzb25hbC9zMjMxNzc0MF9iaV9uby9Eb2N1bWVudHMvUGFyZXRvIGVxdWl0eS54bHN4cAgFhQEiDY0BJHQalAGYAZwBoAGkAagBrAGwAbQBuAG8AcABxAF4CsgBzAHQAdQB2AGCAT1BbHR1YS5EYXRhLk51bWJlckZvcm1hdHRpbmcuQ29tcG9zaXRlTnVtYmVyRm9ybWF0LCBBbHR1YS5EYXRhfSALHdwBJeABNeQBPQCKATdBbHR1YS5EYXRhLlByaW1pdGl2ZXMuQ29uc3RyYWluZWRDb2x1bW5TcGFuLCBBbHR1YS5EYXRhhQEiBQMF6AEAkgE0QWx0dWEuRGF0YS5QcmltaXRpdmVzLkNvbnN0cmFpbmVkUm93U3BhbiwgQWx0dWEuRGF0YY0BJAUDBewBAJQBGQQSBBABAAAAAAAAAAAAAAAAAAAADAFCGQGYARkEEgQQAQAAAAAAAAAAAAAAAQAAAQwBQxkBnAEZBBIEEAEAAAAAAAAAAAAAAAIAAAIMAUQZAaABGQQSBBABAAAAAAAAAAAAAAADAAADDAFFGQGkARkEEgQQAQAAAAAAAAAAAAAABAAABAwBRhkBqAEZBBIEEAEAAAAAAAAAAAAAAAUAAAUMAUcZAawBGQQSBBABAAAAAAAAAAAAAAAGAAAGDAFIGQGwARkEEgQQAQAAAAAAAAAAAAAABwAABwwBSRkBtAEZBBIEEAEAAAAAAAAAAAAAAAgAAAgMAUoZAbgBGQQSBBABAAAAAAAAAAAAAAAJAAAJDAFLGQG8ARkEEgQQAQAAAAAAAAAAAAAACgAACgwBTBkBwAEZBBIEEAEAAAAAAAAAAAAAAAsAAAsMAU0ZAcQBGQQSBBABAAAAAAAAAAAAAAAMAAAMDAFOGQHIARoEEgQQAgAAAAAAAAAAAAAAAAAAAAwCNzAZAcwBGgQSBBACAAAAAAAAAAAAAAABAAABDAI3MRkB0AEaBBIEEAIAAAAAAAAAAAAAAAIAAAIMAjcyGQHUARoEEgQQAgAAAAAAAAAAAAAAAwAAAwwCNzMZAdgBGgQSBBACAAAAAAAAAAAAAAAEAAAEDAI3NBkB3AEJAAAMAwXwAREB4AEJAAAMAwX0AREB5AELBAEsDAEgFANOT0voAQQBAgIP7AEEAQJGS/ABCAEC+QE/gQJB9AELAQOJAkH5AT+BAkH+AUBBbHR1YS5EYXRhLk51bWJlckZvcm1hdHRpbmcuTnVtYmVyRm9ybWF0VmFsdWVTZWdtZW50LCBBbHR1YS5EYXRh+QE/BQQDBYwChgI/QWx0dWEuRGF0YS5OdW1iZXJGb3JtYXR0aW5nLk51bWJlckZvcm1hdFRleHRTZWdtZW50LCBBbHR1YS5EYXRhgQJBBQQBeAkBiQJBBQQBLQkBjAIUAQaRAkWZAkeRAkWRAkWhAkWhAkWWAjlBbHR1YS5EYXRhLk51bWJlckZvcm1hdHRpbmcuTnVtYmVyUGxhY2Vob2xkZXIsIEFsdHVhLkRhdGGRAkUFAgAAAACeAjdBbHR1YS5EYXRhLk51bWJlckZvcm1hdHRpbmcuVGV4dFBsYWNlaG9sZGVyLCBBbHR1YS5EYXRhmQJHBQQBIAkBoQJFBQIwAAAA"/>
  <p:tag name="GRUNT-VERSION-2" val="2026.1-r5-6063"/>
  <p:tag name="GRUNT-X-PAGEOBJECT" val="AQUC71EKOEFsdHVhLk9hay5Db3JlLkRvY3VtZW50TW9kZWwuVGFibGVPYmplY3QsIEFsdHVhLk9hay5Db3JlBQJUBBIEEFLDkgptc6JFkuEw6/irZN0MEgQQR92gqiORkUqIMuyYEvXj7RUNBCUVBi0cNSA9JQpVLGUwbTRwAHwSBBAAAAAAAAAAAAAAAAAAAAAAhQE4ElBBbHR1YS5PYWsuQ29yZS5Eb2N1bWVudE1vZGVsLlRlbXBsYXRpbmcuQ3VzdG9tUG9zaXRpb25EZWZpbml0aW9uLCBBbHR1YS5PYWsuQ29yZQ0EJAQiAQQAAACgJJ9AQAAAAAAA8HNAN7EH2dAShkBw48NDFq9RQBovQWx0dWEuT2FrLkNvcmUuVGFibGVzLlN0cnVjdHVyZSwgQWx0dWEuT2FrLkNvcmUVBgYVPB1ALUQcAgVIIAQEAgVMKkpBbHR1YS5PYWsuQ29yZS5Nb2RpZmljYXRpb24uU3R5bGluZy5TdGF0aWNUYWJsZU9iamVjdFN0eWxlLCBBbHR1YS5PYWsuQ29yZSUKEzVQRVRNWFVcXWBlZG1odWyFAXAsEgV0DAVlbi1HQhV4HAVlbi1HQjACBXw0RAQUN3lqOGI0Z2E3OHZ1OXJ4cmNlOHYMFDd5ajg4NzRkMng4Nmd1Z2gxY2I5FBQ3eWo4ODc0YjN0MXJ0YzBtdG92cBkAOAYFgAENhAE8CgWIAR0AJQAtjAFACgWQAR0AJQAtlAFEAwWYAUgYFwQSBBCsgoAdkC8JTr5aYBdigzwODZwBTBQBBqEBKakBK7EBLbkBK70BLcEBMVAFBAMFyAFUBQQDBcwBWAUEAwXQAVwFBAMF1AFgBQQDBdgBZAUEAwXcAWgFBAMF4AFsBQQDBeQBcAMF6AF0CgQBLgwBLBQCwqN4CQQFZW4tR0IIAXwBDoABBwgBEAEd7AGEAQMF8AGIARr0AfgB/AGAAoQCiAKMApAClAKYApwCoAKkAowBXxIEEGlT8R/PYO5aokzH3aWxnLISBBA70duR82BOXIg7OTrRrwdLEgQQPgpzo3EZUlKlx4GmsEDMvRIEENBSsNwtSYFVnWfQEfvR+6gSBBBlYYr8WK5HXqHhNWQrPVDPkAEKqAKsArACtAK4ApQBhQESBBBT/FkCJRKkWpopSCCCJUw+EgQQgQosNTCxylie4tu6YfWPahIEEGIM4KQYG71Qir2X+8k52i4SBBC+qBK53ZPOVJfs8keLTBwMEgQQZMKt09dQ/VCsT/YXuFhIwhIEEN0Sfd3wPo9RnB197I8xZRISBBB+AnPe5frJUJopf5pMRQ8QmAEBYJwBHwQSBBCsgoAdkC8JTr5aYBdigzwODANLUEklvAItwAKmAUdBbHR1YS5PYWsuQ29yZS5Nb2RpZmljYXRpb24uTW9kaWZpZXJzLkFsaWdubWVudE1vZGlmaWVyLCBBbHR1YS5PYWsuQ29yZaEBKQkFxAINyAIVzAKuAUxBbHR1YS5PYWsuQ29yZS5Nb2RpZmljYXRpb24uTW9kaWZpZXJzLkNoYXJhY3RlclN0eWxlTW9kaWZpZXIsIEFsdHVhLk9hay5Db3JlqQErDwXQAh3UAiXYAi3cAjXgArYBREFsdHVhLk9hay5Db3JlLk1vZGlmaWNhdGlvbi5Nb2RpZmllcnMuQm9yZGVyTW9kaWZpZXIsIEFsdHVhLk9hay5Db3JlsQEtFgXkAhMCAAAAAAD4Px3oAiXsAi3xAl25ASsPBfgCHdQCJfwCLYADNYQDvQEtFgWIAxMAAAAAAADgPx2MAyXsAi2RA13GAUJBbHR1YS5PYWsuQ29yZS5Nb2RpZmljYXRpb24uTW9kaWZpZXJzLkZpbGxNb2RpZmllciwgQWx0dWEuT2FrLkNvcmXBATEKBZQDFZgDHZ0DXcgBAgEAzAECAQDQAQIBANQBBAEBoAPYAQIBANwBAgEA4AECAQDkAQIBAOgBAOwBEAMApAMApAMAAAAAAAAAAADwAYYTLQQoBBIEEAEAAAAAAAAAAAAAAAcAAAcMEgQQAgAAAAAAAAAAAAAAAgAAAg2oAy0EKAQSBBABAAAAAAAAAAAAAAAEAAAEDBIEEAIAAAAAAAAAAAAAAAQAAAQNrAMtBCgEEgQQAQAAAAAAAAAAAAAACgAACgwSBBACAAAAAAAAAAAAAAABAAABDbADLQQoBBIEEAEAAAAAAAAAAAAAAAgAAAgMEgQQAgAAAAAAAAAAAAAABAAABA20Ay0EKAQSBBABAAAAAAAAAAAAAAAIAAAIDBIEEAIAAAAAAAAAAAAAAAEAAAENuAMtBCgEEgQQAQAAAAAAAAAAAAAACAAACAwSBBACAAAAAAAAAAAAAAACAAACDbwDLQQoBBIEEAEAAAAAAAAAAAAAAAMAAAMMEgQQAgAAAAAAAAAAAAAAAQAAAQ3AAy0EKAQSBBABAAAAAAAAAAAAAAACAAACDBIEEAIAAAAAAAAAAAAAAAMAAAMNxAMtBCgEEgQQAQAAAAAAAAAAAAAAAwAAAwwSBBACAAAAAAAAAAAAAAAEAAAEDcgDLQQoBBIEEAEAAAAAAAAAAAAAAAQAAAQMEgQQAgAAAAAAAAAAAAAAAgAAAg3MAy0EKAQSBBABAAAAAAAAAAAAAAAFAAAFDBIEEAIAAAAAAAAAAAAAAAAAAAAN0AMtBCgEEgQQAQAAAAAAAAAAAAAAAgAAAgwSBBACAAAAAAAAAAAAAAAAAAAADdQDLQQoBBIEEAEAAAAAAAAAAAAAAAQAAAQMEgQQAgAAAAAAAAAAAAAAAAAAAA3YAy0EKAQSBBABAAAAAAAAAAAAAAABAAABDBIEEAIAAAAAAAAAAAAAAAQAAAQN3AMtBCgEEgQQAQAAAAAAAAAAAAAABgAABgwSBBACAAAAAAAAAAAAAAABAAABDeADLQQoBBIEEAEAAAAAAAAAAAAAAAcAAAcMEgQQAgAAAAAAAAAAAAAABAAABA3kAy0EKAQSBBABAAAAAAAAAAAAAAAJAAAJDBIEEAIAAAAAAAAAAAAAAAMAAAMN6AMtBCgEEgQQAQAAAAAAAAAAAAAAAwAAAwwSBBACAAAAAAAAAAAAAAADAAADDewDLQQoBBIEEAEAAAAAAAAAAAAAAAkAAAkMEgQQAgAAAAAAAAAAAAAABAAABA3wAy0EKAQSBBABAAAAAAAAAAAAAAAHAAAHDBIEEAIAAAAAAAAAAAAAAAMAAAMN9AMtBCgEEgQQAQAAAAAAAAAAAAAADAAADAwSBBACAAAAAAAAAAAAAAABAAABDfgDLQQoBBIEEAEAAAAAAAAAAAAAAAwAAAwMEgQQAgAAAAAAAAAAAAAAAwAAAw38Ay0EKAQSBBABAAAAAAAAAAAAAAAKAAAKDBIEEAIAAAAAAAAAAAAAAAMAAAMNgAQtBCgEEgQQAQAAAAAAAAAAAAAABgAABgwSBBACAAAAAAAAAAAAAAADAAADDYQELQQoBBIEEAEAAAAAAAAAAAAAAAcAAAcMEgQQAgAAAAAAAAAAAAAAAQAAAQ2IBC0EKAQSBBABAAAAAAAAAAAAAAACAAACDBIEEAIAAAAAAAAAAAAAAAEAAAENjAQtBCgEEgQQAQAAAAAAAAAAAAAABgAABgwSBBACAAAAAAAAAAAAAAAEAAAEDZAELQQoBBIEEAEAAAAAAAAAAAAAAAIAAAIMEgQQAgAAAAAAAAAAAAAAAgAAAg2UBC0EKAQSBBABAAAAAAAAAAAAAAAEAAAEDBIEEAIAAAAAAAAAAAAAAAEAAAENmAQtBCgEEgQQAQAAAAAAAAAAAAAACQAACQwSBBACAAAAAAAAAAAAAAACAAACDZwELQQoBBIEEAEAAAAAAAAAAAAAAAgAAAgMEgQQAgAAAAAAAAAAAAAAAwAAAw2gBC0EKAQSBBABAAAAAAAAAAAAAAALAAALDBIEEAIAAAAAAAAAAAAAAAEAAAENpAQtBCgEEgQQAQAAAAAAAAAAAAAABQAABQwSBBACAAAAAAAAAAAAAAADAAADDagELQQoBBIEEAEAAAAAAAAAAAAAAAUAAAUMEgQQAgAAAAAAAAAAAAAABAAABA2sBC0EKAQSBBABAAAAAAAAAAAAAAAKAAAKDBIEEAIAAAAAAAAAAAAAAAQAAAQNsAQtBCgEEgQQAQAAAAAAAAAAAAAACwAACwwSBBACAAAAAAAAAAAAAAACAAACDbQELQQoBBIEEAEAAAAAAAAAAAAAAAEAAAEMEgQQAgAAAAAAAAAAAAAAAgAAAg24BC0EKAQSBBABAAAAAAAAAAAAAAALAAALDBIEEAIAAAAAAAAAAAAAAAMAAAMNvAQtBCgEEgQQAQAAAAAAAAAAAAAABgAABgwSBBACAAAAAAAAAAAAAAACAAACDcAELQQoBBIEEAEAAAAAAAAAAAAAAAMAAAMMEgQQAgAAAAAAAAAAAAAAAgAAAg3EBC0EKAQSBBABAAAAAAAAAAAAAAACAAACDBIEEAIAAAAAAAAAAAAAAAQAAAQNyAQtBCgEEgQQAQAAAAAAAAAAAAAABAAABAwSBBACAAAAAAAAAAAAAAADAAADDcwELQQoBBIEEAEAAAAAAAAAAAAAAAoAAAoMEgQQAgAAAAAAAAAAAAAAAgAAAg3QBC0EKAQSBBABAAAAAAAAAAAAAAABAAABDBIEEAIAAAAAAAAAAAAAAAMAAAMN1AQtBCgEEgQQAQAAAAAAAAAAAAAABQAABQwSBBACAAAAAAAAAAAAAAACAAACDdgELQQoBBIEEAEAAAAAAAAAAAAAAAEAAAEMEgQQAgAAAAAAAAAAAAAAAAAAAA3cBC0EKAQSBBABAAAAAAAAAAAAAAAFAAAFDBIEEAIAAAAAAAAAAAAAAAEAAAEN4AQtBCgEEgQQAQAAAAAAAAAAAAAACQAACQwSBBACAAAAAAAAAAAAAAABAAABDeQELQQoBBIEEAEAAAAAAAAAAAAAAAEAAAEMEgQQAgAAAAAAAAAAAAAAAQAAAQ3oBC0EKAQSBBABAAAAAAAAAAAAAAAMAAAMDBIEEAIAAAAAAAAAAAAAAAQAAAQN7AQtBCgEEgQQAQAAAAAAAAAAAAAAAwAAAwwSBBACAAAAAAAAAAAAAAAAAAAADfAELQQoBBIEEAEAAAAAAAAAAAAAAAsAAAsMEgQQAgAAAAAAAAAAAAAABAAABA30BC0EKAQSBBABAAAAAAAAAAAAAAAMAAAMDBIEEAIAAAAAAAAAAAAAAAIAAAIN+AT0AT0EEgQQ9nTjY/r6KV+IJSpji0RZFgwSBBABAAAAAAAAAAAAAAAAAAAAFAsAAgsAAAAAAAAAQCABNAEAPAEB+AE9BBIEEGebuiepW3ddueqIi1cmm80MEgQQAQAAAAAAAAAAAAAAAQAAARQLAAILAAAAAAAA8D8gADQBADwBAfwBPQQSBBBfnfuOKkrPUpdYVTqsX3IEDBIEEAEAAAAAAAAAAAAAAAIAAAIUCwACCwAAAAAAAPA/IAA0AQA8AQGAAj0EEgQQjTWHQrIdD12yvfJZjay3vwwSBBABAAAAAAAAAAAAAAADAAADFAsAAgsAAAAAAADwPyAANAEAPAEBhAI9BBIEEGEepdnCUVBYnOFsbvjHvl4MEgQQAQAAAAAAAAAAAAAABAAABBQLAAILAAAAAAAA8D8gADQBADwBAYgCPAQSBBDEDXy0Vv2UVaUGW/pRdRJjDBIEEAEAAAAAAAAAAAAAAAUAAAUUCwACCwAAAAAAAPA/IAA0AQA8AIwCPAQSBBB8+EFFLwwAW6cCAAoIzvPhDBIEEAEAAAAAAAAAAAAAAAYAAAYUCwACCwAAAAAAAPA/IAA0AQA8AJACPAQSBBCWxsZIYRDWWa851qWjMJ3mDBIEEAEAAAAAAAAAAAAAAAcAAAcUCwACCwAAAAAAAPA/IAA0AQA8AJQCPAQSBBCGDo+80fQtUa6gwY/XOPELDBIEEAEAAAAAAAAAAAAAAAgAAAgUCwACCwAAAAAAAPA/IAA0AQA8AJgCPAQSBBBT3QT7gadpUbixNyHAclkzDBIEEAEAAAAAAAAAAAAAAAkAAAkUCwACCwAAAAAAAPA/IAA0AQA8AJwCPAQSBBCXsNKeheD7X4m1aJPDmc64DBIEEAEAAAAAAAAAAAAAAAoAAAoUCwACCwAAAAAAAPA/IAA0AQA8AKACPAQSBBBeaUnk/fc+XZs34AJe4KjWDBIEEAEAAAAAAAAAAAAAAAsAAAsUCwACCwAAAAAAAPA/IAA0AQA8AKQCPAQSBBB0wwM28AguXbG+rD1czo8yDBIEEAEAAAAAAAAAAAAAAAwAAAwUCwACCwAAAAAAAPA/IAA0AQA8AKgCPQQSBBBlyqs0XnlGU5wBQ3coG7maDBIEEAIAAAAAAAAAAAAAAAAAAAAUCwAACwAAAAAAAPA/IAE0AQA8AQGsAj0EEgQQckXCC1xsZ1W7pteSAZBFeAwSBBACAAAAAAAAAAAAAAABAAABFAsAAgsAAAAAAADwPyAHNAEAPAEBsAI9BBIEEDvQsNDfKmpXhhmrGwV7HVEMEgQQAgAAAAAAAAAAAAAAAgAAAhQLAAILAAAAAAAA8D8gADQBADwBAbQCPQQSBBBw8uydaMFrVLG+tgLLXGUmDBIEEAIAAAAAAAAAAAAAAAMAAAMUCwACCwAAAAAAAPA/IAc0AQA8AQG4Aj0EEgQQ7aV4lvKpMlepBPiumZd1tQwSBBACAAAAAAAAAAAAAAAEAAAEFAsAAgsAAAAAAADwPyAANAEAPAEBvAIE/QSgAcACAMQCJQQSBBD6PSViLVeqQYUuh3Jygv44DAMFhAUUAwWIBRkBIAQtjAXIAgQAAggCzAIEAAIIBNACJQQSBBCy7smzZ/U1Q6YavNxYAOexDAMFkAUUAwWUBRkBIAQtmAXUAgsDAAAAAAAAKEAIBNgCDQQJALwFCAARABkACALcAg0ECQQHQ2FsaWJyaQgE4AIGBZ0FXQgC5AIlBBIEEO44hUPtyB9LnoJMB8mbqmUMAwWgBRQDBaQFGQEgAS2oBegCDAEACQARARkAIQApAOwCBQQDBawF9gI3QWx0dWEuT2FrLkNvcmUuVGhlbWluZy5QYWdlQ29sb3JQb2ludGVyLCBBbHR1YS5PYWsuQ29yZfECXQQABAgA+AIlBBIEECU6rdIoTfREqBmUzT2y3QUMAwWwBRQDBbQFGQEgBC24BfwCDQQJAJADCAARABkACAKAAw0ECQQHQ2FsaWJyaQgEhAMHBb0FsAEIBIgDJQQSBBDqW2Y5FLw/SYMevox1T44DDAMFxAUUAwXIBRkBIAEtqAWMAwwBAAkAEQAZACEAKQCRA10EAAQIAJQDJQQSBBAcM9eJMjXpRpZCBmPj7sFaDAMFzAUUAwXQBRkBIAEt1AWYAwUEAwXYBZ0DXQQAAQgAoAMKBd0FuAEN5QW6AaQDAKgDCQ3sBRXwBRwBAKwDCQ30BRX4BRwBALADCQ3sBRX8BRwBALQDCQ3sBRWABhwBALgDCQ3sBRWEBhwBALwDCQ3sBRWIBhwBAMADCQ30BRWMBhwBAMQDCQ30BRWQBhwBAMgDCQ30BRWUBhwBAMwDCQ30BRWYBhwBANADCQ2cBhWgBhwBANQDCQ2cBhWkBhwBANgDCQ2cBhWoBhwBANwDCQ30BRWsBhwBAOADCQ3sBRWwBhwBAOQDCQ3sBRW0BhwBAOgDCQ3sBRW4BhwBAOwDCQ30BRW8BhwBAPADCQ3sBRXABhwBAPQDCQ3sBRXEBhwBAPgDCQ3IBhXMBhwBAPwDCQ3IBhXQBhwBAIAECQ3sBRXUBhwBAIQECQ3sBRXYBhwBAIgECQ3sBRXcBhwBAIwECQ30BRXgBhwBAJAECQ3sBRXkBhwBAJQECQ30BRXoBhwBAJgECQ30BRXsBhwBAJwECQ3sBRXwBhwBAKAECQ3sBRX0BhwBAKQECQ3sBRX4BhwBAKgECQ30BRX8BhwBAKwECQ30BRWABxwBALAECQ3sBRWEBxwBALQECQ3sBRWIBxwBALgECQ30BRWMBxwBALwECQ3sBRWQBxwBAMAECQ3sBRWUBxwBAMQECQ30BRWYBxwBAMgECQ30BRWcBxwBAMwECQ30BRWgBxwBANAECQ3sBRWkBxwBANQECQ30BRWoBxwBANgECQ30BRWsBxwBANwECQ2cBhWwBxwBAOAECQ30BRW0BxwBAOQECQ3sBRW4BxwBAOgECQ30BRW8BxwBAOwECQ3IBhXABxwBAPAECQ2cBhXEBxwBAPQECQ3sBRXIBxwBAPgECQ3IBhXMBxwBAIIFO0FsdHVhLk9hay5Db3JlLkZpbHRlcmluZy5GaWx0ZXJzLlJvd3NGaWx0ZXIsIEFsdHVhLk9hay5Db3Jl/QSgAQYF0AcN1AeEBQYBAdkH9wGIBQIBAIwFCwQHRGVmYXVsdAgBkAUGAQHhB/kBlAUCAQCYBQsEB0RlZmF1bHQIAZ0FXQQABAgAoAUGAQHpB6ABpAUCAQCoBQsEB0RlZmF1bHQIAawFBAECAQCwBQYBAe0H+QG0BQIBALgFCwQHRGVmYXVsdAgBwgUzQWx0dWEuT2FrLkNvcmUuVGhlbWluZy5Db2xvclBvaW50ZXIsIEFsdHVhLk9hay5Db3JlvQWwAQAAAP/EBQYBAfEH+QHIBQIBAMwFBgEB9Qf+AdAFAgEA1AULBAdEZWZhdWx0CAHYBQQBAgEK4gVVQWx0dWEuT2FrLkNvcmUuTW9kaWZpY2F0aW9uLlN0eWxpbmcuVGV4dEluQWxsQ2VsbHNDdXN0b21pemF0aW9uVGFyZ2V0LCBBbHR1YS5PYWsuQ29yZd0FuAEA6gVCQWx0dWEuT2FrLkNvcmUuU3ludGF4U3RydWN0dXJlLkFjdHVhbEZvbnRTaXplVmFsdWUsIEFsdHVhLk9hay5Db3Jl5QW6AQkDAAAAAAAAJEDsBQUEAA38B/AFBQQDBYAI9AUFBAANhAj4BQUEAwWICPwFBQQDBYwIgAYFBAMFkAiEBgUEAwWUCIgGBQQDBZgIjAYFBAMFnAiQBgUEAwWgCJQGBQQDBaQImAYFBAMFqAicBgUEAA2sCKAGBQQDBbAIpAYFBAMFtAioBgUEAwW4CKwGBQQDBbwIsAYFBAMFwAi0BgUEAwXECLgGBQQDBcgIvAYFBAMFzAjABgUEAwXQCMQGBQQDBdQIyAYFBAAN2AjMBgUEAwXcCNAGBQQDBeAI1AYFBAMF5AjYBgUEAwXoCNwGBQQDBewI4AYFBAMF8AjkBgUEAwX0COgGBQQDBfgI7AYFBAMF/AjwBgUEAwWACfQGBQQDBYQJ+AYFBAMFiAn8BgUEAwWMCYAHBQQDBZAJhAcFBAMFlAmIBwUEAwWYCYwHBQQDBZwJkAcFBAMFoAmUBwUEAwWkCZgHBQQDBagJnAcFBAMFrAmgBwUEAwWwCaQHBQQDBbQJqAcFBAMFuAmsBwUEAwW8CbAHBQQDBcAJtAcFBAMFxAm4BwUEAwXICbwHBQQDBcwJwAcFBAMF0AnEBwUEAwXUCcgHBQQDBdgJzAcFBAMF3AnQBxQEEgQQ0Y9BD2onY0KaKcckpkxMQNQHXxIEEH/iDA2jOAlftEu6mE7FmTASBBBjLgolhFhkVIe73H3PLn2sEgQQ+ZCfUjdNmlemvKT3caWrrxIEEDIzqdO2EuZYpFnt2dbyzcoSBBC+rkz7dyz0UrBknw05S9ga3gdBQWx0dWEuT2FrLkNvcmUuRmlsdGVyaW5nLkZpbHRlcnMuQ29sdW1uVHlwZUZpbHRlciwgQWx0dWEuT2FrLkNvcmXZB/cBBQXgCQgA5gc+QWx0dWEuT2FrLkNvcmUuRmlsdGVyaW5nLkZpbHRlcnMuUm93VHlwZUZpbHRlciwgQWx0dWEuT2FrLkNvcmXhB/kBBQXkCQgB6QegAQYF6AkN7AntB/kBBQXwCQgH8Qf5AQUF9AkIB/oHPkFsdHVhLk9hay5Db3JlLkZpbHRlcmluZy5GaWx0ZXJzLkNvbHVtbnNGaWx0ZXIsIEFsdHVhLk9hay5Db3Jl9Qf+AQYF+AkN/An8BwgFAA0AFQAdAIAIBgEBgQrBAoQICAUADQAVAB0AiAgGAQGJCsECjAgGAQGNCsECkAgGAQGRCsEClAgGAQGVCsECmAgGAQGZCsECnAgGAQGdCsECoAgGAQGhCsECpAgGAQGlCsECqAgGAQGpCsECrAgIBQANABUAHQCwCAYBAa0KwQK0CAYBAbEKwQK4CAYBAbUKwQK8CAYBAbkKwQLACAYBAb0KwQLECAYBAcEKwQLICAYBAcUKwQLMCAYBAckKwQLQCAYBAc0KwQLUCAYBAdEKwQLYCAgFAA0AFQAdANwIBgEB1QrBAuAIBgEB2QrBAuQIBgEB3QrBAugIBgEB4QrBAuwIBgEB5QrBAvAIBgEB6QrBAvQIBgEB7QrBAvgIBgEB8QrBAvwIBgEB9QrBAoAJBgEB+QrBAoQJBgEB/QrBAogJBgEBgQvBAowJBgEBhQvBApAJBgEBiQvBApQJBgEBjQvBApgJBgEBkQvBApwJBgEBlQvBAqAJBgEBmQvBAqQJBgEBnQvBAqgJBgEBoQvBAqwJBgEBpQvBArAJBgEBqQvBArQJBgEBrQvBArgJBgEBsQvBArwJBgEBtQvBAsAJBgEBuQvBAsQJBgEBvQvBAsgJBgEBwQvBAswJBgEBxQvBAtAJBgEByQvBAtQJBgEBzQvBAtgJBgEB0QvBAtwJBgEB1QvBAuAJFAQSBBC80gQZbRasSIvbhQmJqJ5G5AkUBBIEECguQSaBw9xKvTqFSSxnLsjoCRQEEgQQJysa2/VR+EGlYCqz8JMm5OwJExIEEGXKqzReeUZTnAFDdygbuZrwCRQEEgQQVtd/Pa7y9EOohVPF/CeHUPQJFAQSBBCQyQB4yoVMRJoIOl7oXW7e+AkUBBIEEDSdEYZINHdBqg6LeTyaKWn8CRMSBBBnm7onqVt3XbnqiItXJpvNhgovQWx0dWEuRGF0YS5JbmZyYXN0cnVjdHVyZS5QYXJhZ3JhcGgsIEFsdHVhLkRhdGGBCsECBQwDBdgLiQrBAgUMAwXcC40KwQIFDAMF4AuRCsECBQwDBeQLlQrBAgUMAwXoC5kKwQIFDAMF7AudCsECBQwDBfALoQrBAgUMAwX0C6UKwQIFDAMF+AupCsECBQwDBfwLrQrBAgUMAwWADLEKwQIFDAMFhAy1CsECBQwDBYgMuQrBAgUMAwWMDL0KwQIFDAMFkAzBCsECBQwDBZQMxQrBAgUMAwWYDMkKwQIFDAMFnAzNCsECBQwDBaAM0QrBAgUMAwWkDNUKwQIFDAMFqAzZCsECBQwDBawM3QrBAgUMAwWwDOEKwQIFDAMFtAzlCsECBQwDBbgM6QrBAgUMAwW8DO0KwQIFDAMFwAzxCsECBQwDBcQM9QrBAgUMAwXIDPkKwQIFDAMFzAz9CsECBQwDBdAMgQvBAgUMAwXUDIULwQIFDAMF2AyJC8ECBQwDBdwMjQvBAgUMAwXgDJELwQIFDAMF5AyVC8ECBQwDBegMmQvBAgUMAwXsDJ0LwQIFDAMF8AyhC8ECBQwDBfQMpQvBAgUMAwX4DKkLwQIFDAMF/AytC8ECBQwDBYANsQvBAgUMAwWEDbULwQIFDAMFiA25C8ECBQwDBYwNvQvBAgUMAwWQDcELwQIFDAMFlA3FC8ECBQwDBZgNyQvBAgUMAwWcDc0LwQIFDAMFoA3RC8ECBQwDBaQN1QvBAgUMAwWoDdgLBgEBrQ2sA9wLBgEBtQ2sA+ALBgEBuQ2sA+QLBgEBvQ2sA+gLBgEBwQ2sA+wLBgEBxQ2sA/ALBgEByQ2sA/QLBgEBzQ2sA/gLBgEB0Q2sA/wLBgEB1Q2sA4AMBgEB2Q2sA4QMBgEB3Q2sA4gMBgEB4Q2sA4wMBgEB5Q2sA5AMBgEB6Q2sA5QMBgEB7Q2sA5gMBgEB8Q2sA5wMBgEB9Q2sA6AMBgEB+Q2sA6QMBgEB/Q2sA6gMBgEBgQ6sA6wMBgEBhQ6sA7AMBgEBiQ6sA7QMBgEBjQ6sA7gMBgEBkQ6sA7wMBgEBlQ6sA8AMBgEBmQ6sA8QMBgEBnQ6sA8gMBgEBoQ6sA8wMBgEBpQ6sA9AMBgEBqQ6sA9QMBgEBrQ6sA9gMBgEBsQ6sA9wMBgEBtQ6sA+AMBgEBuQ6sA+QMBgEBvQ6sA+gMBgEBwQ6sA+wMBgEBxQ6sA/AMBgEByQ6sA/QMBgEBzQ6sA/gMBgEB0Q6sA/wMBgEB1Q6sA4ANBgEB2Q6sA4QNBgEB3Q6sA4gNBgEB4Q6sA4wNBgEB5Q6sA5ANBgEB6Q6sA5QNBgEB7Q6sA5gNBgEB8Q6sA5wNBgEB9Q6sA6ANBgEB+Q6sA6QNBgEB/Q6sA6gNBgEBgQ+sA7INLUFsdHVhLkRhdGEuSW5mcmFzdHJ1Y3R1cmUuVGV4dFJ1biwgQWx0dWEuRGF0Ya0NrAMJBAQ0LDB4DYQPtQ2sAwoEBTE2LDZ4DYgPuQ2sAwkEBDEsMXgNjA+9DawDCgQFMTAsOHgNhA/BDawDCQQEMSwzeA2MD8UNrAMJBAQzLDZ4DYQPyQ2sAwkEBDEsMHgNhA/NDawDCwQGMTcxLDl4DYQP0Q2sAwoEBTEzLDl4DZAP1Q2sAwkEBDMsM3gNhA/ZDawDCgQFMjAyNUENlA/dDawDCgQFMjAyMkENmA/hDawDCgQFMjAyNEENnA/lDawDCgQFLTgsMHgNoA/pDawDCQQEMSw1eA2MD+0NrAMKBAUxMyw5eA2ED/ENrAMJBAQ2LDV4DYQP9Q2sAwkEBDcsNXgNhA/5DawDCQQEOSw4eA2ED/0NrAMJBAQ4LDR4DYQPgQ6sAwkEBDEsMHgNpA+FDqwDCQQENCw5eA2oD4kOrAMJBAQ2LDB4DYQPjQ6sAwkEBDgsNHgNhA+RDqwDCQQEMSw0eA2MD5UOrAMJBAQwLDh4DYQPmQ6sAwoEBTEzLDd4DYQPnQ6sAwkEBDMsMHgNhA+hDqwDCQQEMSwzeA2ED6UOrAMJBAQzLDN4DYwPqQ6sAwkEBDcsMHgNhA+tDqwDCQQEMSwxeA2ED7EOrAMKBAUxMCwyeA2sD7UOrAMKBAUxNywyeA2ED7kOrAMJBAQ5LDB4DYQPvQ6sAwkEBDIsOHgNjA/BDqwDCQQENiw3eA2ED8UOrAMJBAQ1LDN4DYQPyQ6sAwkEBDQsMHgNjA/NDqwDCQQEMiw2eA2ED9EOrAMKBAUtNywzeA2wD9UOrAMJBAQ4LDd4DYQP2Q6sAwkEBDMsMXgNhA/dDqwDCwQGLTI0LDR4DYQP4Q6sAwkEBDQsM3gNtA/lDqwDCgQFMjAyMUENuA/pDqwDCQQEMSw3eA28D+0OrAMJBAQxLDJ4DYwP8Q6sAwkEBDEsN3gNhA/1DqwDCQQENywxeA2ED/kOrAMKBAUyMDIzQQ3AD/0OrAMJBAQ3LDd4DYQPgQ+sAwkEBDIsNngNxA+EDxIEABwAJAAsADQAPABMAFQAXQCIDxIEABwAJAAsADQAPABMAFQAXQCMDxIEABwAJAAsADQAPABMAFQAXQCQDxIEABwAJAAsADQAPABMAFQAXQCUDxIEABwAJAAsADQAPABMAFQAXQCYDxIEABwAJAAsADQAPABMAFQAXQCcDxIEABwAJAAsADQAPABMAFQAXQCgDxIEABwAJAAsADQAPABMAFQAXQCkDxIEABwAJAAsADQAPABMAFQAXQCoDxIEABwAJAAsADQAPABMAFQAXQCsDxIEABwAJAAsADQAPABMAFQAXQCwDxIEABwAJAAsADQAPABMAFQAXQC0DxIEABwAJAAsADQAPABMAFQAXQC4DxIEABwAJAAsADQAPABMAFQAXQC8DxIEABwAJAAsADQAPABMAFQAXQDADxIEABwAJAAsADQAPABMAFQAXQDEDxIEABwAJAAsADQAPABMAFQAXQA="/>
  <p:tag name="GRUNT-RENDERHASH" val="85a2aea37f3ea0378c03aea229ee0ba5-svg"/>
  <p:tag name="GRUNT-SYNC" val="579cf951c74e4478aac18f39daf4eb7b"/>
</p:tagLst>
</file>

<file path=ppt/tags/tag25.xml><?xml version="1.0" encoding="utf-8"?>
<p:tagLst xmlns:a="http://schemas.openxmlformats.org/drawingml/2006/main" xmlns:r="http://schemas.openxmlformats.org/officeDocument/2006/relationships" xmlns:p="http://schemas.openxmlformats.org/presentationml/2006/main">
  <p:tag name="GRUNT-PAGEOBJECT" val="0a92c352-736d-45a2-92e1-30ebf8ab64dd"/>
  <p:tag name="GRUNT-X-RESOURCES" val="AQIFBAQEAgEA"/>
  <p:tag name="GRUNT-VERSION" val="20.26.1.0"/>
  <p:tag name="GRUNT-X-SHAPEBOUNDS" val="ASIBBAAAAODKtEBAAAAAQHLpekAAAACg1xyGQAAAAIDTy1BAAA=="/>
  <p:tag name="GRUNT-X-DATASERVICE" val="AQUCzxMKNEFsdHVhLkRhdGEuRGF0YVNlcnZpY2VzLkV4Y2VsRGF0YVNlcnZpY2UsIEFsdHVhLkRhdGEFAhwEEgQQmRne4sFUHU+HgTTsLJxYIRUMHREFLRkHDAYFIA0kFSgWPUFsdHVhLkRhdGEuUHJpbWl0aXZlcy5FeGNlbC5FeGNlbEltcG9ydERlZmluaXRpb24sIEFsdHVhLkRhdGERBQ4FLQwIABQCBTQdOCU9EB5BQWx0dWEuRGF0YS5EYXRhU2VydmljZXMuRW1iZWRkZWREYXRhU2VydmljZUVkaXRvckRhdGEsIEFsdHVhLkRhdGEZBwQFRA1IIAQFTA0oJAYIARABHVAoAgVUMjRBbHR1YS5EYXRhLlByaW1pdGl2ZXMuRXhjZWwuRXhjZWxBZGRyZXNzLCBBbHR1YS5EYXRhLQwFFVgdXRg0AgEAOAwBARAAGAAhACgCMQBCQEFsdHVhLkRhdGEuRXhjZWwuUmVhZGluZy5EZWZhdWx0RXhjZWxSZWFkaW5nU3RyYXRlZ3ksIEFsdHVhLkRhdGE9EABEAEgeHQQSBBACAAAAAAAAAAAAAAAEAAAECwAAAAAAADNATAsLDk3WMpFp3kgVZFAOAwBoAGgAAAAAAAAAAABUAFgFCQEVbRxiN0FsdHVhLkRhdGEuUmVhZGVycy5FeGNlbC5TcGVjaWZpY0V4Y2VsUmFuZ2UsIEFsdHVhLkRhdGFdGAoFdAwGR1JBUEhTZIYFAw14BHwLAwZSYXRpb3MBAAMDUk9FAQEDBFJPSUMBAgMTVW5sZXZlcmVkIEZDRiBZaWVsZAEDAwUyMDI2RgEYAwUyMDI3RgEcAwUyMDI4RgEgAwUyMDI5RgEkAwUyMDMwRgEoAwUyMDMxRgEsAwUyMDMyRgEwKQCAXKDcN1cIYTZJRKm75b9zV2IlO9qbv9IdNo3ebbM/AEDGyqU4VwgWUbmXfVvYv+LIGHYJN2Y/RDxGC8bgzD8AADD1bjlXCCGKkYkxXc4/BcYRZ9VMrj/fohZv4wDTPwDAmR84OlcI4NsFTQqe0T89eFH058OyPz5TaNEZhss/AIADSgE7Vwjm8XwWiKPXP1YXB6cad7Y/YI/Niw+5wD/yV03fwencP7JqawBt3bo/+HcNKFC7wT8bK0ku0i3ZP/jbuXW3Dro/5kNn8x48wT+3GysSjfndPxtE675Nab4/lZIVJwh+wz9wRTS3etPfP2vWpaIj678/2Ut2G6A0xT8lQWMLZOPgP5bxz2zwv8A/BDUHUzQMxz9t73cr0v7iP0yH/TCVeMI/Oon+LQ4ayj9sWGbXhfTjP9CPK63hWcM/iWzcfWtHzD8AAAABAAAAAAAAAAAA+P//HwEAAAAAAAICgQEhAAhTdGFuZGFyZAUECAwQFAQhPSdGQ0YgJiBWYWx1ZSBEcml2ZXJzJyFSWy01Ml1DWzNdDAUJDREVGR0hJSktMSE9J0ZDRiAmIFZhbHVlIERyaXZlcnMnIVJbLTUxXUNbM10MBgoOEhYaHiImKi4yIT0nRkNGICYgVmFsdWUgRHJpdmVycychUlstMzNdQ1szXQwHCw8TFxsfIycrLzMJPVJDWy0xXSsxAwgMEGgAck9BbHR1YS5MaWJyYXJ5LlNlcmlhbGl6YWJsZS5TdG9yYWdlLkFic29sdXRlRmlsZVBhdGgsIEFsdHVhLkxpYnJhcnkuU2VyaWFsaXphYmxlbRxWBFRodHRwczovL2JpZWR1LW15LnNoYXJlcG9pbnQuY29tL3BlcnNvbmFsL3MyMzE3NzQwX2JpX25vL0RvY3VtZW50cy9QYXJldG8gZXF1aXR5Lnhsc3h0CAWJASMNkQEleBqYAZwBoAGkAagBrAGwAbQBuAG8AcABxAHIAXwIzAHQAdQB2AGGAT1BbHR1YS5EYXRhLk51bWJlckZvcm1hdHRpbmcuQ29tcG9zaXRlTnVtYmVyRm9ybWF0LCBBbHR1YS5EYXRhgQEhCx3cASXgATXkAT0AjgE3QWx0dWEuRGF0YS5QcmltaXRpdmVzLkNvbnN0cmFpbmVkQ29sdW1uU3BhbiwgQWx0dWEuRGF0YYkBIwUDBegBAJYBNEFsdHVhLkRhdGEuUHJpbWl0aXZlcy5Db25zdHJhaW5lZFJvd1NwYW4sIEFsdHVhLkRhdGGRASUFAwXsAQCYARkEEgQQAQAAAAAAAAAAAAAAAAAAAAwBQhkBnAEZBBIEEAEAAAAAAAAAAAAAAAEAAAEMAUMZAaABGQQSBBABAAAAAAAAAAAAAAACAAACDAFEGQGkARkEEgQQAQAAAAAAAAAAAAAAAwAAAwwBRRkBqAEZBBIEEAEAAAAAAAAAAAAAAAQAAAQMAUYZAawBGQQSBBABAAAAAAAAAAAAAAAFAAAFDAFHGQGwARkEEgQQAQAAAAAAAAAAAAAABgAABgwBSBkBtAEZBBIEEAEAAAAAAAAAAAAAAAcAAAcMAUkZAbgBGQQSBBABAAAAAAAAAAAAAAAIAAAIDAFKGQG8ARkEEgQQAQAAAAAAAAAAAAAACQAACQwBSxkBwAEZBBIEEAEAAAAAAAAAAAAAAAoAAAoMAUwZAcQBGQQSBBABAAAAAAAAAAAAAAALAAALDAFNGQHIARkEEgQQAQAAAAAAAAAAAAAADAAADAwBThkBzAEaBBIEEAIAAAAAAAAAAAAAAAAAAAAMAjc2GQHQARoEEgQQAgAAAAAAAAAAAAAAAQAAAQwCNzcZAdQBGgQSBBACAAAAAAAAAAAAAAACAAACDAI3OBkB2AEaBBIEEAIAAAAAAAAAAAAAAAMAAAMMAjc5GQHcAQkAAgwDBfABEQHgAQkAAgwDBfQBEQHkAQsEASwMASAUA05PS+gBBAECAg/sAQQBAkxQ8AELAQP5AT+BAkGJAkP0AQ4BBJECQfkBP4ECQYkCQ/4BQEFsdHVhLkRhdGEuTnVtYmVyRm9ybWF0dGluZy5OdW1iZXJGb3JtYXRWYWx1ZVNlZ21lbnQsIEFsdHVhLkRhdGH5AT8FBAMFlAKGAj9BbHR1YS5EYXRhLk51bWJlckZvcm1hdHRpbmcuTnVtYmVyRm9ybWF0VGV4dFNlZ21lbnQsIEFsdHVhLkRhdGGBAkEFBAEgCQGOAkJBbHR1YS5EYXRhLk51bWJlckZvcm1hdHRpbmcuTnVtYmVyRm9ybWF0UGVyY2VudFNlZ21lbnQsIEFsdHVhLkRhdGGJAkMAkQJBBQQBLQkBlAIIAQKZAkeZAkeeAjlBbHR1YS5EYXRhLk51bWJlckZvcm1hdHRpbmcuTnVtYmVyUGxhY2Vob2xkZXIsIEFsdHVhLkRhdGGZAkcFAjAAAAA="/>
  <p:tag name="GRUNT-VERSION-2" val="2026.1-r5-6063"/>
  <p:tag name="GRUNT-X-PAGEOBJECT" val="AQUCpXUKOEFsdHVhLk9hay5Db3JlLkRvY3VtZW50TW9kZWwuVGFibGVPYmplY3QsIEFsdHVhLk9hay5Db3JlBQJUBBIEECZfqHDFrmZFjKOqWQpNlj4MEgQQmRne4sFUHU+HgTTsLJxYIRUNBCUVBi0cNSA9JQpVLGUwbTRwAHwSBBAAAAAAAAAAAAAAAAAAAAAAhQE4ElBBbHR1YS5PYWsuQ29yZS5Eb2N1bWVudE1vZGVsLlRlbXBsYXRpbmcuQ3VzdG9tUG9zaXRpb25EZWZpbml0aW9uLCBBbHR1YS5PYWsuQ29yZQ0EJAQiAQQAAADgyhRBQFS8czNy6XpAAAAApNcQhkCUWzqF08tQQBovQWx0dWEuT2FrLkNvcmUuVGFibGVzLlN0cnVjdHVyZSwgQWx0dWEuT2FrLkNvcmUVBgYVPB1ALUQcAgVIIAQEAgVMKkpBbHR1YS5PYWsuQ29yZS5Nb2RpZmljYXRpb24uU3R5bGluZy5TdGF0aWNUYWJsZU9iamVjdFN0eWxlLCBBbHR1YS5PYWsuQ29yZSUKEzVQRVRNWFVcXWBlZG1odWyFAXAsEgV0DAVlbi1HQhV4HAVlbi1HQjACBXw0RAQUN3lqOGI0Z2E3OHZ1OXJ4cmNlOHYMFDd5ajg4NzRkMng4Nmd1Z2gxY2I5FBQ3eWo4ODc0YjN0MXJ0YzBtdG92cBkAOAYFgAENhAE8CgWIAR0AJQAtjAFACgWQAR0AJQAtlAFEAwWYAUgYFwQSBBB/2HitMP0EQ4zAQRHj/lo5DZwBTBQBBqEBKakBK7EBLbkBK70BLcEBMVAFBAMFyAFUBQQDBcwBWAUEAwXQAVwFBAMF1AFgBQQDBdgBZAUEAwXcAWgFBAMF4AFsBQQDBeQBcAMF6AF0CgQBLgwBLBQCwqN4CQQFZW4tR0IIAXwBDoABBwgBEAEd7AGEAQMF8AGIARr0AfgB/AGAAoQCiAKMApAClAKYApwCoAKkAowBXxIEEGlT8R/PYO5aokzH3aWxnLISBBA70duR82BOXIg7OTrRrwdLEgQQPgpzo3EZUlKlx4GmsEDMvRIEENBSsNwtSYFVnWfQEfvR+6gSBBBlYYr8WK5HXqHhNWQrPVDPkAEIqAKsArACtAKUAZgBEgQQU/xZAiUSpFqaKUgggiVMPhIEEIEKLDUwscpYnuLbumH1j2oSBBDtpXiW8qkyV6kE+K6Zl3W1EgQQYgzgpBgbvVCKvZf7yTnaLhIEEL6oErndk85Ul+zyR4tMHAwSBBBkwq3T11D9UKxP9he4WEjCEgQQ3RJ93fA+j1GcHX3sjzFlEhIEEH4Cc97l+slQmil/mkxFDxCYAQFgnAEfBBIEEH/YeK0w/QRDjMBBEeP+WjkMA0tQSSW4Ai28AqYBR0FsdHVhLk9hay5Db3JlLk1vZGlmaWNhdGlvbi5Nb2RpZmllcnMuQWxpZ25tZW50TW9kaWZpZXIsIEFsdHVhLk9hay5Db3JloQEpCQXAAg3EAhXIAq4BTEFsdHVhLk9hay5Db3JlLk1vZGlmaWNhdGlvbi5Nb2RpZmllcnMuQ2hhcmFjdGVyU3R5bGVNb2RpZmllciwgQWx0dWEuT2FrLkNvcmWpASsPBcwCHdACJdQCLdgCNdwCtgFEQWx0dWEuT2FrLkNvcmUuTW9kaWZpY2F0aW9uLk1vZGlmaWVycy5Cb3JkZXJNb2RpZmllciwgQWx0dWEuT2FrLkNvcmWxAS0WBeACEwIAAAAAAPg/HeQCJegCLe0CXLkBKw8F9AId0AIl+AIt/AI1gAO9AS0WBYQDEwAAAAAAAOA/HYgDJegCLY0DXMYBQkFsdHVhLk9hay5Db3JlLk1vZGlmaWNhdGlvbi5Nb2RpZmllcnMuRmlsbE1vZGlmaWVyLCBBbHR1YS5PYWsuQ29yZcEBMQoFkAMVlAMdmQNnyAECAQDMAQIBANABAgEA1AEEAQGgA9gBAgEA3AECAQDgAQIBAOQBAgEA6AEA7AEQAwCkAwCkAwAAAAAAAAAAAPAB3g4tBCgEEgQQAQAAAAAAAAAAAAAABwAABwwSBBACAAAAAAAAAAAAAAACAAACDagDLQQoBBIEEAEAAAAAAAAAAAAAAAoAAAoMEgQQAgAAAAAAAAAAAAAAAQAAAQ2sAy0EKAQSBBABAAAAAAAAAAAAAAAIAAAIDBIEEAIAAAAAAAAAAAAAAAEAAAENsAMtBCgEEgQQAQAAAAAAAAAAAAAACAAACAwSBBACAAAAAAAAAAAAAAACAAACDbQDLQQoBBIEEAEAAAAAAAAAAAAAAAMAAAMMEgQQAgAAAAAAAAAAAAAAAQAAAQ24Ay0EKAQSBBABAAAAAAAAAAAAAAACAAACDBIEEAIAAAAAAAAAAAAAAAMAAAMNvAMtBCgEEgQQAQAAAAAAAAAAAAAABAAABAwSBBACAAAAAAAAAAAAAAACAAACDcADLQQoBBIEEAEAAAAAAAAAAAAAAAUAAAUMEgQQAgAAAAAAAAAAAAAAAAAAAA3EAy0EKAQSBBABAAAAAAAAAAAAAAACAAACDBIEEAIAAAAAAAAAAAAAAAAAAAANyAMtBCgEEgQQAQAAAAAAAAAAAAAABAAABAwSBBACAAAAAAAAAAAAAAAAAAAADcwDLQQoBBIEEAEAAAAAAAAAAAAAAAYAAAYMEgQQAgAAAAAAAAAAAAAAAQAAAQ3QAy0EKAQSBBABAAAAAAAAAAAAAAAJAAAJDBIEEAIAAAAAAAAAAAAAAAMAAAMN1AMtBCgEEgQQAQAAAAAAAAAAAAAAAwAAAwwSBBACAAAAAAAAAAAAAAADAAADDdgDLQQoBBIEEAEAAAAAAAAAAAAAAAcAAAcMEgQQAgAAAAAAAAAAAAAAAwAAAw3cAy0EKAQSBBABAAAAAAAAAAAAAAAMAAAMDBIEEAIAAAAAAAAAAAAAAAEAAAEN4AMtBCgEEgQQAQAAAAAAAAAAAAAADAAADAwSBBACAAAAAAAAAAAAAAADAAADDeQDLQQoBBIEEAEAAAAAAAAAAAAAAAoAAAoMEgQQAgAAAAAAAAAAAAAAAwAAAw3oAy0EKAQSBBABAAAAAAAAAAAAAAAGAAAGDBIEEAIAAAAAAAAAAAAAAAMAAAMN7AMtBCgEEgQQAQAAAAAAAAAAAAAABwAABwwSBBACAAAAAAAAAAAAAAABAAABDfADLQQoBBIEEAEAAAAAAAAAAAAAAAIAAAIMEgQQAgAAAAAAAAAAAAAAAQAAAQ30Ay0EKAQSBBABAAAAAAAAAAAAAAACAAACDBIEEAIAAAAAAAAAAAAAAAIAAAIN+AMtBCgEEgQQAQAAAAAAAAAAAAAABAAABAwSBBACAAAAAAAAAAAAAAABAAABDfwDLQQoBBIEEAEAAAAAAAAAAAAAAAkAAAkMEgQQAgAAAAAAAAAAAAAAAgAAAg2ABC0EKAQSBBABAAAAAAAAAAAAAAAIAAAIDBIEEAIAAAAAAAAAAAAAAAMAAAMNhAQtBCgEEgQQAQAAAAAAAAAAAAAACwAACwwSBBACAAAAAAAAAAAAAAABAAABDYgELQQoBBIEEAEAAAAAAAAAAAAAAAUAAAUMEgQQAgAAAAAAAAAAAAAAAwAAAw2MBC0EKAQSBBABAAAAAAAAAAAAAAALAAALDBIEEAIAAAAAAAAAAAAAAAIAAAINkAQtBCgEEgQQAQAAAAAAAAAAAAAAAQAAAQwSBBACAAAAAAAAAAAAAAACAAACDZQELQQoBBIEEAEAAAAAAAAAAAAAAAsAAAsMEgQQAgAAAAAAAAAAAAAAAwAAAw2YBC0EKAQSBBABAAAAAAAAAAAAAAAGAAAGDBIEEAIAAAAAAAAAAAAAAAIAAAINnAQtBCgEEgQQAQAAAAAAAAAAAAAAAwAAAwwSBBACAAAAAAAAAAAAAAACAAACDaAELQQoBBIEEAEAAAAAAAAAAAAAAAQAAAQMEgQQAgAAAAAAAAAAAAAAAwAAAw2kBC0EKAQSBBABAAAAAAAAAAAAAAAKAAAKDBIEEAIAAAAAAAAAAAAAAAIAAAINqAQtBCgEEgQQAQAAAAAAAAAAAAAAAQAAAQwSBBACAAAAAAAAAAAAAAADAAADDawELQQoBBIEEAEAAAAAAAAAAAAAAAUAAAUMEgQQAgAAAAAAAAAAAAAAAgAAAg2wBC0EKAQSBBABAAAAAAAAAAAAAAABAAABDBIEEAIAAAAAAAAAAAAAAAAAAAANtAQtBCgEEgQQAQAAAAAAAAAAAAAABQAABQwSBBACAAAAAAAAAAAAAAABAAABDbgELQQoBBIEEAEAAAAAAAAAAAAAAAkAAAkMEgQQAgAAAAAAAAAAAAAAAQAAAQ28BC0EKAQSBBABAAAAAAAAAAAAAAABAAABDBIEEAIAAAAAAAAAAAAAAAEAAAENwAQtBCgEEgQQAQAAAAAAAAAAAAAAAwAAAwwSBBACAAAAAAAAAAAAAAAAAAAADcQELQQoBBIEEAEAAAAAAAAAAAAAAAwAAAwMEgQQAgAAAAAAAAAAAAAAAgAAAg3IBPQBPQQSBBD2dONj+vopX4glKmOLRFkWDBIEEAEAAAAAAAAAAAAAAAAAAAAUCwACCwAAAAAAAABAIAE0AQA8AQH4AT0EEgQQZ5u6J6lbd1256oiLVyabzQwSBBABAAAAAAAAAAAAAAABAAABFAsAAgsAAAAAAADwPyAANAEAPAEB/AE9BBIEEF+d+44qSs9Sl1hVOqxfcgQMEgQQAQAAAAAAAAAAAAAAAgAAAhQLAAILAAAAAAAA8D8gADQBADwBAYACPQQSBBCNNYdCsh0PXbK98lmNrLe/DBIEEAEAAAAAAAAAAAAAAAMAAAMUCwACCwAAAAAAAPA/IAA0AQA8AQGEAj0EEgQQYR6l2cJRUFic4Wxu+Me+XgwSBBABAAAAAAAAAAAAAAAEAAAEFAsAAgsAAAAAAADwPyAANAEAPAEBiAI8BBIEEMQNfLRW/ZRVpQZb+lF1EmMMEgQQAQAAAAAAAAAAAAAABQAABRQLAAILAAAAAAAA8D8gADQBADwAjAI8BBIEEHz4QUUvDABbpwIACgjO8+EMEgQQAQAAAAAAAAAAAAAABgAABhQLAAILAAAAAAAA8D8gADQBADwAkAI8BBIEEJbGxkhhENZZrznWpaMwneYMEgQQAQAAAAAAAAAAAAAABwAABxQLAAILAAAAAAAA8D8gADQBADwAlAI8BBIEEIYOj7zR9C1RrqDBj9c48QsMEgQQAQAAAAAAAAAAAAAACAAACBQLAAILAAAAAAAA8D8gADQBADwAmAI8BBIEEFPdBPuBp2lRuLE3IcByWTMMEgQQAQAAAAAAAAAAAAAACQAACRQLAAILAAAAAAAA8D8gADQBADwAnAI8BBIEEJew0p6F4PtfibVok8OZzrgMEgQQAQAAAAAAAAAAAAAACgAAChQLAAILAAAAAAAA8D8gADQBADwAoAI8BBIEEF5pSeT99z5dmzfgAl7gqNYMEgQQAQAAAAAAAAAAAAAACwAACxQLAAILAAAAAAAA8D8gADQBADwApAI8BBIEEHTDAzbwCC5dsb6sPVzOjzIMEgQQAQAAAAAAAAAAAAAADAAADBQLAAILAAAAAAAA8D8gADQBADwAqAI9BBIEEGXKqzReeUZTnAFDdygbuZoMEgQQAgAAAAAAAAAAAAAAAAAAABQLAAALAAAAAAAA8D8gATQBADwBAawCPQQSBBByRcILXGxnVbum15IBkEV4DBIEEAIAAAAAAAAAAAAAAAEAAAEUCwACCwAAAAAAAPA/IAc0AQA8AQGwAj0EEgQQO9Cw0N8qaleGGasbBXsdUQwSBBACAAAAAAAAAAAAAAACAAACFAsAAgsAAAAAAADwPyAANAEAPAEBtAI9BBIEEHDy7J1owWtUsb62AstcZSYMEgQQAgAAAAAAAAAAAAAAAwAAAxQLAAILAAAAAAAA8D8gBzQBADwBAbgCBM0ElAG8AgDAAiUEEgQQdN+pTf6c806P6SdRRCSaFwwDBdQEFAMF2AQZASAELdwExAIEAAIIAsgCBAACCATMAiUEEgQQigEJvqz2HUSFkPWOa4tyaAwDBeAEFAMF5AQZASAELegE0AILAwAAAAAAAChACATUAg0ECQC8BQgAEQAZAAgC2AINBAkEB0NhbGlicmkIBNwCBgXtBFwIAuACJQQSBBBtFkfAmmRhQa4+1zqcwYH7DAMF8AQUAwX0BBkBIAEt+ATkAgwBAAkAEQEZACEAKQDoAgUEAwX8BPICN0FsdHVhLk9hay5Db3JlLlRoZW1pbmcuUGFnZUNvbG9yUG9pbnRlciwgQWx0dWEuT2FrLkNvcmXtAlwEAAQIAPQCJQQSBBDENUgwScNTSIP8gEOox7gIDAMFgAUUAwWEBRkBIAQtiAX4Ag0ECQCQAwgAEQAZAAgC/AINBAkEB0NhbGlicmkIBIADBwWNBaQBCASEAyUEEgQQOZ9AumOMaEWqTqBA57ZoFAwDBZQFFAMFmAUZASABLfgEiAMMAQAJABEAGQAhACkAjQNcBAAECACQAyUEEgQQegEMxv0qPkSmlwxxSIWTyQwDBZwFFAMFoAUZASABLaQFlAMFBAMFqAWeAzdBbHR1YS5PYWsuQ29yZS5UaGVtaW5nLk5vbmVDb2xvclBvaW50ZXIsIEFsdHVhLk9hay5Db3JlmQNnAKADCgWtBawBDbUFrgGkAwCoAwkNvAUVwAUcAQCsAwkNvAUVxAUcAQCwAwkNvAUVyAUcAQC0AwkNvAUVzAUcAQC4AwkN0AUV1AUcAQC8AwkN0AUV2AUcAQDAAwkN0AUV3AUcAQDEAwkN4AUV5AUcAQDIAwkN4AUV6AUcAQDMAwkN4AUV7AUcAQDQAwkNvAUV8AUcAQDUAwkNvAUV9AUcAQDYAwkN0AUV+AUcAQDcAwkNvAUV/AUcAQDgAwkNgAYVhAYcAQDkAwkNgAYViAYcAQDoAwkNvAUVjAYcAQDsAwkNvAUVkAYcAQDwAwkNvAUVlAYcAQD0AwkN0AUVmAYcAQD4AwkN0AUVnAYcAQD8AwkN0AUVoAYcAQCABAkNvAUVpAYcAQCEBAkNvAUVqAYcAQCIBAkNvAUVrAYcAQCMBAkN0AUVsAYcAQCQBAkNvAUVtAYcAQCUBAkN0AUVuAYcAQCYBAkNvAUVvAYcAQCcBAkNvAUVwAYcAQCgBAkN0AUVxAYcAQCkBAkN0AUVyAYcAQCoBAkNvAUVzAYcAQCsBAkN0AUV0AYcAQCwBAkN0AUV1AYcAQC0BAkN4AUV2AYcAQC4BAkN0AUV3AYcAQC8BAkNvAUV4AYcAQDABAkN0AUV5AYcAQDEBAkN4AUV6AYcAQDIBAkNgAYV7AYcAQDSBDtBbHR1YS5PYWsuQ29yZS5GaWx0ZXJpbmcuRmlsdGVycy5Sb3dzRmlsdGVyLCBBbHR1YS5PYWsuQ29yZc0ElAEGBfAGDfQG1AQGAQH5Bt8B2AQCAQDcBAsEB0RlZmF1bHQIAeAEBgEBgQfhAeQEAgEA6AQLBAdEZWZhdWx0CAHtBFwEAAQIAPAEBgEBiQeUAfQEAgEA+AQLBAdEZWZhdWx0CAH8BAQBAgEAgAUGAQGNB+EBhAUCAQCIBQsEB0RlZmF1bHQIAZIFM0FsdHVhLk9hay5Db3JlLlRoZW1pbmcuQ29sb3JQb2ludGVyLCBBbHR1YS5PYWsuQ29yZY0FpAEAAAD/lAUGAQGRB+EBmAUCAQCcBQYBAZUH5gGgBQIBAKQFCwQHRGVmYXVsdAgBqAUEAQIBCrIFVUFsdHVhLk9hay5Db3JlLk1vZGlmaWNhdGlvbi5TdHlsaW5nLlRleHRJbkFsbENlbGxzQ3VzdG9taXphdGlvblRhcmdldCwgQWx0dWEuT2FrLkNvcmWtBawBALoFQkFsdHVhLk9hay5Db3JlLlN5bnRheFN0cnVjdHVyZS5BY3R1YWxGb250U2l6ZVZhbHVlLCBBbHR1YS5PYWsuQ29yZbUFrgEJAwAAAAAAACRAvAUFBAANnAfABQUEAwWgB8QFBQQDBaQHyAUFBAMFqAfMBQUEAwWsB9AFBQQADbAH1AUFBAMFtAfYBQUEAwW4B9wFBQQDBbwH4AUFBAANwAfkBQUEAwXEB+gFBQQDBcgH7AUFBAMFzAfwBQUEAwXQB/QFBQQDBdQH+AUFBAMF2Af8BQUEAwXcB4AGBQQADeAHhAYFBAMF5AeIBgUEAwXoB4wGBQQDBewHkAYFBAMF8AeUBgUEAwX0B5gGBQQDBfgHnAYFBAMF/AegBgUEAwWACKQGBQQDBYQIqAYFBAMFiAisBgUEAwWMCLAGBQQDBZAItAYFBAMFlAi4BgUEAwWYCLwGBQQDBZwIwAYFBAMFoAjEBgUEAwWkCMgGBQQDBagIzAYFBAMFrAjQBgUEAwWwCNQGBQQDBbQI2AYFBAMFuAjcBgUEAwW8COAGBQQDBcAI5AYFBAMFxAjoBgUEAwXICOwGBQQDBcwI8AYUBBIEELNKpZGeuIJOh7ngVLtHib70Bl8SBBB/4gwNozgJX7RLuphOxZkwEgQQYy4KJYRYZFSHu9x9zy59rBIEEPmQn1I3TZpXpryk93Glq68SBBAyM6nTthLmWKRZ7dnW8s3KEgQQvq5M+3cs9FKwZJ8NOUvYGv4GQUFsdHVhLk9hay5Db3JlLkZpbHRlcmluZy5GaWx0ZXJzLkNvbHVtblR5cGVGaWx0ZXIsIEFsdHVhLk9hay5Db3Jl+QbfAQUF0AgIAIYHPkFsdHVhLk9hay5Db3JlLkZpbHRlcmluZy5GaWx0ZXJzLlJvd1R5cGVGaWx0ZXIsIEFsdHVhLk9hay5Db3JlgQfhAQUF1AgIAYkHlAEGBdgIDdwIjQfhAQUF4AgIB5EH4QEFBeQICAeaBz5BbHR1YS5PYWsuQ29yZS5GaWx0ZXJpbmcuRmlsdGVycy5Db2x1bW5zRmlsdGVyLCBBbHR1YS5PYWsuQ29yZZUH5gEGBegIDewInAcIBQANABUAHQCgBwYBAfEInQKkBwYBAfkInQKoBwYBAf0InQKsBwYBAYEJnQKwBwgFAA0AFQAdALQHBgEBhQmdArgHBgEBiQmdArwHBgEBjQmdAsAHCAUADQAVAB0AxAcGAQGRCZ0CyAcGAQGVCZ0CzAcGAQGZCZ0C0AcGAQGdCZ0C1AcGAQGhCZ0C2AcGAQGlCZ0C3AcGAQGpCZ0C4AcIBQANABUAHQDkBwYBAa0JnQLoBwYBAbEJnQLsBwYBAbUJnQLwBwYBAbkJnQL0BwYBAb0JnQL4BwYBAcEJnQL8BwYBAcUJnQKACAYBAckJnQKECAYBAc0JnQKICAYBAdEJnQKMCAYBAdUJnQKQCAYBAdkJnQKUCAYBAd0JnQKYCAYBAeEJnQKcCAYBAeUJnQKgCAYBAekJnQKkCAYBAe0JnQKoCAYBAfEJnQKsCAYBAfUJnQKwCAYBAfkJnQK0CAYBAf0JnQK4CAYBAYEKnQK8CAYBAYUKnQLACAYBAYkKnQLECAYBAY0KnQLICAYBAZEKnQLMCAYBAZUKnQLQCBQEEgQQ+VrMUJ7Qz0+BtvUpHb47sNQIFAQSBBCRVRcsfR+2T6BY0rJRZPeE2AgUBBIEENJQK9tLYDpHqnODpeoHPmHcCBMSBBBlyqs0XnlGU5wBQ3coG7ma4AgUBBIEEMPScSrbysxGlZOg70NepQ/kCBQEEgQQaWDyalr8gkSWM10/okPx4+gIFAQSBBA/RaFFHZ0LQLHOSdOG78MP7AgTEgQQZ5u6J6lbd1256oiLVyabzfYIL0FsdHVhLkRhdGEuSW5mcmFzdHJ1Y3R1cmUuUGFyYWdyYXBoLCBBbHR1YS5EYXRh8QidAgUMAwWYCvkInQIFDAMFnAr9CJ0CBQwDBaAKgQmdAgUMAwWkCoUJnQIFDAMFqAqJCZ0CBQwDBawKjQmdAgUMAwWwCpEJnQIFDAMFtAqVCZ0CBQwDBbgKmQmdAgUMAwW8Cp0JnQIFDAMFwAqhCZ0CBQwDBcQKpQmdAgUMAwXICqkJnQIFDAMFzAqtCZ0CBQwDBdAKsQmdAgUMAwXUCrUJnQIFDAMF2Aq5CZ0CBQwDBdwKvQmdAgUMAwXgCsEJnQIFDAMF5ArFCZ0CBQwDBegKyQmdAgUMAwXsCs0JnQIFDAMF8ArRCZ0CBQwDBfQK1QmdAgUMAwX4CtkJnQIFDAMF/ArdCZ0CBQwDBYAL4QmdAgUMAwWEC+UJnQIFDAMFiAvpCZ0CBQwDBYwL7QmdAgUMAwWQC/EJnQIFDAMFlAv1CZ0CBQwDBZgL+QmdAgUMAwWcC/0JnQIFDAMFoAuBCp0CBQwDBaQLhQqdAgUMAwWoC4kKnQIFDAMFrAuNCp0CBQwDBbALkQqdAgUMAwW0C5UKnQIFDAMFuAuYCgYBAb0L8AKcCgYBAcUL8AKgCgYBAckL8AKkCgYBAc0L8AKoCgYBAdEL8AKsCgYBAdUL8AKwCgYBAdkL8AK0CgYBAd0L+AK4CgYBAeUL+AK8CgYBAekL+ALACgYBAe0L8ALECgYBAfEL8ALICgYBAfUL8ALMCgYBAfkL8ALQCgYBAf0L8ALUCgYBAYEM8ALYCgYBAYUM8ALcCgYBAYkM8ALgCgYBAY0M8ALkCgYBAZEM8ALoCgYBAZUM8ALsCgYBAZkM8ALwCgYBAZ0M8AL0CgYBAaEM8AL4CgYBAaUM8AL8CgYBAakM8AKACwYBAa0M8AKECwYBAbEM8AKICwYBAbUM8AKMCwYBAbkM8AKQCwYBAb0M8AKUCwYBAcEM8AKYCwYBAcUM8AKcCwYBAckM8AKgCwYBAc0M8AKkCwYBAdEM+AKoCwYBAdUM8AKsCwYBAdkM8AKwCwYBAd0M8AK0CwYBAeEM+AK4CwYBAeUM8ALCCy9BbHR1YS5EYXRhLkluZnJhc3RydWN0dXJlLk51bWJlclJ1biwgQWx0dWEuRGF0Yb0L8AITBA4Dku18PzVeuj8d6QybAw3wDMUL8AITBA4DPN9PjZdu0j8d9QybAw3wDMkL8AITBA4Dyna+nxov1T8d+QybAw3wDM0L8AITBA4DuR6F61G4vj8d/QybAw3wDNEL8AITBA4DvXSTGARWzj8dgQ2bAw3wDNUL8AITBA4DCKwcWmQ7rz8dhQ2bAw3wDNkL8AITBA4DjGzn+6nxsj8diQ2bAw3wDOILLUFsdHVhLkRhdGEuSW5mcmFzdHJ1Y3R1cmUuVGV4dFJ1biwgQWx0dWEuRGF0Yd0L+AIKBAUyMDI1QQ2MDeUL+AIKBAUyMDIyQQ2QDekL+AIKBAUyMDI0QQ2UDe0L8AITBA4DsXJoke181z8dmQ2bAw3wDPEL8AITBA4DikFg5dAiuz8dnQ2bAw3wDPUL8AITBA4DGy/dJAaBxT8doQ2bAw3wDPkL8AITBA4D5KWbxCCwsj8dpQ2bAw3wDP0L8AITBA4DnMQgsHJo0T8dqQ2bAw3wDIEM8AITBA4DbxKDwMqhxT8drQ2bAw3wDIUM8AITBA4DAAAAAAAAwD8dsQ2bAw3wDIkM8AITBA4DhMDKoUW2sz8dtQ2bAw3wDI0M8AITBA4D3Pl+arx00z8duQ2bAw3wDJEM8AITBA4DWTm0yHa+178dvQ2bAw3wDJUM8AITBA4D+n5qvHSTaD8dwQ2bAw3wDJkM8AITBA4DmpmZmZmZ0T8dxQ2bAw3wDJ0M8AITBA4DAAAAAAAAwD8dyQ2bAw3wDKEM8AITBA4DE4PAyqFFtj8dzQ2bAw3wDKUM8AITBA4D5tAi2/l+0j8d0Q2bAw3wDKkM8AITBA4DnMQgsHJosT8d1Q2bAw3wDK0M8AITBA4D6Pup8dJNwj8d2Q2bAw3wDLEM8AITBA4DeekmMQisnL8d3Q2bAw3wDLUM8AITBA4D4E+Nl24Swz8d4Q2bAw3wDLkM8AITBA4DikFg5dAiuz8d5Q2bAw3wDL0M8AITBA4DuB6F61G4rj8d6Q2bAw3wDMEM8AITBA4DQDVeukkMwj8d7Q2bAw3wDMUM8AITBA4D+FPjpZvEwD8d8Q2bAw3wDMkM8AITBA4DuB6F61G4jj8d9Q2bAw3wDM0M8AITBA4DYhBYObTItj8d+Q2bAw3wDNEM+AIKBAUyMDIxQQ38DdUM8AITBA4DGgRWDi2y1T8dgQ6bAw3wDNkM8AITBA4DhMDKoUW20z8dhQ6bAw3wDN0M8AITBA4D9f3UeOkm5b8diQ6bAw3wDOEM+AIKBAUyMDIzQQ2MDuUM8AITBA4D4E+Nl24Swz8dkQ6bAw3wDO4MPUFsdHVhLkRhdGEuTnVtYmVyRm9ybWF0dGluZy5Db21wb3NpdGVOdW1iZXJGb3JtYXQsIEFsdHVhLkRhdGHpDJsDCx2UDiWYDjWcDj0A8AwSBAAcACQALAA0ADwATABUAF0A9QybAwsdoA4lpA41qA49APkMmwMLHawOJbAONbQOPQD9DJsDCx24DiW8DjXADj0AgQ2bAwsdxA4lyA41zA49AIUNmwMLHdAOJdQONdgOPQCJDZsDCx3cDiXgDjXkDj0AjA0SBAAcACQALAA0ADwATABUAF0AkA0SBAAcACQALAA0ADwATABUAF0AlA0SBAAcACQALAA0ADwATABUAF0AmQ2bAwsd6A4l7A418A49AJ0NmwMLHfQOJfgONfwOPQChDZsDCx2ADyWEDzWIDz0ApQ2bAwsdjA8lkA81lA89AKkNmwMLHZgPJZwPNaAPPQCtDZsDCx2kDyWoDzWsDz0AsQ2bAwsdsA8ltA81uA89ALUNmwMLHbwPJcAPNcQPPQC5DZsDCx3IDyXMDzXQDz0AvQ2bAwsd1A8l2A813A89AMENmwMLHeAPJeQPNegPPQDFDZsDCx3sDyXwDzX0Dz0AyQ2bAwsd+A8l/A81gBA9AM0NmwMLHYQQJYgQNYwQPQDRDZsDCx2QECWUEDWYED0A1Q2bAwsdnBAloBA1pBA9ANkNmwMLHagQJawQNbAQPQDdDZsDCx20ECW4EDW8ED0A4Q2bAwsdwBAlxBA1yBA9AOUNmwMLHcwQJdAQNdQQPQDpDZsDCx3YECXcEDXgED0A7Q2bAwsd5BAl6BA17BA9APENmwMLHfAQJfQQNfgQPQD1DZsDCx38ECWAETWEET0A+Q2bAwsdiBEljBE1kBE9APwNEgQAHAAkACwANAA8AEwAVABdAIEOmwMLHZQRJZgRNZwRPQCFDpsDCx2gESWkETWoET0AiQ6bAwsdrBElsBE1tBE9AIwOEgQAHAAkACwANAA8AEwAVABdAJEOmwMLHbgRJbwRNcARPQCUDgkAAgwDBcQREQCYDgkAAgwDBcgREQCcDgwEASwMAsKgFANOT0ugDgkAAgwDBcwREQCkDgkAAgwDBdAREQCoDgwEASwMAsKgFANOT0usDgkAAgwDBdQREQCwDgkAAgwDBdgREQC0DgwEASwMAsKgFANOT0u4DgkAAgwDBdwREQC8DgkAAgwDBeAREQDADgwEASwMAsKgFANOT0vEDgkAAgwDBeQREQDIDgkAAgwDBegREQDMDgwEASwMAsKgFANOT0vQDgkAAgwDBewREQDUDgkAAgwDBfAREQDYDgwEASwMAsKgFANOT0vcDgkAAgwDBfQREQDgDgkAAgwDBfgREQDkDgwEASwMAsKgFANOT0voDgkAAgwDBfwREQDsDgkAAgwDBYASEQDwDgwEASwMAsKgFANOT0v0DgkAAgwDBYQSEQD4DgkAAgwDBYgSEQD8DgwEASwMAsKgFANOT0uADwkAAgwDBYwSEQCEDwkAAgwDBZASEQCIDwwEASwMAsKgFANOT0uMDwkAAgwDBZQSEQCQDwkAAgwDBZgSEQCUDwwEASwMAsKgFANOT0uYDwkAAgwDBZwSEQCcDwkAAgwDBaASEQCgDwwEASwMAsKgFANOT0ukDwkAAgwDBaQSEQCoDwkAAgwDBagSEQCsDwwEASwMAsKgFANOT0uwDwkAAgwDBawSEQC0DwkAAgwDBbASEQC4DwwEASwMAsKgFANOT0u8DwkAAgwDBbQSEQDADwkAAgwDBbgSEQDEDwwEASwMAsKgFANOT0vIDwkAAgwDBbwSEQDMDwkAAgwDBcASEQDQDwwEASwMAsKgFANOT0vUDwkAAgwDBcQSEQDYDwkAAgwDBcgSEQDcDwwEASwMAsKgFANOT0vgDwkAAgwDBcwSEQDkDwkAAgwDBdASEQDoDwwEASwMAsKgFANOT0vsDwkAAgwDBdQSEQDwDwkAAgwDBdgSEQD0DwwEASwMAsKgFANOT0v4DwkAAgwDBdwSEQD8DwkAAgwDBeASEQCAEAwEASwMAsKgFANOT0uEEAkAAgwDBeQSEQCIEAkAAgwDBegSEQCMEAwEASwMAsKgFANOT0uQEAkAAgwDBewSEQCUEAkAAgwDBfASEQCYEAwEASwMAsKgFANOT0ucEAkAAgwDBfQSEQCgEAkAAgwDBfgSEQCkEAwEASwMAsKgFANOT0uoEAkAAgwDBfwSEQCsEAkAAgwDBYATEQCwEAwEASwMAsKgFANOT0u0EAkAAgwDBYQTEQC4EAkAAgwDBYgTEQC8EAwEASwMAsKgFANOT0vAEAkAAgwDBYwTEQDEEAkAAgwDBZATEQDIEAwEASwMAsKgFANOT0vMEAkAAgwDBZQTEQDQEAkAAgwDBZgTEQDUEAwEASwMAsKgFANOT0vYEAkAAgwDBZwTEQDcEAkAAgwDBaATEQDgEAwEASwMAsKgFANOT0vkEAkAAgwDBaQTEQDoEAkAAgwDBagTEQDsEAwEASwMAsKgFANOT0vwEAkAAgwDBawTEQD0EAkAAgwDBbATEQD4EAwEASwMAsKgFANOT0v8EAkAAgwDBbQTEQCAEQkAAgwDBbgTEQCEEQwEASwMAsKgFANOT0uIEQkAAgwDBbwTEQCMEQkAAgwDBcATEQCQEQwEASwMAsKgFANOT0uUEQkAAgwDBcQTEQCYEQkAAgwDBcgTEQCcEQwEASwMAsKgFANOT0ugEQkAAgwDBcwTEQCkEQkAAgwDBdATEQCoEQwEASwMAsKgFANOT0usEQkAAgwDBdQTEQCwEQkAAgwDBdgTEQC0EQwEASwMAsKgFANOT0u4EQkAAgwDBdwTEQC8EQkAAgwDBeATEQDAEQwEASwMAsKgFANOT0vEEQ4BA+UT+gTtE/wE9RP+BMgREgEE/RP8BOUT+gTtE/wE9RP+BMwRDgEDgRT6BIUU/ASJFP4E0BESAQSNFPwEgRT6BIUU/ASJFP4E1BEOAQORFPoElRT8BJkU/gTYERIBBJ0U/ASRFPoElRT8BJkU/gTcEQ4BA6EU+gSlFPwEqRT+BOAREgEErRT8BKEU+gSlFPwEqRT+BOQRDgEDsRT6BLUU/AS5FP4E6BESAQS9FPwEsRT6BLUU/AS5FP4E7BEOAQPBFPoExRT8BMkU/gTwERIBBM0U/ATBFPoExRT8BMkU/gT0EQ4BA9EU+gTVFPwE2RT+BPgREgEE3RT8BNEU+gTVFPwE2RT+BPwRDgED4RT6BOUU/ATpFP4EgBISAQTtFPwE4RT6BOUU/ATpFP4EhBIOAQPxFPoE9RT8BPkU/gSIEhIBBP0U/ATxFPoE9RT8BPkU/gSMEg4BA4EV+gSFFfwEiRX+BJASEgEEjRX8BIEV+gSFFfwEiRX+BJQSDgEDkRX6BJUV/ASZFf4EmBISAQSdFfwEkRX6BJUV/ASZFf4EnBIOAQOhFfoEpRX8BKkV/gSgEhIBBK0V/AShFfoEpRX8BKkV/gSkEg4BA7EV+gS1FfwEuRX+BKgSEgEEvRX8BLEV+gS1FfwEuRX+BKwSDgEDwRX6BMUV/ATJFf4EsBISAQTNFfwEwRX6BMUV/ATJFf4EtBIOAQPRFfoE1RX8BNkV/gS4EhIBBN0V/ATRFfoE1RX8BNkV/gS8Eg4BA+EV+gTlFfwE6RX+BMASEgEE7RX8BOEV+gTlFfwE6RX+BMQSDgED8RX6BPUV/AT5Ff4EyBISAQT9FfwEgRb6BPUV/AT5Ff4EzBIOAQOFFvoEiRb8BI0W/gTQEhIBBJEW/ASFFvoEiRb8BI0W/gTUEg4BA5UW+gSZFvwEnRb+BNgSEgEEoRb8BJUW+gSZFvwEnRb+BNwSDgEDpRb6BKkW/AStFv4E4BISAQSxFvwEpRb6BKkW/AStFv4E5BIOAQO1FvoEuRb8BL0W/gToEhIBBMEW/AS1FvoEuRb8BL0W/gTsEg4BA8UW+gTJFvwEzRb+BPASEgEE0Rb8BMUW+gTJFvwEzRb+BPQSDgED1Rb6BNkW/ATdFv4E+BISAQThFvwE1Rb6BNkW/ATdFv4E/BIOAQPlFvoE6Rb8BO0W/gSAExIBBPEW/ATlFvoE6Rb8BO0W/gSEEw4BA/UW+gT5FvwE/Rb+BIgTEgEEgRf8BIUX+gT5FvwE/Rb+BIwTDgEDiRf6BI0X/ASRF/4EkBMSAQSVF/wEiRf6BI0X/ASRF/4ElBMOAQOZF/oEnRf8BKEX/gSYExIBBKUX/ASZF/oEnRf8BKEX/gScEw4BA6kX+gStF/wEsRf+BKATEgEEtRf8BKkX+gStF/wEsRf+BKQTDgEDuRf6BL0X/ATBF/4EqBMSAQTFF/wEuRf6BL0X/ATBF/4ErBMOAQPJF/oEzRf8BNEX/gSwExIBBNUX/ATJF/oEzRf8BNEX/gS0Ew4BA9kX+gTdF/wE4Rf+BLgTEgEE5Rf8BNkX+gTdF/wE4Rf+BLwTDgED6Rf6BO0X/ATxF/4EwBMSAQT1F/wE6Rf6BO0X/ATxF/4ExBMOAQP5F/oE/Rf8BIEY/gTIExIBBIUY/AT5F/oE/Rf8BIEY/gTMEw4BA4kY+gSNGPwEkRj+BNATEgEElRj8BIkY+gSNGPwEkRj+BNQTDgEDmRj6BJ0Y/AShGP4E2BMSAQSlGPwEqRj6BJ0Y/AShGP4E3BMOAQOtGPoEsRj8BLUY/gTgExIBBLkY/AStGPoEsRj8BLUY/gTqE0BBbHR1YS5EYXRhLk51bWJlckZvcm1hdHRpbmcuTnVtYmVyRm9ybWF0VmFsdWVTZWdtZW50LCBBbHR1YS5EYXRh5RP6BAUEAwW8GPITP0FsdHVhLkRhdGEuTnVtYmVyRm9ybWF0dGluZy5OdW1iZXJGb3JtYXRUZXh0U2VnbWVudCwgQWx0dWEuRGF0Ye0T/AQFBAEgCQH6E0JBbHR1YS5EYXRhLk51bWJlckZvcm1hdHRpbmcuTnVtYmVyRm9ybWF0UGVyY2VudFNlZ21lbnQsIEFsdHVhLkRhdGH1E/4EAP0T/AQFBAEtCQGBFPoEBQQDBcAYhRT8BAUEASAJAYkU/gQAjRT8BAUEAS0JAZEU+gQFBAMFxBiVFPwEBQQBIAkBmRT+BACdFPwEBQQBLQkBoRT6BAUEAwXIGKUU/AQFBAEgCQGpFP4EAK0U/AQFBAEtCQGxFPoEBQQDBcwYtRT8BAUEASAJAbkU/gQAvRT8BAUEAS0JAcEU+gQFBAMF0BjFFPwEBQQBIAkByRT+BADNFPwEBQQBLQkB0RT6BAUEAwXUGNUU/AQFBAEgCQHZFP4EAN0U/AQFBAEtCQHhFPoEBQQDBdgY5RT8BAUEASAJAekU/gQA7RT8BAUEAS0JAfEU+gQFBAMF3Bj1FPwEBQQBIAkB+RT+BAD9FPwEBQQBLQkBgRX6BAUEAwXgGIUV/AQFBAEgCQGJFf4EAI0V/AQFBAEtCQGRFfoEBQQDBeQYlRX8BAUEASAJAZkV/gQAnRX8BAUEAS0JAaEV+gQFBAMF6BilFfwEBQQBIAkBqRX+BACtFfwEBQQBLQkBsRX6BAUEAwXsGLUV/AQFBAEgCQG5Ff4EAL0V/AQFBAEtCQHBFfoEBQQDBfAYxRX8BAUEASAJAckV/gQAzRX8BAUEAS0JAdEV+gQFBAMF9BjVFfwEBQQBIAkB2RX+BADdFfwEBQQBLQkB4RX6BAUEAwX4GOUV/AQFBAEgCQHpFf4EAO0V/AQFBAEtCQHxFfoEBQQDBfwY9RX8BAUEASAJAfkV/gQA/RX8BAUEAS0JAYEW+gQFBAMF/BiFFvoEBQQDBYAZiRb8BAUEASAJAY0W/gQAkRb8BAUEAS0JAZUW+gQFBAMFhBmZFvwEBQQBIAkBnRb+BAChFvwEBQQBLQkBpRb6BAUEAwWIGakW/AQFBAEgCQGtFv4EALEW/AQFBAEtCQG1FvoEBQQDBYwZuRb8BAUEASAJAb0W/gQAwRb8BAUEAS0JAcUW+gQFBAMFkBnJFvwEBQQBIAkBzRb+BADRFvwEBQQBLQkB1Rb6BAUEAwWUGdkW/AQFBAEgCQHdFv4EAOEW/AQFBAEtCQHlFvoEBQQDBZgZ6Rb8BAUEASAJAe0W/gQA8Rb8BAUEAS0JAfUW+gQFBAMFnBn5FvwEBQQBIAkB/Rb+BACBF/wEBQQBLQkBhRf6BAUEAwWcGYkX+gQFBAMFoBmNF/wEBQQBIAkBkRf+BACVF/wEBQQBLQkBmRf6BAUEAwWkGZ0X/AQFBAEgCQGhF/4EAKUX/AQFBAEtCQGpF/oEBQQDBagZrRf8BAUEASAJAbEX/gQAtRf8BAUEAS0JAbkX+gQFBAMFrBm9F/wEBQQBIAkBwRf+BADFF/wEBQQBLQkByRf6BAUEAwWwGc0X/AQFBAEgCQHRF/4EANUX/AQFBAEtCQHZF/oEBQQDBbQZ3Rf8BAUEASAJAeEX/gQA5Rf8BAUEAS0JAekX+gQFBAMFuBntF/wEBQQBIAkB8Rf+BAD1F/wEBQQBLQkB+Rf6BAUEAwW8Gf0X/AQFBAEgCQGBGP4EAIUY/AQFBAEtCQGJGPoEBQQDBcAZjRj8BAUEASAJAZEY/gQAlRj8BAUEAS0JAZkY+gQFBAMFxBmdGPwEBQQBIAkBoRj+BAClGPwEBQQBLQkBqRj6BAUEAwXEGa0Y+gQFBAMFyBmxGPwEBQQBIAkBtRj+BAC5GPwEBQQBLQkBvBgOAQPNGbQG1Rm2Bs0ZtAbAGA4BA80ZtAbVGbYGzRm0BsQYDgEDzRm0BtUZtgbNGbQGyBgOAQPNGbQG1Rm2Bs0ZtAbMGA4BA80ZtAbVGbYGzRm0BtAYDgEDzRm0BtUZtgbNGbQG1BgOAQPNGbQG1Rm2Bs0ZtAbYGA4BA80ZtAbVGbYGzRm0BtwYDgEDzRm0BtUZtgbNGbQG4BgOAQPNGbQG1Rm2Bs0ZtAbkGA4BA80ZtAbVGbYGzRm0BugYDgEDzRm0BtUZtgbNGbQG7BgOAQPNGbQG1Rm2Bs0ZtAbwGA4BA80ZtAbVGbYGzRm0BvQYDgEDzRm0BtUZtgbNGbQG+BgOAQPNGbQG1Rm2Bs0ZtAb8GA4BA80ZtAbVGbYGzRm0BoAZDgEDzRm0BtUZtgbNGbQGhBkOAQPNGbQG1Rm2Bs0ZtAaIGQ4BA80ZtAbVGbYGzRm0BowZDgEDzRm0BtUZtgbNGbQGkBkOAQPNGbQG1Rm2Bs0ZtAaUGQ4BA80ZtAbVGbYGzRm0BpgZDgEDzRm0BtUZtgbNGbQGnBkOAQPNGbQG1Rm2Bs0ZtAagGQ4BA80ZtAbVGbYGzRm0BqQZDgEDzRm0BtUZtgbNGbQGqBkOAQPNGbQG1Rm2Bs0ZtAasGQ4BA80ZtAbVGbYGzRm0BrAZDgEDzRm0BtUZtgbNGbQGtBkOAQPNGbQG1Rm2Bs0ZtAa4GQ4BA80ZtAbVGbYGzRm0BrwZDgEDzRm0BtUZtgbNGbQGwBkOAQPNGbQG1Rm2Bs0ZtAbEGQ4BA80ZtAbVGbYGzRm0BsgZDgEDzRm0BtUZtgbNGbQG0hk5QWx0dWEuRGF0YS5OdW1iZXJGb3JtYXR0aW5nLk51bWJlclBsYWNlaG9sZGVyLCBBbHR1YS5EYXRhzRm0BgUCMAAAANoZP0FsdHVhLkRhdGEuTnVtYmVyRm9ybWF0dGluZy5EZWNpbWFsUG9pbnRQbGFjZWhvbGRlciwgQWx0dWEuRGF0YdUZtgYA"/>
  <p:tag name="GRUNT-RENDERHASH" val="767dd92d9cd6888c62b92aa5359ed69a-svg"/>
  <p:tag name="GRUNT-SYNC" val="48b19a54f54948c29693191f76008099"/>
</p:tagLst>
</file>

<file path=ppt/tags/tag26.xml><?xml version="1.0" encoding="utf-8"?>
<p:tagLst xmlns:a="http://schemas.openxmlformats.org/drawingml/2006/main" xmlns:r="http://schemas.openxmlformats.org/officeDocument/2006/relationships" xmlns:p="http://schemas.openxmlformats.org/presentationml/2006/main">
  <p:tag name="GRUNT-PAGE" val="0039465c-0682-4256-9ff0-08d7049313f3"/>
</p:tagLst>
</file>

<file path=ppt/tags/tag27.xml><?xml version="1.0" encoding="utf-8"?>
<p:tagLst xmlns:a="http://schemas.openxmlformats.org/drawingml/2006/main" xmlns:r="http://schemas.openxmlformats.org/officeDocument/2006/relationships" xmlns:p="http://schemas.openxmlformats.org/presentationml/2006/main">
  <p:tag name="GRUNT-PAGEOBJECT" val="82cee072-0862-4edc-952e-95388bbb6d93"/>
  <p:tag name="GRUNT-X-RESOURCES" val="AQIFBAQEAgEA"/>
  <p:tag name="GRUNT-VERSION" val="20.26.1.0"/>
  <p:tag name="GRUNT-VERSION-2" val="2026.1-r5-6063"/>
  <p:tag name="GRUNT-X-SHAPEBOUNDS" val="ASIBBAAAAGCiSXdAAAAA4PpHZ0AAAACg44hzQAAAAEDGXmNAAA=="/>
  <p:tag name="GRUNT-X-DATASERVICE" val="AQUCthoKNEFsdHVhLkRhdGEuRGF0YVNlcnZpY2VzLkV4Y2VsRGF0YVNlcnZpY2UsIEFsdHVhLkRhdGEFAhwEEgQQTxX9AWLAcUKQ9TH/P/HPzRUMHREFLRkHDAYFIA0kFSgWPUFsdHVhLkRhdGEuUHJpbWl0aXZlcy5FeGNlbC5FeGNlbEltcG9ydERlZmluaXRpb24sIEFsdHVhLkRhdGERBQ4FLQwIABQCBTQdOCU9EB5BQWx0dWEuRGF0YS5EYXRhU2VydmljZXMuRW1iZWRkZWREYXRhU2VydmljZUVkaXRvckRhdGEsIEFsdHVhLkRhdGEZBwQFRA1IIAQFTA0oJAYIARABHVAoAgVUMjRBbHR1YS5EYXRhLlByaW1pdGl2ZXMuRXhjZWwuRXhjZWxBZGRyZXNzLCBBbHR1YS5EYXRhLQwFFVgdXRg0AgEAOAwBARAAGAAhACgCMQBCQEFsdHVhLkRhdGEuRXhjZWwuUmVhZGluZy5EZWZhdWx0RXhjZWxSZWFkaW5nU3RyYXRlZ3ksIEFsdHVhLkRhdGE9EABEAEgeHQQSBBACAAAAAAAAAAAAAAAAAAAACwAAAAAAADNATAsL7HpWHbtp3kgVZFAOAwBoAGgAAAAAAAAAAABUAFgFCQEVbRxiN0FsdHVhLkRhdGEuUmVhZGVycy5FeGNlbC5TcGVjaWZpY0V4Y2VsUmFuZ2UsIEFsdHVhLkRhdGFdGB8FdAwbRENGIFZhbHVhdGlvbiAmIFNlbnNpdGl2aXR5ZJIJAwp4CnwDAAEAAwR3YWNjCQECAwQFBgcICQMPVGVybWluYWwgR3Jvd3RoCQoUHigyPEZQWlFMW63YQ8NIQMwnMuhrBro/KLf03ZRiuT+ERrfTvb64P+DVecnmGrg/PGU8vw93tz+Y9P60ONO2P/SDwaphL7Y/UBOEoIqLtT+amZmZmZmJP/33hhMUgEJA8s7n7tmZQ0BM4t1xzsREQFR54WSHAkZAqqjF281UR0ClBQ+Tpr1IQNMkaf5bP0pAZk8AcorcS0C5HoXrUbiOP9nksczvMENATamHib1XREB/xP7pCpFFQBSQtmya3kZAHGvWXGlCSECjUWW7ub5JQNOswDseVktAVc+W2YgLTUDsUbgeheuRPywlDl5N7ENAmaBSlkEhRUDy5XTRLWpGQDNCQgkIyUdAPh908AlASUDMQQXDvNFKQJpaeKYHgUxAkGJDRkFRTkB7FK5H4XqUP/NkMNMjs0RAXa+RFYD3RUCzjGA/elFHQExbrdhDw0hA0fawzlxPSkBAGkafofhLQP3YpbRcwk1AQKQK0FuwT0AK16NwPQqXP5629myJhkVAP8ay0LfbRkBi2N/bXkhIQAN+zlT1zklAyChRP01yS0Dd/d74pDVNQG2vvlS8HE9AYqxtbfeVUECZmZmZmZmZP8xYPbi4Z0ZAA2qTjVLPR0Cow4N5fVBJQHsimTIB7kpAyAsDPRCrTEAX/pe5XItOQJkzXiKZSVBAwMRBMstjUUAoXI/C9SicP2gVEawWWEdAvfILjuzTSEDC07ZUtGtKQNDFeN2UIkxAyjkZ0TL8TUDTQFIkyvxPQJPn2AenFFFAtIsFv8hDUkC3HoXrUbiePwrgtw86WUhAgrLNr13rSUBmu9pnKZxLQMlW3KE0b01AeSt07atoT0AgesBBuMZQQOxIvxCg8VFAjHNj93M4U0AAAAABAAAAAAAAAAAA+P//HwEAAAAAAAMCgQEhAokBIQgMDQ4PEBESEwKNASEIFR8pMz1HUVsICj1SWzddQ1stOF0BCww9UlsxXUMrMCwyNSUDDA0ODD1SWy0xN11DWy04XQEPDT1SWy0xXUMtMCwyNSUEEBESEww9UkNbMV0tMCwyNSUDFR8p5wE9KCgoKChSMTJDOS8oMStSQzExKV5SMTFDOSkrKFIxMkM4LygxK1JDMTEpXlIxMUM4KSsoUjEyQzcvKDErUkMxMSleUjExQzcpKyhSMTJDNi8oMStSQzExKV5SMTFDNikrKFIxMkM1LygxK1JDMTEpXlIxMUM1KSsoUjEyQzQvKDErUkMxMSleUjExQzQpKyhSMTJDMy8oMStSQzExKV5SMTFDMykpKSkrKCgoUjEyQzkqKDErUjE4QykpLyhSQzExLVIxOEMpKS8oMStSQzExKV4oUjExQzkpKS1SMjFDMykvUjI0QzNAFhcYGRobHB0gISIjJCUmJyorLC0uLzAxNDU2Nzg5Ojs+P0BBQkNERUhJSktMTU5PUlNUVVZXWFlcXV5fYGFiYw09UlstMTJdQ1stMTJdATMNPVJDWy0xXSswLDI1JQQ9R1FbaAByT0FsdHVhLkxpYnJhcnkuU2VyaWFsaXphYmxlLlN0b3JhZ2UuQWJzb2x1dGVGaWxlUGF0aCwgQWx0dWEuTGlicmFyeS5TZXJpYWxpemFibGVtHFYEVGh0dHBzOi8vYmllZHUtbXkuc2hhcmVwb2ludC5jb20vcGVyc29uYWwvczIzMTc3NDBfYmlfbm8vRG9jdW1lbnRzL1BhcmV0byBlcXVpdHkueGxzeHQIBZEBJQ2ZASd4FKABpAGoAawBsAG0AbgBvAHAAcQBfBTIAcwB0AHUAdgB3AHgAeQB6AHsAYYBPUFsdHVhLkRhdGEuTnVtYmVyRm9ybWF0dGluZy5Db21wb3NpdGVOdW1iZXJGb3JtYXQsIEFsdHVhLkRhdGGBASELHfABJfQBNfgBPQCJASELHfwBJYACNYQCPQCNASELHYgCJYwCNZACPQCWATdBbHR1YS5EYXRhLlByaW1pdGl2ZXMuQ29uc3RyYWluZWRDb2x1bW5TcGFuLCBBbHR1YS5EYXRhkQElBQMFlAIAngE0QWx0dWEuRGF0YS5QcmltaXRpdmVzLkNvbnN0cmFpbmVkUm93U3BhbiwgQWx0dWEuRGF0YZkBJwUDBZgCAKABGQQSBBABAAAAAAAAAAAAAAAAAAAADAFKGQGkARkEEgQQAQAAAAAAAAAAAAAAAQAAAQwBSxkBqAEZBBIEEAEAAAAAAAAAAAAAAAIAAAIMAUwZAawBGQQSBBABAAAAAAAAAAAAAAADAAADDAFNGQGwARkEEgQQAQAAAAAAAAAAAAAABAAABAwBThkBtAEZBBIEEAEAAAAAAAAAAAAAAAUAAAUMAU8ZAbgBGQQSBBABAAAAAAAAAAAAAAAGAAAGDAFQGQG8ARkEEgQQAQAAAAAAAAAAAAAABwAABwwBURkBwAEZBBIEEAEAAAAAAAAAAAAAAAgAAAgMAVIZAcQBGQQSBBABAAAAAAAAAAAAAAAJAAAJDAFTGQHIARoEEgQQAgAAAAAAAAAAAAAAAAAAAAwCMTcZAcwBGgQSBBACAAAAAAAAAAAAAAABAAABDAIxOBkB0AEaBBIEEAIAAAAAAAAAAAAAAAIAAAIMAjE5GQHUARoEEgQQAgAAAAAAAAAAAAAAAwAAAwwCMjAZAdgBGgQSBBACAAAAAAAAAAAAAAAEAAAEDAIyMRkB3AEaBBIEEAIAAAAAAAAAAAAAAAUAAAUMAjIyGQHgARoEEgQQAgAAAAAAAAAAAAAABgAABgwCMjMZAeQBGgQSBBACAAAAAAAAAAAAAAAHAAAHDAIyNBkB6AEaBBIEEAIAAAAAAAAAAAAAAAgAAAgMAjI1GQHsARoEEgQQAgAAAAAAAAAAAAAACQAACQwCMjYZAfABCQAADAMFnAIRAfQBCQAADAMFoAIRAfgBCwQBLAwBIBQDTk9L/AEJAAIMAwWkAhEBgAIJAAIMAwWoAhEBhAILBAEsDAEgFANOT0uIAgkAAgwDBawCEQGMAgkAAgwDBbACEQGQAgsEASwMASAUA05PS5QCBAECChSYAgQBAhEbnAIFAQG1Ak6gAggBAr0CULUCTqQCCwEDxQJOyQJQzQJUqAIOAQTVAlDFAk7JAlDNAlSsAgsBA9kCTt0CUOECVLACDgEE5QJQ2QJO3QJQ4QJUugJAQWx0dWEuRGF0YS5OdW1iZXJGb3JtYXR0aW5nLk51bWJlckZvcm1hdFZhbHVlU2VnbWVudCwgQWx0dWEuRGF0YbUCTgUEAwXoAsICP0FsdHVhLkRhdGEuTnVtYmVyRm9ybWF0dGluZy5OdW1iZXJGb3JtYXRUZXh0U2VnbWVudCwgQWx0dWEuRGF0Yb0CUAUEAS0JAcUCTgUEAwXsAskCUAUEASAJAdICQkFsdHVhLkRhdGEuTnVtYmVyRm9ybWF0dGluZy5OdW1iZXJGb3JtYXRQZXJjZW50U2VnbWVudCwgQWx0dWEuRGF0Yc0CVADVAlAFBAEtCQHZAk4FBAMF8ALdAlAFBAEgCQHhAlQA5QJQBQQBLQkB6AIIAQL1Al71Al7sAggBAvUCXvUCXvACCwED9QJe9QJe9QJe+gI5QWx0dWEuRGF0YS5OdW1iZXJGb3JtYXR0aW5nLk51bWJlclBsYWNlaG9sZGVyLCBBbHR1YS5EYXRh9QJeBQIwAAAA"/>
  <p:tag name="GRUNT-RENDERHASH" val="9534e47dbb8d549d6e7f26ffab98a293-svg"/>
  <p:tag name="GRUNT-X-PAGEOBJECT" val="AQUC9NIBCjhBbHR1YS5PYWsuQ29yZS5Eb2N1bWVudE1vZGVsLlRhYmxlT2JqZWN0LCBBbHR1YS5PYWsuQ29yZQUCVAQSBBBy4M6CYgjcTpUulTiLu22TDBIEEE8V/QFiwHFCkPUx/z/xz80VDQQlFQYtHDUgPSUKVSxlMG00cAB8EgQQAAAAAAAAAAAAAAAAAAAAAIUBOBJQQWx0dWEuT2FrLkNvcmUuRG9jdW1lbnRNb2RlbC5UZW1wbGF0aW5nLkN1c3RvbVBvc2l0aW9uRGVmaW5pdGlvbiwgQWx0dWEuT2FrLkNvcmUNBCQEIgEEAAAAXKJJd0AAAADk+kdnQAAAAKTjiHNA7ObrMcZeY0AaL0FsdHVhLk9hay5Db3JlLlRhYmxlcy5TdHJ1Y3R1cmUsIEFsdHVhLk9hay5Db3JlFQYGFTwdQC1EHAIFSCAEBAIFTCpKQWx0dWEuT2FrLkNvcmUuTW9kaWZpY2F0aW9uLlN0eWxpbmcuU3RhdGljVGFibGVPYmplY3RTdHlsZSwgQWx0dWEuT2FrLkNvcmUlChM1UEVUTVhVXF1gZWRtaHVshQFwLBIFdAwFZW4tR0IVeBwFZW4tR0IwAgV8NEQEFDd5ajhiNG5qNTN5Nzc0OXR6cmtpDBQ3eWo4OXc4ajRpc3g1ZzIzYTRtMBQUN3lqODl3OGg0bDRhNHkzYmZjcTUZADgGBYABDYQBPAoFiAEdACUALYwBQAoFkAEdACUALZQBRAMFmAFIAEwLAQOdASilASqtASxQBQQDBbQBVAUEAwW4AVgFBAMFvAFcBQQDBcABYAUEAwXEAWQFBAMFyAFoBQQDBcwBbAUEAwXQAXADBdQBdAoEAS4MASwUAsKjeAkEBWVuLUdCCAF8AQ6AAQcIARABHdgBhAEDBdwBiAES4AHkAegB7AHwAfQB+AH8AYACjAGKAhIEEGlT8R/PYO5aokzH3aWxnLISBBB0wwM28AguXbG+rD1czo8yEgQQfPhBRS8MAFunAgAKCM7z4RIEEJbGxkhhENZZrznWpaMwneYSBBA70duR82BOXIg7OTrRrwdLEgQQl7DSnoXg+1+JtWiTw5nOuBIEED4Kc6NxGVJSpceBprBAzL0SBBDEDXy0Vv2UVaUGW/pRdRJjEgQQhg6PvNH0LVGuoMGP1zjxCxIEEB+TyMG2DP5TnNS8si2EBUESBBDQUrDcLUmBVZ1n0BH70fuoEgQQXmlJ5P33Pl2bN+ACXuCo1hIEEFPdBPuBp2lRuLE3IcByWTMSBBBlYYr8WK5HXqHhNWQrPVDPkAEShAKIAowCkAKUApgCnAKgAqQClAH3ARIEEFP8WQIlEqRamilIIIIlTD4SBBC4iwwjrJeuUbRIbE8xkzEzEgQQgQosNTCxylie4tu6YfWPahIEEBA/xmDZJklXnmnf4HDLrLcSBBAV2f2BPy20XZGMEtGKzFsuEgQQqmTZjsCWQlCS306YHopyEhIEEGIM4KQYG71Qir2X+8k52i4SBBC+qBK53ZPOVJfs8keLTBwMEgQQnWp/u68Rj12bFethz1dtDhIEEGTCrdPXUP1QrE/2F7hYSMISBBBc/hTcwPMxWKkciQZOs35KEgQQ3RJ93fA+j1GcHX3sjzFlEhIEEH4Cc97l+slQmil/mkxFDxCYAQFgogFXQWx0dWEuT2FrLkNvcmUuTW9kaWZpY2F0aW9uLk1vZGlmaWVycy5GaWxsQ29uZGl0aW9uYWxDb250aW51b3VzTW9kaWZpZXIsIEFsdHVhLk9hay5Db3JlnQEoFQWoAh2sAjWxAk09uAJFuAJNvAJQAKoBR0FsdHVhLk9hay5Db3JlLk1vZGlmaWNhdGlvbi5Nb2RpZmllcnMuQWxpZ25tZW50TW9kaWZpZXIsIEFsdHVhLk9hay5Db3JlpQEqCQXAAg3EAhXIArIBTEFsdHVhLk9hay5Db3JlLk1vZGlmaWNhdGlvbi5Nb2RpZmllcnMuQ2hhcmFjdGVyU3R5bGVNb2RpZmllciwgQWx0dWEuT2FrLkNvcmWtASwPBcwCHdACJdQCLdgCNdwCtAECAQC4AQQBAeACvAEWAQrkAugC7ALwAvQC+AL8AoADhAOIA8ABCgEEjAOQA5QDmAPEAQQBAZwDyAEUAQmgA6QDqAOsA7ADtAO4A7wDwAPMAQQBAcQD0AECAQDUAQDYARADAMgDAMgDAAAAAAAAAAAA3AGOHS0EKAQSBBABAAAAAAAAAAAAAAAGAAAGDBIEEAIAAAAAAAAAAAAAAAgAAAgNzAMtBCgEEgQQAQAAAAAAAAAAAAAAAgAAAgwSBBACAAAAAAAAAAAAAAAGAAAGDdADLQQoBBIEEAEAAAAAAAAAAAAAAAcAAAcMEgQQAgAAAAAAAAAAAAAACQAACQ3UAy0EKAQSBBABAAAAAAAAAAAAAAAHAAAHDBIEEAIAAAAAAAAAAAAAAAIAAAIN2AMtBCgEEgQQAQAAAAAAAAAAAAAACQAACQwSBBACAAAAAAAAAAAAAAAGAAAGDdwDLQQoBBIEEAEAAAAAAAAAAAAAAAMAAAMMEgQQAgAAAAAAAAAAAAAACAAACA3gAy0EKAQSBBABAAAAAAAAAAAAAAAEAAAEDBIEEAIAAAAAAAAAAAAAAAQAAAQN5AMtBCgEEgQQAQAAAAAAAAAAAAAACAAACAwSBBACAAAAAAAAAAAAAAAEAAAEDegDLQQoBBIEEAEAAAAAAAAAAAAAAAgAAAgMEgQQAgAAAAAAAAAAAAAABwAABw3sAy0EKAQSBBABAAAAAAAAAAAAAAABAAABDBIEEAIAAAAAAAAAAAAAAAkAAAkN8AMtBCgEEgQQAQAAAAAAAAAAAAAACAAACAwSBBACAAAAAAAAAAAAAAABAAABDfQDLQQoBBIEEAEAAAAAAAAAAAAAAAIAAAIMEgQQAgAAAAAAAAAAAAAACQAACQ34Ay0EKAQSBBABAAAAAAAAAAAAAAAIAAAIDBIEEAIAAAAAAAAAAAAAAAIAAAIN/AMtBCgEEgQQAQAAAAAAAAAAAAAAAwAAAwwSBBACAAAAAAAAAAAAAAABAAABDYAELQQoBBIEEAEAAAAAAAAAAAAAAAgAAAgMEgQQAgAAAAAAAAAAAAAABgAABg2EBC0EKAQSBBABAAAAAAAAAAAAAAACAAACDBIEEAIAAAAAAAAAAAAAAAMAAAMNiAQtBCgEEgQQAQAAAAAAAAAAAAAAAQAAAQwSBBACAAAAAAAAAAAAAAAFAAAFDYwELQQoBBIEEAEAAAAAAAAAAAAAAAQAAAQMEgQQAgAAAAAAAAAAAAAABgAABg2QBC0EKAQSBBABAAAAAAAAAAAAAAAJAAAJDBIEEAIAAAAAAAAAAAAAAAgAAAgNlAQtBCgEEgQQAQAAAAAAAAAAAAAAAwAAAwwSBBACAAAAAAAAAAAAAAAEAAAEDZgELQQoBBIEEAEAAAAAAAAAAAAAAAQAAAQMEgQQAgAAAAAAAAAAAAAAAgAAAg2cBC0EKAQSBBABAAAAAAAAAAAAAAABAAABDBIEEAIAAAAAAAAAAAAAAAcAAAcNoAQtBCgEEgQQAQAAAAAAAAAAAAAABgAABgwSBBACAAAAAAAAAAAAAAAHAAAHDaQELQQoBBIEEAEAAAAAAAAAAAAAAAEAAAEMEgQQAgAAAAAAAAAAAAAABAAABA2oBC0EKAQSBBABAAAAAAAAAAAAAAACAAACDBIEEAIAAAAAAAAAAAAAAAgAAAgNrAQtBCgEEgQQAQAAAAAAAAAAAAAABgAABgwSBBACAAAAAAAAAAAAAAABAAABDbAELQQoBBIEEAEAAAAAAAAAAAAAAAQAAAQMEgQQAgAAAAAAAAAAAAAACAAACA20BC0EKAQSBBABAAAAAAAAAAAAAAAHAAAHDBIEEAIAAAAAAAAAAAAAAAQAAAQNuAQtBCgEEgQQAQAAAAAAAAAAAAAACQAACQwSBBACAAAAAAAAAAAAAAADAAADDbwELQQoBBIEEAEAAAAAAAAAAAAAAAMAAAMMEgQQAgAAAAAAAAAAAAAAAwAAAw3ABC0EKAQSBBABAAAAAAAAAAAAAAAGAAAGDBIEEAIAAAAAAAAAAAAAAAYAAAYNxAQtBCgEEgQQAQAAAAAAAAAAAAAACQAACQwSBBACAAAAAAAAAAAAAAAEAAAEDcgELQQoBBIEEAEAAAAAAAAAAAAAAAcAAAcMEgQQAgAAAAAAAAAAAAAAAwAAAw3MBC0EKAQSBBABAAAAAAAAAAAAAAAIAAAIDBIEEAIAAAAAAAAAAAAAAAUAAAUN0AQtBCgEEgQQAQAAAAAAAAAAAAAABAAABAwSBBACAAAAAAAAAAAAAAAHAAAHDdQELQQoBBIEEAEAAAAAAAAAAAAAAAYAAAYMEgQQAgAAAAAAAAAAAAAAAwAAAw3YBC0EKAQSBBABAAAAAAAAAAAAAAACAAACDBIEEAIAAAAAAAAAAAAAAAUAAAUN3AQtBCgEEgQQAQAAAAAAAAAAAAAACAAACAwSBBACAAAAAAAAAAAAAAAJAAAJDeAELQQoBBIEEAEAAAAAAAAAAAAAAAMAAAMMEgQQAgAAAAAAAAAAAAAACQAACQ3kBC0EKAQSBBABAAAAAAAAAAAAAAAHAAAHDBIEEAIAAAAAAAAAAAAAAAcAAAcN6AQtBCgEEgQQAQAAAAAAAAAAAAAABwAABwwSBBACAAAAAAAAAAAAAAABAAABDewELQQoBBIEEAEAAAAAAAAAAAAAAAQAAAQMEgQQAgAAAAAAAAAAAAAACQAACQ3wBC0EKAQSBBABAAAAAAAAAAAAAAABAAABDBIEEAIAAAAAAAAAAAAAAAYAAAYN9AQtBCgEEgQQAQAAAAAAAAAAAAAACAAACAwSBBACAAAAAAAAAAAAAAAIAAAIDfgELQQoBBIEEAEAAAAAAAAAAAAAAAIAAAIMEgQQAgAAAAAAAAAAAAAAAQAAAQ38BC0EKAQSBBABAAAAAAAAAAAAAAAGAAAGDBIEEAIAAAAAAAAAAAAAAAQAAAQNgAUtBCgEEgQQAQAAAAAAAAAAAAAAAgAAAgwSBBACAAAAAAAAAAAAAAACAAACDYQFLQQoBBIEEAEAAAAAAAAAAAAAAAYAAAYMEgQQAgAAAAAAAAAAAAAABQAABQ2IBS0EKAQSBBABAAAAAAAAAAAAAAAEAAAEDBIEEAIAAAAAAAAAAAAAAAEAAAENjAUtBCgEEgQQAQAAAAAAAAAAAAAACQAACQwSBBACAAAAAAAAAAAAAAACAAACDZAFLQQoBBIEEAEAAAAAAAAAAAAAAAcAAAcMEgQQAgAAAAAAAAAAAAAABgAABg2UBS0EKAQSBBABAAAAAAAAAAAAAAAHAAAHDBIEEAIAAAAAAAAAAAAAAAUAAAUNmAUtBCgEEgQQAQAAAAAAAAAAAAAACQAACQwSBBACAAAAAAAAAAAAAAAJAAAJDZwFLQQoBBIEEAEAAAAAAAAAAAAAAAgAAAgMEgQQAgAAAAAAAAAAAAAAAwAAAw2gBS0EKAQSBBABAAAAAAAAAAAAAAAGAAAGDBIEEAIAAAAAAAAAAAAAAAkAAAkNpAUtBCgEEgQQAQAAAAAAAAAAAAAABQAABQwSBBACAAAAAAAAAAAAAAADAAADDagFLQQoBBIEEAEAAAAAAAAAAAAAAAUAAAUMEgQQAgAAAAAAAAAAAAAABAAABA2sBS0EKAQSBBABAAAAAAAAAAAAAAABAAABDBIEEAIAAAAAAAAAAAAAAAIAAAINsAUtBCgEEgQQAQAAAAAAAAAAAAAABQAABQwSBBACAAAAAAAAAAAAAAAHAAAHDbQFLQQoBBIEEAEAAAAAAAAAAAAAAAYAAAYMEgQQAgAAAAAAAAAAAAAAAgAAAg24BS0EKAQSBBABAAAAAAAAAAAAAAAHAAAHDBIEEAIAAAAAAAAAAAAAAAgAAAgNvAUtBCgEEgQQAQAAAAAAAAAAAAAAAwAAAwwSBBACAAAAAAAAAAAAAAACAAACDcAFLQQoBBIEEAEAAAAAAAAAAAAAAAkAAAkMEgQQAgAAAAAAAAAAAAAABwAABw3EBS0EKAQSBBABAAAAAAAAAAAAAAACAAACDBIEEAIAAAAAAAAAAAAAAAQAAAQNyAUtBCgEEgQQAQAAAAAAAAAAAAAABAAABAwSBBACAAAAAAAAAAAAAAADAAADDcwFLQQoBBIEEAEAAAAAAAAAAAAAAAkAAAkMEgQQAgAAAAAAAAAAAAAABQAABQ3QBS0EKAQSBBABAAAAAAAAAAAAAAAFAAAFDBIEEAIAAAAAAAAAAAAAAAUAAAUN1AUtBCgEEgQQAQAAAAAAAAAAAAAAAQAAAQwSBBACAAAAAAAAAAAAAAADAAADDdgFLQQoBBIEEAEAAAAAAAAAAAAAAAMAAAMMEgQQAgAAAAAAAAAAAAAABwAABw3cBS0EKAQSBBABAAAAAAAAAAAAAAACAAACDBIEEAIAAAAAAAAAAAAAAAcAAAcN4AUtBCgEEgQQAQAAAAAAAAAAAAAAAwAAAwwSBBACAAAAAAAAAAAAAAAGAAAGDeQFLQQoBBIEEAEAAAAAAAAAAAAAAAUAAAUMEgQQAgAAAAAAAAAAAAAAAgAAAg3oBS0EKAQSBBABAAAAAAAAAAAAAAAFAAAFDBIEEAIAAAAAAAAAAAAAAAEAAAEN7AUtBCgEEgQQAQAAAAAAAAAAAAAACQAACQwSBBACAAAAAAAAAAAAAAABAAABDfAFLQQoBBIEEAEAAAAAAAAAAAAAAAEAAAEMEgQQAgAAAAAAAAAAAAAAAQAAAQ30BS0EKAQSBBABAAAAAAAAAAAAAAAFAAAFDBIEEAIAAAAAAAAAAAAAAAYAAAYN+AUtBCgEEgQQAQAAAAAAAAAAAAAABAAABAwSBBACAAAAAAAAAAAAAAAFAAAFDfwFLQQoBBIEEAEAAAAAAAAAAAAAAAEAAAEMEgQQAgAAAAAAAAAAAAAACAAACA2ABi0EKAQSBBABAAAAAAAAAAAAAAADAAADDBIEEAIAAAAAAAAAAAAAAAUAAAUNhAYtBCgEEgQQAQAAAAAAAAAAAAAABQAABQwSBBACAAAAAAAAAAAAAAAIAAAIDYgGLQQoBBIEEAEAAAAAAAAAAAAAAAUAAAUMEgQQAgAAAAAAAAAAAAAACQAACQ2MBuABPQQSBBDNK2KXYGGmUqQ3iLnEb2QlDBIEEAEAAAAAAAAAAAAAAAEAAAEUCwACCwAAAAAAAPA/IAA0AQA8AQHkAT0EEgQQoz5hYiFT0V+UQDgTJWq9GAwSBBABAAAAAAAAAAAAAAACAAACFAsAAgsAAAAAAADwPyAANAEAPAEB6AE9BBIEEJyrLkckysxUn2Rw2lUAcPoMEgQQAQAAAAAAAAAAAAAAAwAAAxQLAAILAAAAAAAA8D8gADQBADwBAewBPQQSBBDYNSxBglXiWoo42GbbvJ4VDBIEEAEAAAAAAAAAAAAAAAQAAAQUCwACCwAAAAAAAPA/IAA0AQA8AQHwAT0EEgQQ5Ce5GUMqNFGU7+cr52NSQwwSBBABAAAAAAAAAAAAAAAFAAAFFAsAAgsAAAAAAADwPyAANAEAPAEB9AE9BBIEEDJkF2VrOOtRk+Me9SFEukAMEgQQAQAAAAAAAAAAAAAABgAABhQLAAILAAAAAAAA8D8gADQBADwBAfgBPQQSBBCR/eCYyjODVqYK6XdyWrKVDBIEEAEAAAAAAAAAAAAAAAcAAAcUCwACCwAAAAAAAPA/IAA0AQA8AQH8AT0EEgQQloQKMutWZVilMFrlywzxwgwSBBABAAAAAAAAAAAAAAAIAAAIFAsAAgsAAAAAAADwPyAANAEAPAEBgAI9BBIEELWOpWP/1otdkvGAmVK5xMMMEgQQAQAAAAAAAAAAAAAACQAACRQLAAILAAAAAAAA8D8gADQBADwBAYQCPQQSBBADTJF4Ak15WJ1i9f15w1+EDBIEEAIAAAAAAAAAAAAAAAEAAAEUCwACCwAAAAAAAPA/IAA0AQA8AQGIAj0EEgQQejJ43JJftlWE79r9idY0HAwSBBACAAAAAAAAAAAAAAACAAACFAsAAgsAAAAAAADwPyAANAEAPAEBjAI9BBIEEDnvnSilxSBelwuJhcG7ZlsMEgQQAgAAAAAAAAAAAAAAAwAAAxQLAAILAAAAAAAA8D8gADQBADwBAZACPQQSBBA7J9D+9PsQUKoRsS+pNGxaDBIEEAIAAAAAAAAAAAAAAAQAAAQUCwACCwAAAAAAAPA/IAA0AQA8AQGUAj0EEgQQshe/98Sd4FeXhDlKcfO9HgwSBBACAAAAAAAAAAAAAAAFAAAFFAsAAgsAAAAAAADwPyAANAEAPAEBmAI9BBIEEB+Ew6DH9UZVnSB4omDcn5AMEgQQAgAAAAAAAAAAAAAABgAABhQLAAILAAAAAAAA8D8gADQBADwBAZwCPQQSBBDf2i34LPM5XZddqFF7k+xWDBIEEAIAAAAAAAAAAAAAAAcAAAcUCwACCwAAAAAAAPA/IAA0AQA8AQGgAj0EEgQQ6r9IDKkmd1+h+FmwKYu3jgwSBBACAAAAAAAAAAAAAAAIAAAIFAsAAgsAAAAAAADwPyAANAEAPAEBpAI9BBIEEOvx3//EQD9crIt4kCqH2/8MEgQQAgAAAAAAAAAAAAAACQAACRQLAAILAAAAAAAA8D8gADQBADwBAagCJQQSBBDS8f7WEANISLtc2287Of9dDAMFkAYUAwWUBhkBIAEtmAasAgUEAwWcBrYCUUFsdHVhLk9hay5Db3JlLk1vZGlmaWNhdGlvbi5Nb2RpZmllcnMuVHdvQ29sb3JDb250aW51b3VzRmlsbENvbG9yLCBBbHR1YS5PYWsuQ29yZbECTQoFoQbJAQ2pBssBuAILAwAAAAAAAAAACAG8AgYFsAYNtAbAAiUEEgQQXzvvrVfID0u2hSsssxkvrwwDBbgGFAMFvAYZASAELcAGxAIEAAEIAsgCBAABCATMAiUEEgQQefrjRYZdokCE3TVM6rX78wwDBcQGFAMFyAYZASAELcwG0AILAwAAAAAAACBACALUAg0ECQCQAwgAEQAZAAgE2AIRBA0EC19fcmVzb2x2ZV9fCATcAgcF0QbJAQgC4AIKBdUG1gEN3QbJAeQCCgXhBtkBDekG2wHoAgoF8QbZAQ31BtsB7AIKBfkG2QEN/QbbAfACCgWBB9kBDYUH2wH0AgoFiQfZAQ2NB9sB+AIKBZEH2QENlQfbAfwCCgWZB9kBDZ0H2wGAAwoFoQfZAQ2lB9sBhAMKBakH2QENrQfbAYgDCgWxB9kBDbUH2wGMAwoFuQfZAQ29B/ABkAMKBcUH2QENyQfwAZQDCgXNB9kBDdEH8AGYAwoF1QfZAQ3ZB/cBnAMKBeEH2QEN5Qf6AaADCgXtB9kBDfEH/QGkAwoF+QfZAQ39B/0BqAMKBYEI2QENhQj9AawDCgWJCNkBDY0I/QGwAwoFkQjZAQ2VCP0BtAMKBbEH2QENmQj9AbgDCgWdCNkBDaEI/QG8AwoFpQjZAQ2pCP0BwAMKBa0I2QENsQj9AcQDCgW1CNkBDbkIjwLIAwDMAwkNwAgVxAgcAQDQAwkNwAgVyAgcAQDUAwkNwAgVzAgcAQDYAwkNwAgV0AgcAQDcAwkNwAgV1AgcAQDgAwkNwAgV2AgcAQDkAwkNwAgV3AgcAQDoAwkNwAgV4AgcAQDsAwkNwAgV5AgcAQDwAwkNwAgV6AgcAQD0AwkNwAgV7AgcAQD4AwkNwAgV8AgcAQD8AwkNwAgV9AgcAQCABAkNwAgV+AgcAQCEBAkNwAgV/AgcAQCIBAkNwAgVgAkcAQCMBAkNwAgVhAkcAQCQBAkNwAgViAkcAQCUBAkNwAgVjAkcAQCYBAkNwAgVkAkcAQCcBAkNwAgVlAkcAQCgBAkNwAgVmAkcAQCkBAkNwAgVnAkcAQCoBAkNwAgVoAkcAQCsBAkNwAgVpAkcAQCwBAkNwAgVqAkcAQC0BAkNwAgVrAkcAQC4BAkNwAgVsAkcAQC8BAkNwAgVtAkcAQDABAkNwAgVuAkcAQDEBAkNwAgVvAkcAQDIBAkNwAgVwAkcAQDMBAkNwAgVxAkcAQDQBAkNwAgVyAkcAQDUBAkNwAgVzAkcAQDYBAkNwAgV0AkcAQDcBAkNwAgV1AkcAQDgBAkNwAgV2AkcAQDkBAkNwAgV3AkcAQDoBAkNwAgV4AkcAQDsBAkNwAgV5AkcAQDwBAkNwAgV6AkcAQD0BAkNwAgV7AkcAQD4BAkNwAgV8AkcAQD8BAkNwAgV9AkcAQCABQkNwAgV+AkcAQCEBQkNwAgV/AkcAQCIBQkNwAgVgAocAQCMBQkNwAgVhAocAQCQBQkNwAgViAocAQCUBQkNwAgVjAocAQCYBQkNwAgVkAocAQCcBQkNwAgVlAocAQCgBQkNwAgVmAocAQCkBQkNwAgVnAocAQCoBQkNwAgVoAocAQCsBQkNwAgVpAocAQCwBQkNwAgVqAocAQC0BQkNwAgVrAocAQC4BQkNwAgVsAocAQC8BQkNwAgVtAocAQDABQkNwAgVuAocAQDEBQkNwAgVvAocAQDIBQkNwAgVwAocAQDMBQkNwAgVxAocAQDQBQkNwAgVyAocAQDUBQkNwAgVzAocAQDYBQkNwAgV0AocAQDcBQkNwAgV1AocAQDgBQkNwAgV2AocAQDkBQkNwAgV3AocAQDoBQkNwAgV4AocAQDsBQkNwAgV5AocAQDwBQkNwAgV6AocAQD0BQkNwAgV7AocAQD4BQkNwAgV8AocAQD8BQkNwAgV9AocAQCABgkNwAgV+AocAQCEBgkNwAgV/AocAQCIBgkNwAgVgAscAQCMBgkNwAgVhAscAQCQBgYBAYkL4wKUBgYBAZEL5QKYBgsEB0RlZmF1bHQIAZwGBAECAQqmBjdBbHR1YS5PYWsuQ29yZS5UaGVtaW5nLlBhZ2VDb2xvclBvaW50ZXIsIEFsdHVhLk9hay5Db3JloQbJAQQAAggArgY3QWx0dWEuT2FrLkNvcmUuVGhlbWluZy5Ob25lQ29sb3JQb2ludGVyLCBBbHR1YS5PYWsuQ29yZakGywEAsAYWBBIEEAAAAAAAAAAAAAAAAAAAAAAIAbQGFgQSBBAAAAAAAAAAAAAAAAAAAAAACAG4BgYBAZkL5QK8BgYBAZ0L4wLABgsEB0RlZmF1bHQIAcQGBgEBoQvlAsgGBgEBpQvjAswGCwQHRGVmYXVsdAgB0QbJAQQAAAgA2gZUQWx0dWEuT2FrLkNvcmUuTW9kaWZpY2F0aW9uLlN0eWxpbmcuU3BlY2lmaWNDZWxsc0N1c3RvbWl6YXRpb25UYXJnZXQsIEFsdHVhLk9hay5Db3Jl1QbWAQMFqAvdBskBBAAACADmBlpBbHR1YS5PYWsuQ29yZS5Nb2RpZmljYXRpb24uU3R5bGluZy5UZXh0SW5TcGVjaWZpY0NlbGxzQ3VzdG9taXphdGlvblRhcmdldCwgQWx0dWEuT2FrLkNvcmXhBtkBAwWsC+4GRkFsdHVhLk9hay5Db3JlLlN5bnRheFN0cnVjdHVyZS5Gb250V2VpZ2h0RnJvbURhdGFWYWx1ZSwgQWx0dWEuT2FrLkNvcmXpBtsBAPEG2QEDBbAL9QbbAQD5BtkBAwW0C/0G2wEAgQfZAQMFuAuFB9sBAIkH2QEDBbwLjQfbAQCRB9kBAwXAC5UH2wEAmQfZAQMFxAudB9sBAKEH2QEDBcgLpQfbAQCpB9kBAwXMC60H2wEAsQfZAQMF0Au1B9sBALkH2QEDBdQLwgdCQWx0dWEuT2FrLkNvcmUuU3ludGF4U3RydWN0dXJlLkFjdHVhbEZvbnRTaXplVmFsdWUsIEFsdHVhLk9hay5Db3JlvQfwAQkDAAAAAAAAJEDFB9kBAwXYC8kH8AEJAwAAAAAAACRAzQfZAQMF3AvRB/ABCQMAAAAAAAAkQNUH2QEDBeAL3gdEQWx0dWEuT2FrLkNvcmUuU3ludGF4U3RydWN0dXJlLkZvbnRTaXplRnJvbURhdGFWYWx1ZSwgQWx0dWEuT2FrLkNvcmXZB/cBAOEH2QEDBeQL6gdDQWx0dWEuT2FrLkNvcmUuU3ludGF4U3RydWN0dXJlLkFjdHVhbEZvbnRTdHlsZVZhbHVlLCBBbHR1YS5PYWsuQ29yZeUH+gECAALtB9kBAwXoC/YHRUFsdHVhLk9hay5Db3JlLlN5bnRheFN0cnVjdHVyZS5Gb250Q29sb3JGcm9tRGF0YVZhbHVlLCBBbHR1YS5PYWsuQ29yZfEH/QEA+QfZAQMF7Av9B/0BAIEI2QEDBfALhQj9AQCJCNkBAwX0C40I/QEAkQjZAQMF+AuVCP0BAJkI/QEAnQjZAQMF/AuhCP0BAKUI2QEDBYAMqQj9AQCtCNkBAwWEDLEI/QEAtQjZAQMFiAy+CElBbHR1YS5PYWsuQ29yZS5TeW50YXhTdHJ1Y3R1cmUuRm9udFVuZGVybGluZUZyb21EYXRhVmFsdWUsIEFsdHVhLk9hay5Db3JluQiPAgDACAUEAA2MDMQIBQQDBZAMyAgFBAMFlAzMCAUEAwWYDNAIBQQDBZwM1AgFBAMFoAzYCAUEAwWkDNwIBQQDBagM4AgFBAMFrAzkCAUEAwWwDOgIBQQDBbQM7AgFBAMFuAzwCAUEAwW8DPQIBQQDBcAM+AgFBAMFxAz8CAUEAwXIDIAJBQQDBcwMhAkFBAMF0AyICQUEAwXUDIwJBQQDBdgMkAkFBAMF3AyUCQUEAwXgDJgJBQQDBeQMnAkFBAMF6AygCQUEAwXsDKQJBQQDBfAMqAkFBAMF9AysCQUEAwX4DLAJBQQDBfwMtAkFBAMFgA24CQUEAwWEDbwJBQQDBYgNwAkFBAMFjA3ECQUEAwWQDcgJBQQDBZQNzAkFBAMFmA3QCQUEAwWcDdQJBQQDBaAN2AkFBAMFpA3cCQUEAwWoDeAJBQQDBawN5AkFBAMFsA3oCQUEAwW0DewJBQQDBbgN8AkFBAMFvA30CQUEAwXADfgJBQQDBcQN/AkFBAMFyA2ACgUEAwXMDYQKBQQDBdANiAoFBAMF1A2MCgUEAwXYDZAKBQQDBdwNlAoFBAMF4A2YCgUEAwXkDZwKBQQDBegNoAoFBAMF7A2kCgUEAwXwDagKBQQDBfQNrAoFBAMF+A2wCgUEAwX8DbQKBQQDBYAOuAoFBAMFhA68CgUEAwWIDsAKBQQDBYwOxAoFBAMFkA7ICgUEAwWUDswKBQQDBZgO0AoFBAMFnA7UCgUEAwWgDtgKBQQDBaQO3AoFBAMFqA7gCgUEAwWsDuQKBQQDBbAO6AoFBAMFtA7sCgUEAwW4DvAKBQQDBbwO9AoFBAMFwA74CgUEAwXEDvwKBQQDBcgOgAsFBAMFzA6ECwUEAwXQDo4LPkFsdHVhLk9hay5Db3JlLkZpbHRlcmluZy5GaWx0ZXJzLlJvd1R5cGVGaWx0ZXIsIEFsdHVhLk9hay5Db3JliQvjAgUF1A4IAJYLQUFsdHVhLk9hay5Db3JlLkZpbHRlcmluZy5GaWx0ZXJzLkNvbHVtblR5cGVGaWx0ZXIsIEFsdHVhLk9hay5Db3JlkQvlAgUF2A4IAZkL5QIFBdwOCACdC+MCBQXgDggCoQvlAgUF5A4IAKUL4wIFBegOCAGoCykoBBIEEOQnuRlDKjRRlO/nK+djUkMMEgQQejJ43JJftlWE79r9idY0HKwLKSgEEgQQ2DUsQYJV4lqKONhm27yeFQwSBBA7J9D+9PsQUKoRsS+pNGxasAspKAQSBBDYNSxBglXiWoo42GbbvJ4VDBIEELIXv/fEneBXl4Q5SnHzvR60CykoBBIEEOQnuRlDKjRRlO/nK+djUkMMEgQQOyfQ/vT7EFCqEbEvqTRsWrgLKSgEEgQQMmQXZWs461GT4x71IUS6QAwSBBA7J9D+9PsQUKoRsS+pNGxavAspKAQSBBAyZBdlazjrUZPjHvUhRLpADBIEELIXv/fEneBXl4Q5SnHzvR7ACykoBBIEEDJkF2VrOOtRk+Me9SFEukAMEgQQH4TDoMf1RlWdIHiiYNyfkMQLKSgEEgQQ5Ce5GUMqNFGU7+cr52NSQwwSBBAfhMOgx/VGVZ0geKJg3J+QyAspKAQSBBDYNSxBglXiWoo42GbbvJ4VDBIEEB+Ew6DH9UZVnSB4omDcn5DMCykoBBIEEOQnuRlDKjRRlO/nK+djUkMMEgQQshe/98Sd4FeXhDlKcfO9HtALKSgEEgQQoz5hYiFT0V+UQDgTJWq9GAwSBBB6Mnjckl+2VYTv2v2J1jQc1AvsAygEEgQQalTACsxMul6Rab5G9mJBwwwSBBAQP8Zg2SZJV55p3+Bwy6y3KAQSBBDkJ7kZQyo0UZTv5yvnY1JDDBIEEBA/xmDZJklXnmnf4HDLrLcoBBIEEJaECjLrVmVYpTBa5csM8cIMEgQQED/GYNkmSVeead/gcMustygEEgQQ2DUsQYJV4lqKONhm27yeFQwSBBAQP8Zg2SZJV55p3+Bwy6y3KAQSBBCcqy5HJMrMVJ9kcNpVAHD6DBIEEBA/xmDZJklXnmnf4HDLrLcoBBIEEKM+YWIhU9FflEA4EyVqvRgMEgQQED/GYNkmSVeead/gcMustygEEgQQtY6lY//Wi12S8YCZUrnEwwwSBBAQP8Zg2SZJV55p3+Bwy6y3KAQSBBAyZBdlazjrUZPjHvUhRLpADBIEEBA/xmDZJklXnmnf4HDLrLcoBBIEEM0rYpdgYaZSpDeIucRvZCUMEgQQED/GYNkmSVeead/gcMustygEEgQQkf3gmMozg1amCul3clqylQwSBBAQP8Zg2SZJV55p3+Bwy6y3KAQSBBAuOOiwyw+CWraxthZYL1AdDBIEEBA/xmDZJklXnmnf4HDLrLcoBBIEEHFxrPLBpqNXoMak+pT5cRUMEgQQED/GYNkmSVeead/gcMust9gLwwMoBBIEEB+TyMG2DP5TnNS8si2EBUEMEgQQ6r9IDKkmd1+h+FmwKYu3jigEEgQQH5PIwbYM/lOc1LyyLYQFQQwSBBA5750opcUgXpcLiYXBu2ZbKAQSBBAfk8jBtgz+U5zUvLIthAVBDBIEEN7VuSiqF1xZrNeIBXKpKmIoBBIEEB+TyMG2DP5TnNS8si2EBUEMEgQQA0yReAJNeVidYvX9ecNfhCgEEgQQH5PIwbYM/lOc1LyyLYQFQQwSBBAfhMOgx/VGVZ0geKJg3J+QKAQSBBAfk8jBtgz+U5zUvLIthAVBDBIEECcHP8Q3wUlVhEGuR6uS79woBBIEEB+TyMG2DP5TnNS8si2EBUEMEgQQejJ43JJftlWE79r9idY0HCgEEgQQH5PIwbYM/lOc1LyyLYQFQQwSBBCyF7/3xJ3gV5eEOUpx870eKAQSBBAfk8jBtgz+U5zUvLIthAVBDBIEEN/aLfgs8zldl12oUXuT7FYoBBIEEB+TyMG2DP5TnNS8si2EBUEMEgQQOyfQ/vT7EFCqEbEvqTRsWigEEgQQH5PIwbYM/lOc1LyyLYQFQQwSBBDr8d//xEA/XKyLeJAqh9v/3AspKAQSBBAfk8jBtgz+U5zUvLIthAVBDBIEEJBCs/LDM7hToEXM4EvyPwbgCykoBBIEEKM+YWIhU9FflEA4EyVqvRgMEgQQA0yReAJNeVidYvX9ecNfhOQLKSgEEgQQzStil2BhplKkN4i5xG9kJQwSBBCQQrPywzO4U6BFzOBL8j8G6AspKAQSBBCcqy5HJMrMVJ9kcNpVAHD6DBIEEHoyeNySX7ZVhO/a/YnWNBzsCykoBBIEEOQnuRlDKjRRlO/nK+djUkMMEgQQejJ43JJftlWE79r9idY0HPALKSgEEgQQnKsuRyTKzFSfZHDaVQBw+gwSBBA5750opcUgXpcLiYXBu2Zb9AspKAQSBBCjPmFiIVPRX5RAOBMlar0YDBIEEDnvnSilxSBelwuJhcG7Zlv4CykoBBIEENg1LEGCVeJaijjYZtu8nhUMEgQQejJ43JJftlWE79r9idY0HPwLKSgEEgQQoz5hYiFT0V+UQDgTJWq9GAwSBBADTJF4Ak15WJ1i9f15w1+EgAwpKAQSBBDNK2KXYGGmUqQ3iLnEb2QlDBIEEHoyeNySX7ZVhO/a/YnWNByEDCkoBBIEEM0rYpdgYaZSpDeIucRvZCUMEgQQshe/98Sd4FeXhDlKcfO9HogMKSgEEgQQ5Ce5GUMqNFGU7+cr52NSQwwSBBCyF7/3xJ3gV5eEOUpx870ejAwIBQANABUAHQCQDAYBAe0O3AOUDAYBAfUO3AOYDAYBAfkO3AOcDAYBAf0O3AOgDAYBAYEP3AOkDAYBAYUP3AOoDAYBAYkP3AOsDAYBAY0P3AOwDAYBAZEP3AO0DAYBAZUP3AO4DAYBAZkP3AO8DAYBAZ0P3APADAYBAaEP3APEDAYBAaUP3APIDAYBAakP3APMDAYBAa0P3APQDAYBAbEP3APUDAYBAbUP3APYDAYBAbkP3APcDAYBAb0P3APgDAYBAcEP3APkDAYBAcUP3APoDAYBAckP3APsDAYBAc0P3APwDAYBAdEP3AP0DAYBAdUP3AP4DAYBAdkP3AP8DAYBAd0P3AOADQYBAeEP3AOEDQYBAeUP3AOIDQYBAekP3AOMDQYBAe0P3AOQDQYBAfEP3AOUDQYBAfUP3AOYDQYBAfkP3AOcDQYBAf0P3AOgDQYBAYEQ3AOkDQYBAYUQ3AOoDQYBAYkQ3AOsDQYBAY0Q3AOwDQYBAZEQ3AO0DQYBAZUQ3AO4DQYBAZkQ3AO8DQYBAZ0Q3APADQYBAaEQ3APEDQYBAaUQ3APIDQYBAakQ3APMDQYBAa0Q3APQDQYBAbEQ3APUDQYBAbUQ3APYDQYBAbkQ3APcDQYBAb0Q3APgDQYBAcEQ3APkDQYBAcUQ3APoDQYBAckQ3APsDQYBAc0Q3APwDQYBAdEQ3AP0DQYBAdUQ3AP4DQYBAdkQ3AP8DQYBAd0Q3AOADgYBAeEQ3AOEDgYBAeUQ3AOIDgYBAekQ3AOMDgYBAe0Q3AOQDgYBAfEQ3AOUDgYBAfUQ3AOYDgYBAfkQ3AOcDgYBAf0Q3AOgDgYBAYER3AOkDgYBAYUR3AOoDgYBAYkR3AOsDgYBAY0R3AOwDgYBAZER3AO0DgYBAZUR3AO4DgIBALwOBgEBmRHcA8AOBgEBnRHcA8QOBgEBoRHcA8gOBgEBpRHcA8wOBgEBqRHcA9AOBgEBrRHcA9QOFAQSBBCPBx8Xt+NQRai01r8NNqTj2A4UBBIEEHAa8fd8cQ1ClXJc7k/HuKbcDhQEEgQQcUU4axrLGkmssetYohlZ3OAOFAQSBBCIMpYw7t94T4oFLToFzg3V5A4UBBIEEAljy0Lrd0BAkOMCWk6yOpLoDhQEEgQQDAvLw2CIYUKDSkstqNOQLfIOL0FsdHVhLkRhdGEuSW5mcmFzdHJ1Y3R1cmUuUGFyYWdyYXBoLCBBbHR1YS5EYXRh7Q7cAwUMAwWwEfUO3AMFDAMFtBH5DtwDBQwDBbgR/Q7cAwUMAwW8EYEP3AMFDAMFwBGFD9wDBQwDBcQRiQ/cAwUMAwXIEY0P3AMFDAMFzBGRD9wDBQwDBdARlQ/cAwUMAwXUEZkP3AMFDAMF2BGdD9wDBQwDBdwRoQ/cAwUMAwXgEaUP3AMFDAMF5BGpD9wDBQwDBegRrQ/cAwUMAwXsEbEP3AMFDAMF8BG1D9wDBQwDBfQRuQ/cAwUMAwX4Eb0P3AMFDAMF/BHBD9wDBQwDBYASxQ/cAwUMAwWEEskP3AMFDAMFiBLND9wDBQwDBYwS0Q/cAwUMAwWQEtUP3AMFDAMFlBLZD9wDBQwDBZgS3Q/cAwUMAwWcEuEP3AMFDAMFoBLlD9wDBQwDBaQS6Q/cAwUMAwWoEu0P3AMFDAMFrBLxD9wDBQwDBbAS9Q/cAwUMAwW0EvkP3AMFDAMFuBL9D9wDBQwDBbwSgRDcAwUMAwXAEoUQ3AMFDAMFxBKJENwDBQwDBcgSjRDcAwUMAwXMEpEQ3AMFDAMF0BKVENwDBQwDBdQSmRDcAwUMAwXYEp0Q3AMFDAMF3BKhENwDBQwDBeASpRDcAwUMAwXkEqkQ3AMFDAMF6BKtENwDBQwDBewSsRDcAwUMAwXwErUQ3AMFDAMF9BK5ENwDBQwDBfgSvRDcAwUMAwX8EsEQ3AMFDAMFgBPFENwDBQwDBYQTyRDcAwUMAwWIE80Q3AMFDAMFjBPRENwDBQwDBZAT1RDcAwUMAwWUE9kQ3AMFDAMFmBPdENwDBQwDBZwT4RDcAwUMAwWgE+UQ3AMFDAMFpBPpENwDBQwDBagT7RDcAwUMAwWsE/EQ3AMFDAMFsBP1ENwDBQwDBbQT+RDcAwUMAwW4E/0Q3AMFDAMFvBOBEdwDBQwDBcAThRHcAwUMAwXEE4kR3AMFDAMFyBONEdwDBQwDBcwTkRHcAwUMAwXQE5UR3AMFDAMF1BOZEdwDBQwDBdgTnRHcAwUMAwXcE6ER3AMFDAMF4BOlEdwDBQwDBeQTqRHcAwUMAwXoE60R3AMFDAMF7BOwEQYBAfET/QS0EQYBAfkT/QS4EQYBAf0T/QS8EQYBAYEU/QTAEQYBAYUU/QTEEQYBAYkU/QTIEQYBAY0U/QTMEQYBAZEU/QTQEQYBAZUU/QTUEQYBAZkU/QTYEQYBAZ0U/QTcEQYBAaEU/QTgEQYBAaUU/QTkEQYBAakU/QToEQYBAa0U/QTsEQYBAbEU/QTwEQYBAbUU/QT0EQYBAbkU/QT4EQYBAb0U/QT8EQYBAcEU/QSAEgYBAcUU/QSEEgYBAckU/QSIEgYBAc0U/QSMEgYBAdEU/QSQEgYBAdUU/QSUEgYBAdkU/QSYEgYBAd0U/QScEgYBAeEU/QSgEgYBAeUU/QSkEgYBAekU/QSoEgYBAe0U/QSsEgYBAfEU/QSwEgYBAfUU/QS0EgYBAfkU/QS4EgYBAf0U/QS8EgYBAYEV/QTAEgYBAYUV/QTEEgYBAYkV/QTIEgYBAY0V/QTMEgYBAZEV/QTQEgYBAZUV/QTUEgYBAZkV/QTYEgYBAZ0V/QTcEgYBAaEV/QTgEgYBAaUV/QTkEgYBAakV/QToEgYBAa0V/QTsEgYBAbEV/QTwEgYBAbUV/QT0EgYBAbkV/QT4EgYBAb0V/QT8EgYBAcEV/QSAEwYBAcUV/QSEEwYBAckV/QSIEwYBAc0V/QSMEwYBAdEV/QSQEwYBAdUV/QSUEwYBAdkV/QSYEwYBAd0V/QScEwYBAeEV/QSgEwYBAeUV/QSkEwYBAekV/QSoEwYBAe0V/QSsEwYBAfEV/QSwEwYBAfUV/QS0EwYBAfkV/QS4EwYBAf0V/QS8EwYBAYEW/QTAEwYBAYUW/QTEEwYBAYkW/QTIEwYBAY0W/QTMEwYBAZEW/QTQEwYBAZUW/QTUEwYBAZkW/QTYEwYBAZ0W/QTcEwYBAaEW/QTgEwYBAaUW/QTkEwYBAakW/QToEwYBAa0W/QTsEwYBAbEW/QT2Ey9BbHR1YS5EYXRhLkluZnJhc3RydWN0dXJlLk51bWJlclJ1biwgQWx0dWEuRGF0YfET/QQTBA4DmpmZmZkZT0AdtRbOBQ28FvkT/QQTBA4DmpmZmZlZR0AdwRbOBQ28Fv0T/QQTBA4DZmZmZmZmUUAdxRbOBQ28FoEU/QQTBA4DZmZmZmZmRkAdyRbOBQ28FoUU/QQTBA4DZmZmZmZmT0AdzRbOBQ28FokU/QQTBA4DmpmZmZlZS0Ad0RbOBQ28Fo0U/QQTBA4DZmZmZmZmRkAd1RbOBQ28FpEU/QQTBA4DZmZmZmZmSkAd2RbOBQ28FpUU/QQTBA4DAAAAAAAAUEAd3RbOBQ28FpkU/QQTBA4DGy/dJAaBtT8d4RbOBQ3kFp0U/QQTBA4DKVyPwvUonD8d6RbOBQ3kFqEU/QQTBA4DmpmZmZnZS0Ad7RbOBQ28FqUU/QQTBA4DmpmZmZlZR0Ad8RbOBQ28FqkU/QQTBA4DuB6F61G4jj8d9RbOBQ3kFq0U/QQTBA4DAAAAAAAATkAd+RbOBQ28FrEU/QQTBA4DmpmZmZmZQ0Ad/RbOBQ2AF7UU/QQTBA4DqvHSTWIQuD8dhRfOBQ2IF7kU/QQTBA4DAAAAAABASUAdjRfOBQ28Fr0U/QQTBA4DMzMzMzPzUUAdkRfOBQ28FsEU/QQTBA4DzczMzMyMRUAdlRfOBQ28FsUU/QQTBA4DZmZmZmbmQ0AdmRfOBQ2cF8kU/QQTBA4DYhBYObTItj8doRfOBQ3kFs0U/QQTBA4DMzMzMzMzTUAdpRfOBQ28FtEU/QQTBA4DokW28/3UuD8dqRfOBQ3kFtUU/QQTBA4DAAAAAABASkAdrRfOBQ28FtkU/QQTBA4DCtejcD0Klz8dsRfOBQ3kFt0U/QQTBA4DAAAAAACATEAdtRfOBQ28FuEU/QQTBA4DzczMzMxMSUAduRfOBQ28FuUU/QQTBA4DZmZmZmbmSUAdvRfOBQ28FukU/QQTBA4DmpmZmZlZREAdwRfOBQ28Fu0U/QQTBA4DMzMzMzNzS0AdxRfOBQ28FvEU/QQTBA4DmpmZmZmZS0AdyRfOBQ28FvUU/QQTBA4DzczMzMzMR0AdzRfOBQ28FvkU/QQTBA4DZmZmZmYmTEAd0RfOBQ28Fv0U/QQTBA4DzczMzMzMSkAd1RfOBQ28FoEV/QQTBA4DmpmZmZnZRkAd2RfOBQ28FoUV/QQTBA4DAAAAAAAARkAd3RfOBQ28FokV/QQTBA4DZmZmZmZGUkAd4RfOBQ28Fo0V/QQTBA4DzczMzMwMTUAd5RfOBQ28FpEV/QQTBA4DzczMzMyMTkAd6RfOBQ28FpUV/QQTBA4DmpmZmZmZmT8d7RfOBQ3kFpkV/QQTBA4DzczMzMxMTkAd8RfOBQ28Fp0V/QQTBA4DWmQ730+Ntz8d9RfOBQ3kFqEV/QQTBA4DMzMzMzMTUUAd+RfOBQ28FqUV/QQTBA4DmpmZmZmZiT8d/RfOBQ2AGKkV/QQTBA4DzczMzMxMSEAdhRjOBQ28Fq0V/QQTBA4DAAAAAACAQkAdiRjOBQ2MGLEV/QQTBA4DzczMzMzMSUAdkRjOBQ28FrUV/QQTBA4D7FG4HoXrkT8dlRjOBQ3kFrkV/QQTBA4DmpmZmZlZSEAdmRjOBQ28Fr0V/QQTBA4DZmZmZmamTEAdnRjOBQ28FsEV/QQTBA4DMzMzMzPzSkAdoRjOBQ28FsUV/QQTBA4DmpmZmZk5U0AdpRjOBQ28FskV/QQTBA4DmpmZmZnZSEAdqRjOBQ28Fs0V/QQTBA4DMzMzMzOTUEAdrRjOBQ3kFtEV/QQTBA4DMzMzMzPzRUAdsRjOBQ28FtUV/QQTBA4DzczMzMxMR0AdtRjOBQ28FtkV/QQTBA4D6iYxCKwcuj8duRjOBQ28GN0V/QQTBA4DMzMzMzPzS0AdwRjOBQ28FuEV/QQTBA4DzczMzMyMRUAdxRjOBQ28FuUV/QQTBA4DZmZmZmZGUEAdyRjOBQ28FukV/QQTBA4DMzMzMzMzQ0AdzRjOBQ28Fu0V/QQTBA4DZmZmZmbGUEAd0RjOBQ28FvEV/QQTBA4DAAAAAADAREAd1RjOBQ28FvUV/QQTBA4DZmZmZmYmRUAd2RjOBQ28FvkV/QQTBA4DMzMzMzNzTUAd3RjOBQ28Fv0V/QQTBA4DAAAAAADASEAd4RjOBQ3kGIEW/QQTBA4D8tJNYhBYuT8d6RjOBQ3kFoUW/QQTBA4DAAAAAADASUAd7RjOBQ28FokW/QQTBA4DAAAAAADASEAd8RjOBQ28Fo0W/QQTBA4DAAAAAABASEAd9RjOBQ28FpEW/QQTBA4DMzMzMzOzREAd+RjOBQ28FpUW/QQTBA4DexSuR+F6lD8d/RjOBQ3kFpkW/QQTBA4DuB6F61G4nj8dgRnOBQ3kFp0W/QQTBA4DzczMzMxMSkAdhRnOBQ28FqEW/QQTBA4DzczMzMzMR0AdiRnOBQ28FqUW/QQTBA4DE4PAyqFFtj8djRnOBQ3kFqkW/QQTBA4DmpmZmZnZRkAdkRnOBQ28Fq0W/QQTBA4DAAAAAADATUAdlRnOBQ28FrEW/QQTBA4DMzMzMzOzT0AdmRnOBQ28FroWPUFsdHVhLkRhdGEuTnVtYmVyRm9ybWF0dGluZy5Db21wb3NpdGVOdW1iZXJGb3JtYXQsIEFsdHVhLkRhdGG1Fs4FCx2cGSWgGTWkGT0AvBYSBAAcACQALAA0ADwATABUAF0AwRbOBQsdqBklrBk1sBk9AMUWzgULHbQZJbgZNbwZPQDJFs4FCx3AGSXEGTXIGT0AzRbOBQsdzBkl0Bk11Bk9ANEWzgULHdgZJdwZNeAZPQDVFs4FCx3kGSXoGTXsGT0A2RbOBQsd8Bkl9Bk1+Bk9AN0WzgULHfwZJYAaNYQaPQDhFs4FCx2IGiWMGjWQGj0A5BYSBAAcACQALAA0ADwATABUAF0A6RbOBQsdlBolmBo1nBo9AO0WzgULHaAaJaQaNagaPQDxFs4FCx2sGiWwGjW0Gj0A9RbOBQsduBolvBo1wBo9APkWzgULHcQaJcgaNcwaPQD9Fs4FCx3QGiXUGjXYGj0AgBcaBAAcACQALAA0ADwATABUCAcCAAAA/wkAXQCFF84FCx3cGiXgGjXkGj0AiBcaBAAcACQALAA0ADwATABUCAcC/////wkAXQCNF84FCx3oGiXsGjXwGj0AkRfOBQsd9Bol+Bo1/Bo9AJUXzgULHYAbJYQbNYgbPQCZF84FCx2MGyWQGzWUGz0AnBcaBAAcACQALAA0ADwATABUCAcCAAAA/wkAXQChF84FCx2YGyWcGzWgGz0ApRfOBQsdpBslqBs1rBs9AKkXzgULHbAbJbQbNbgbPQCtF84FCx28GyXAGzXEGz0AsRfOBQsdyBslzBs10Bs9ALUXzgULHdQbJdgbNdwbPQC5F84FCx3gGyXkGzXoGz0AvRfOBQsd7Bsl8Bs19Bs9AMEXzgULHfgbJfwbNYAcPQDFF84FCx2EHCWIHDWMHD0AyRfOBQsdkBwllBw1mBw9AM0XzgULHZwcJaAcNaQcPQDRF84FCx2oHCWsHDWwHD0A1RfOBQsdtBwluBw1vBw9ANkXzgULHcAcJcQcNcgcPQDdF84FCx3MHCXQHDXUHD0A4RfOBQsd2Bwl3Bw14Bw9AOUXzgULHeQcJegcNewcPQDpF84FCx3wHCX0HDX4HD0A7RfOBQsd/BwlgB01hB09APEXzgULHYgdJYwdNZAdPQD1F84FCx2UHSWYHTWcHT0A+RfOBQsdoB0lpB01qB09AP0XzgULHawdJbAdNbQdPQCAGBoEABwIAAAAAAAAIkAkACwANAA8AEwAVABdAIUYzgULHbgdJbwdNcAdPQCJGM4FCx3EHSXIHTXMHT0AjBgbBAAcACQBACwANAA8AEwAVAgHAgAAAP8JAF0AkRjOBQsd0B0l1B012B09AJUYzgULHdwdJeAdNeQdPQCZGM4FCx3oHSXsHTXwHT0AnRjOBQsd9B0l+B01/B09AKEYzgULHYAeJYQeNYgePQClGM4FCx2MHiWQHjWUHj0AqRjOBQsdmB4lnB41oB49AK0YzgULHaQeJageNawePQCxGM4FCx2wHiW0HjW4Hj0AtRjOBQsdvB4lwB41xB49ALkYzgULHcgeJcweNdAePQC8GBoEABwAJAAsADQAPABMAFQIBwL/////CQBdAMEYzgULHdQeJdgeNdwePQDFGM4FCx3gHiXkHjXoHj0AyRjOBQsd7B4l8B419B49AM0YzgULHfgeJfweNYAfPQDRGM4FCx2EHyWIHzWMHz0A1RjOBQsdkB8llB81mB89ANkYzgULHZwfJaAfNaQfPQDdGM4FCx2oHyWsHzWwHz0A4RjOBQsdtB8luB81vB89AOQYEwQAHAAkAQEsADQAPABMAFQAXQDpGM4FCx3AHyXEHzXIHz0A7RjOBQsdzB8l0B811B89APEYzgULHdgfJdwfNeAfPQD1GM4FCx3kHyXoHzXsHz0A+RjOBQsd8B8l9B81+B89AP0YzgULHfwfJYAgNYQgPQCBGc4FCx2IICWMIDWQID0AhRnOBQsdlCAlmCA1nCA9AIkZzgULHaAgJaQgNaggPQCNGc4FCx2sICWwIDW0ID0AkRnOBQsduCAlvCA1wCA9AJUZzgULHcQgJcggNcwgPQCZGc4FCx3QICXUIDXYID0AnBkJAAAMAwXcIBEAoBkJAAAMAwXgIBEApBkMBAEsDALCoBQDTk9LqBkJAAAMAwXkIBEArBkJAAAMAwXoIBEAsBkMBAEsDALCoBQDTk9LtBkJAAAMAwXsIBEAuBkJAAAMAwXwIBEAvBkMBAEsDALCoBQDTk9LwBkJAAAMAwX0IBEAxBkJAAAMAwX4IBEAyBkMBAEsDALCoBQDTk9LzBkJAAAMAwX8IBEA0BkJAAAMAwWAIREA1BkMBAEsDALCoBQDTk9L2BkJAAAMAwWEIREA3BkJAAAMAwWIIREA4BkMBAEsDALCoBQDTk9L5BkJAAAMAwWMIREA6BkJAAAMAwWQIREA7BkMBAEsDALCoBQDTk9L8BkJAAAMAwWUIREA9BkJAAAMAwWYIREA+BkMBAEsDALCoBQDTk9L/BkJAAAMAwWcIREAgBoJAAAMAwWgIREAhBoMBAEsDALCoBQDTk9LiBoJAAIMAwWkIREAjBoJAAIMAwWoIREAkBoMBAEsDALCoBQDTk9LlBoJAAIMAwWsIREAmBoJAAIMAwWwIREAnBoMBAEsDALCoBQDTk9LoBoJAAAMAwW0IREApBoJAAAMAwW4IREAqBoMBAEsDALCoBQDTk9LrBoJAAAMAwW8IREAsBoJAAAMAwXAIREAtBoMBAEsDALCoBQDTk9LuBoJAAIMAwXEIREAvBoJAAIMAwXIIREAwBoMBAEsDALCoBQDTk9LxBoJAAAMAwXMIREAyBoJAAAMAwXQIREAzBoMBAEsDALCoBQDTk9L0BoJAAAMAwXUIREA1BoJAAAMAwXYIREA2BoMBAEsDALCoBQDTk9L3BoJAAIMAwXcIREA4BoJAAIMAwXgIREA5BoMBAEsDALCoBQDTk9L6BoJAAAMAwXkIREA7BoJAAAMAwXoIREA8BoMBAEsDALCoBQDTk9L9BoJAAAMAwXsIREA+BoJAAAMAwXwIREA/BoMBAEsDALCoBQDTk9LgBsJAAAMAwX0IREAhBsJAAAMAwX4IREAiBsMBAEsDALCoBQDTk9LjBsJAAAMAwX8IREAkBsJAAAMAwWAIhEAlBsMBAEsDALCoBQDTk9LmBsJAAIMAwWEIhEAnBsJAAIMAwWIIhEAoBsMBAEsDALCoBQDTk9LpBsJAAAMAwWMIhEAqBsJAAAMAwWQIhEArBsMBAEsDALCoBQDTk9LsBsJAAIMAwWUIhEAtBsJAAIMAwWYIhEAuBsMBAEsDALCoBQDTk9LvBsJAAAMAwWcIhEAwBsJAAAMAwWgIhEAxBsMBAEsDALCoBQDTk9LyBsJAAIMAwWkIhEAzBsJAAIMAwWoIhEA0BsMBAEsDALCoBQDTk9L1BsJAAAMAwWsIhEA2BsJAAAMAwWwIhEA3BsMBAEsDALCoBQDTk9L4BsJAAAMAwW0IhEA5BsJAAAMAwW4IhEA6BsMBAEsDALCoBQDTk9L7BsJAAAMAwW8IhEA8BsJAAAMAwXAIhEA9BsMBAEsDALCoBQDTk9L+BsJAAAMAwXEIhEA/BsJAAAMAwXIIhEAgBwMBAEsDALCoBQDTk9LhBwJAAAMAwXMIhEAiBwJAAAMAwXQIhEAjBwMBAEsDALCoBQDTk9LkBwJAAAMAwXUIhEAlBwJAAAMAwXYIhEAmBwMBAEsDALCoBQDTk9LnBwJAAAMAwXcIhEAoBwJAAAMAwXgIhEApBwMBAEsDALCoBQDTk9LqBwJAAAMAwXkIhEArBwJAAAMAwXoIhEAsBwMBAEsDALCoBQDTk9LtBwJAAAMAwXsIhEAuBwJAAAMAwXwIhEAvBwMBAEsDALCoBQDTk9LwBwJAAAMAwX0IhEAxBwJAAAMAwX4IhEAyBwMBAEsDALCoBQDTk9LzBwJAAAMAwX8IhEA0BwJAAAMAwWAIxEA1BwMBAEsDALCoBQDTk9L2BwJAAAMAwWEIxEA3BwJAAAMAwWIIxEA4BwMBAEsDALCoBQDTk9L5BwJAAAMAwWMIxEA6BwJAAAMAwWQIxEA7BwMBAEsDALCoBQDTk9L8BwJAAAMAwWUIxEA9BwJAAAMAwWYIxEA+BwMBAEsDALCoBQDTk9L/BwJAAIMAwWcIxEAgB0JAAIMAwWgIxEAhB0MBAEsDALCoBQDTk9LiB0JAAAMAwWkIxEAjB0JAAAMAwWoIxEAkB0MBAEsDALCoBQDTk9LlB0JAAIMAwWsIxEAmB0JAAIMAwWwIxEAnB0MBAEsDALCoBQDTk9LoB0JAAAMAwW0IxEApB0JAAAMAwW4IxEAqB0MBAEsDALCoBQDTk9LrB0JAAIMAwW8IxEAsB0JAAIMAwXAIxEAtB0MBAEsDALCoBQDTk9LuB0JAAAMAwXEIxEAvB0JAAAMAwXIIxEAwB0MBAEsDALCoBQDTk9LxB0JAAAMAwXMIxEAyB0JAAAMAwXQIxEAzB0MBAEsDALCoBQDTk9L0B0JAAAMAwXUIxEA1B0JAAAMAwXYIxEA2B0MBAEsDALCoBQDTk9L3B0JAAIMAwXcIxEA4B0JAAIMAwXgIxEA5B0MBAEsDALCoBQDTk9L6B0JAAAMAwXkIxEA7B0JAAAMAwXoIxEA8B0MBAEsDALCoBQDTk9L9B0JAAAMAwXsIxEA+B0JAAAMAwXwIxEA/B0MBAEsDALCoBQDTk9LgB4JAAAMAwX0IxEAhB4JAAAMAwX4IxEAiB4MBAEsDALCoBQDTk9LjB4JAAAMAwX8IxEAkB4JAAAMAwWAJBEAlB4MBAEsDALCoBQDTk9LmB4JAAAMAwWEJBEAnB4JAAAMAwWIJBEAoB4MBAEsDALCoBQDTk9LpB4JAAAMAwWMJBEAqB4JAAAMAwWQJBEArB4MBAEsDALCoBQDTk9LsB4JAAAMAwWUJBEAtB4JAAAMAwWYJBEAuB4MBAEsDALCoBQDTk9LvB4JAAAMAwWcJBEAwB4JAAAMAwWgJBEAxB4MBAEsDALCoBQDTk9LyB4JAAIMAwWkJBEAzB4JAAIMAwWoJBEA0B4MBAEsDALCoBQDTk9L1B4JAAAMAwWsJBEA2B4JAAAMAwWwJBEA3B4MBAEsDALCoBQDTk9L4B4JAAAMAwW0JBEA5B4JAAAMAwW4JBEA6B4MBAEsDALCoBQDTk9L7B4JAAAMAwW8JBEA8B4JAAAMAwXAJBEA9B4MBAEsDALCoBQDTk9L+B4JAAAMAwXEJBEA/B4JAAAMAwXIJBEAgB8MBAEsDALCoBQDTk9LhB8JAAAMAwXMJBEAiB8JAAAMAwXQJBEAjB8MBAEsDALCoBQDTk9LkB8JAAAMAwXUJBEAlB8JAAAMAwXYJBEAmB8MBAEsDALCoBQDTk9LnB8JAAAMAwXcJBEAoB8JAAAMAwXgJBEApB8MBAEsDALCoBQDTk9LqB8JAAAMAwXkJBEArB8JAAAMAwXoJBEAsB8MBAEsDALCoBQDTk9LtB8JAAAMAwXsJBEAuB8JAAAMAwXwJBEAvB8MBAEsDALCoBQDTk9LwB8JAAIMAwX0JBEAxB8JAAIMAwX4JBEAyB8MBAEsDALCoBQDTk9LzB8JAAAMAwX8JBEA0B8JAAAMAwWAJREA1B8MBAEsDALCoBQDTk9L2B8JAAAMAwWEJREA3B8JAAAMAwWIJREA4B8MBAEsDALCoBQDTk9L5B8JAAAMAwWMJREA6B8JAAAMAwWQJREA7B8MBAEsDALCoBQDTk9L8B8JAAAMAwWUJREA9B8JAAAMAwWYJREA+B8MBAEsDALCoBQDTk9L/B8JAAIMAwWcJREAgCAJAAIMAwWgJREAhCAMBAEsDALCoBQDTk9LiCAJAAIMAwWkJREAjCAJAAIMAwWoJREAkCAMBAEsDALCoBQDTk9LlCAJAAAMAwWsJREAmCAJAAAMAwWwJREAnCAMBAEsDALCoBQDTk9LoCAJAAAMAwW0JREApCAJAAAMAwW4JREAqCAMBAEsDALCoBQDTk9LrCAJAAIMAwW8JREAsCAJAAIMAwXAJREAtCAMBAEsDALCoBQDTk9LuCAJAAAMAwXEJREAvCAJAAAMAwXIJREAwCAMBAEsDALCoBQDTk9LxCAJAAAMAwXMJREAyCAJAAAMAwXQJREAzCAMBAEsDALCoBQDTk9L0CAJAAAMAwXUJREA1CAJAAAMAwXYJREA2CAMBAEsDALCoBQDTk9L3CAGAQHdJbgJ4CAKAQLlJboJ3SW4CeQgBgEB7SW4CeggCgEC8SW6Ce0luAnsIAYBAfUluAnwIAoBAvklugn1JbgJ9CAGAQH9JbgJ+CAKAQKBJroJ/SW4CfwgBgEBhSa4CYAhCgECiSa6CYUmuAmEIQYBAY0muAmIIQoBApEmugmNJrgJjCEGAQGVJrgJkCEKAQKZJroJlSa4CZQhBgEBnSa4CZghCgECoSa6CZ0muAmcIQYBAaUmuAmgIQoBAqkmugmlJrgJpCEOAQOtJrgJsSa6CbUmzgmoIRIBBL0mugmtJrgJsSa6CbUmzgmsIQ4BA8EmuAnFJroJySbOCbAhEgEEzSa6CcEmuAnFJroJySbOCbQhBgEB0Sa4CbghCgEC1Sa6CdEmuAm8IQYBAdkmuAnAIQoBAt0mugnZJrgJxCEOAQPhJrgJ5Sa6CekmzgnIIRIBBO0mugnhJrgJ5Sa6CekmzgnMIQYBAfEmuAnQIQoBAvUmugnxJrgJ1CEGAQH5JrgJ2CEKAQL9JroJ+Sa4CdwhDgEDgSe4CYUnugmJJ84J4CESAQSNJ7oJgSe4CYUnugmJJ84J5CEGAQGRJ7gJ6CEKAQKVJ7oJkSe4CewhBgEBmSe4CfAhCgECnSe6CZknuAn0IQYBAaEnuAn4IQoBAqUnugmhJ7gJ/CEGAQGpJ7gJgCIKAQKtJ7oJqSe4CYQiDgEDsSe4CbUnugm5J84JiCISAQS9J7oJsSe4CbUnugm5J84JjCIGAQHBJ7gJkCIKAQLFJ7oJwSe4CZQiDgEDySe4Cc0nugnRJ84JmCISAQTVJ7oJySe4Cc0nugnRJ84JnCIGAQHZJ7gJoCIKAQLdJ7oJ2Se4CaQiDgED4Se4CeUnugnpJ84JqCISAQTtJ7oJ4Se4CeUnugnpJ84JrCIGAQHxJ7gJsCIKAQL1J7oJ8Se4CbQiBgEB+Se4CbgiCgEC/Se6CfknuAm8IgYBAYEouAnAIgoBAoUougmBKLgJxCIGAQGJKLgJyCIKAQKNKLoJiSi4CcwiBgEBkSi4CdAiCgEClSi6CZEouAnUIgYBAZkouAnYIgoBAp0ougmZKLgJ3CIGAQGhKLgJ4CIKAQKlKLoJoSi4CeQiBgEBqSi4CegiCgECrSi6CakouAnsIgYBAbEouAnwIgoBArUougmxKLgJ9CIGAQG5KLgJ+CIKAQK9KLoJuSi4CfwiBgEBwSi4CYAjCgECxSi6CcEouAmEIwYBAckouAmIIwoBAs0ougnJKLgJjCMGAQHRKLgJkCMKAQLVKLoJ0Si4CZQjBgEB2Si4CZgjCgEC3Si6CdkouAmcIw4BA+EouAnlKLoJ6SjOCaAjEgEE7Si6CeEouAnlKLoJ6SjOCaQjBgEB8Si4CagjCgEC9Si6CfEouAmsIw4BA/kouAn9KLoJgSnOCbAjEgEEhSm6CfkouAn9KLoJgSnOCbQjBgEBiSm4CbgjCgECjSm6CYkpuAm8Iw4BA5EpuAmVKboJmSnOCcAjEgEEnSm6CZEpuAmVKboJmSnOCcQjBgEBoSm4CcgjCgECpSm6CaEpuAnMIwYBAakpuAnQIwoBAq0pugmpKbgJ1CMGAQGxKbgJ2CMKAQK1KboJsSm4CdwjDgEDuSm4Cb0pugnBKc4J4CMSAQTFKboJuSm4Cb0pugnBKc4J5CMGAQHJKbgJ6CMKAQLNKboJySm4CewjBgEB0Sm4CfAjCgEC1Sm6CdEpuAn0IwYBAdkpuAn4IwoBAt0pugnZKbgJ/CMGAQHhKbgJgCQKAQLlKboJ4Sm4CYQkBgEB6Sm4CYgkCgEC7Sm6CekpuAmMJAYBAfEpuAmQJAoBAvUpugnxKbgJlCQGAQH5KbgJmCQKAQL9KboJ+Sm4CZwkBgEBgSq4CaAkCgEChSq6CYEquAmkJA4BA4kquAmNKroJkSrOCagkEgEElSq6CYkquAmNKroJkSrOCawkBgEBmSq4CbAkCgECnSq6CZkquAm0JAYBAaEquAm4JAoBAqUqugmhKrgJvCQGAQGpKrgJwCQKAQKtKroJqSq4CcQkBgEBsSq4CcgkCgECtSq6CbEquAnMJAYBAbkquAnQJAoBAr0qugm5KrgJ1CQGAQHBKrgJ2CQKAQLFKroJwSq4CdwkBgEBySq4CeAkCgECzSq6CckquAnkJAYBAdEquAnoJAoBAtUqugnRKrgJ7CQGAQHZKrgJ8CQKAQLdKroJ2Sq4CfQkDgED4Sq4CeUqugnpKs4J+CQSAQTtKroJ4Sq4CeUqugnpKs4J/CQGAQHxKrgJgCUKAQL1KroJ8Sq4CYQlBgEB+Sq4CYglCgEC/Sq6CfkquAmMJQYBAYEruAmQJQoBAoUrugmBK7gJlCUGAQGJK7gJmCUKAQKNK7oJiSu4CZwlDgEDkSu4CZUrugmZK84JoCUSAQSdK7oJkSu4CZUrugmZK84JpCUOAQOhK7gJpSu6CakrzgmoJRIBBK0rugmhK7gJpSu6CakrzgmsJQYBAbEruAmwJQoBArUrugmxK7gJtCUGAQG5K7gJuCUKAQK9K7oJuSu4CbwlDgEDwSu4CcUrugnJK84JwCUSAQTNK7oJwSu4CcUrugnJK84JxCUGAQHRK7gJyCUKAQLVK7oJ0Su4CcwlBgEB2Su4CdAlCgEC3Su6CdkruAnUJQYBAeEruAnYJQoBAuUrugnhK7gJ4iVAQWx0dWEuRGF0YS5OdW1iZXJGb3JtYXR0aW5nLk51bWJlckZvcm1hdFZhbHVlU2VnbWVudCwgQWx0dWEuRGF0Yd0luAkFBAMF6CvqJT9BbHR1YS5EYXRhLk51bWJlckZvcm1hdHRpbmcuTnVtYmVyRm9ybWF0VGV4dFNlZ21lbnQsIEFsdHVhLkRhdGHlJboJBQQBLQkB7SW4CQUEAwXsK/ElugkFBAEtCQH1JbgJBQQDBfAr+SW6CQUEAS0JAf0luAkFBAMF9CuBJroJBQQBLQkBhSa4CQUEAwX4K4kmugkFBAEtCQGNJrgJBQQDBfwrkSa6CQUEAS0JAZUmuAkFBAMFgCyZJroJBQQBLQkBnSa4CQUEAwWELKEmugkFBAEtCQGlJrgJBQQDBYgsqSa6CQUEAS0JAa0muAkFBAMFjCyxJroJBQQBIAkBuiZCQWx0dWEuRGF0YS5OdW1iZXJGb3JtYXR0aW5nLk51bWJlckZvcm1hdFBlcmNlbnRTZWdtZW50LCBBbHR1YS5EYXRhtSbOCQC9JroJBQQBLQkBwSa4CQUEAwWQLMUmugkFBAEgCQHJJs4JAM0mugkFBAEtCQHRJrgJBQQDBZQs1Sa6CQUEAS0JAdkmuAkFBAMFmCzdJroJBQQBLQkB4Sa4CQUEAwWcLOUmugkFBAEgCQHpJs4JAO0mugkFBAEtCQHxJrgJBQQDBaAs9Sa6CQUEAS0JAfkmuAkFBAMFpCz9JroJBQQBLQkBgSe4CQUEAwWoLIUnugkFBAEgCQGJJ84JAI0nugkFBAEtCQGRJ7gJBQQDBawslSe6CQUEAS0JAZknuAkFBAMFsCydJ7oJBQQBLQkBoSe4CQUEAwW0LKUnugkFBAEtCQGpJ7gJBQQDBbgsrSe6CQUEAS0JAbEnuAkFBAMFvCy1J7oJBQQBIAkBuSfOCQC9J7oJBQQBLQkBwSe4CQUEAwXALMUnugkFBAEtCQHJJ7gJBQQDBcQszSe6CQUEASAJAdEnzgkA1Se6CQUEAS0JAdknuAkFBAMFyCzdJ7oJBQQBLQkB4Se4CQUEAwXMLOUnugkFBAEgCQHpJ84JAO0nugkFBAEtCQHxJ7gJBQQDBdAs9Se6CQUEAS0JAfknuAkFBAMF1Cz9J7oJBQQBLQkBgSi4CQUEAwXYLIUougkFBAEtCQGJKLgJBQQDBdwsjSi6CQUEAS0JAZEouAkFBAMF4CyVKLoJBQQBLQkBmSi4CQUEAwXkLJ0ougkFBAEtCQGhKLgJBQQDBegspSi6CQUEAS0JAakouAkFBAMF7CytKLoJBQQBLQkBsSi4CQUEAwXwLLUougkFBAEtCQG5KLgJBQQDBfQsvSi6CQUEAS0JAcEouAkFBAMF+CzFKLoJBQQBLQkBySi4CQUEAwX8LM0ougkFBAEtCQHRKLgJBQQDBYAt1Si6CQUEAS0JAdkouAkFBAMFhC3dKLoJBQQBLQkB4Si4CQUEAwWILeUougkFBAEgCQHpKM4JAO0ougkFBAEtCQHxKLgJBQQDBYwt9Si6CQUEAS0JAfkouAkFBAMFkC39KLoJBQQBIAkBgSnOCQCFKboJBQQBLQkBiSm4CQUEAwWULY0pugkFBAEtCQGRKbgJBQQDBZgtlSm6CQUEASAJAZkpzgkAnSm6CQUEAS0JAaEpuAkFBAMFnC2lKboJBQQBLQkBqSm4CQUEAwWgLa0pugkFBAEtCQGxKbgJBQQDBaQttSm6CQUEAS0JAbkpuAkFBAMFqC29KboJBQQBIAkBwSnOCQDFKboJBQQBLQkBySm4CQUEAwWsLc0pugkFBAEtCQHRKbgJBQQDBbAt1Sm6CQUEAS0JAdkpuAkFBAMFtC3dKboJBQQBLQkB4Sm4CQUEAwW4LeUpugkFBAEtCQHpKbgJBQQDBbwt7Sm6CQUEAS0JAfEpuAkFBAMFwC31KboJBQQBLQkB+Sm4CQUEAwXELf0pugkFBAEtCQGBKrgJBQQDBcgthSq6CQUEAS0JAYkquAkFBAMFzC2NKroJBQQBIAkBkSrOCQCVKroJBQQBLQkBmSq4CQUEAwXQLZ0qugkFBAEtCQGhKrgJBQQDBdQtpSq6CQUEAS0JAakquAkFBAMF2C2tKroJBQQBLQkBsSq4CQUEAwXcLbUqugkFBAEtCQG5KrgJBQQDBeAtvSq6CQUEAS0JAcEquAkFBAMF5C3FKroJBQQBLQkBySq4CQUEAwXoLc0qugkFBAEtCQHRKrgJBQQDBewt1Sq6CQUEAS0JAdkquAkFBAMF8C3dKroJBQQBLQkB4Sq4CQUEAwX0LeUqugkFBAEgCQHpKs4JAO0qugkFBAEtCQHxKrgJBQQDBfgt9Sq6CQUEAS0JAfkquAkFBAMF/C39KroJBQQBLQkBgSu4CQUEAwWALoUrugkFBAEtCQGJK7gJBQQDBYQujSu6CQUEAS0JAZEruAkFBAMFiC6VK7oJBQQBIAkBmSvOCQCdK7oJBQQBLQkBoSu4CQUEAwWMLqUrugkFBAEgCQGpK84JAK0rugkFBAEtCQGxK7gJBQQDBZAutSu6CQUEAS0JAbkruAkFBAMFlC69K7oJBQQBLQkBwSu4CQUEAwWYLsUrugkFBAEgCQHJK84JAM0rugkFBAEtCQHRK7gJBQQDBZwu1Su6CQUEAS0JAdkruAkFBAMFoC7dK7oJBQQBLQkB4Su4CQUEAwWkLuUrugkFBAEtCQHoKw4BA6kuywuxLs0LqS7LC+wrDgEDqS7LC7EuzQupLssL8CsOAQOpLssLsS7NC6kuywv0Kw4BA6kuywuxLs0LqS7LC/grDgEDqS7LC7EuzQupLssL/CsOAQOpLssLsS7NC6kuywuALA4BA6kuywuxLs0LqS7LC4QsDgEDqS7LC7EuzQupLssLiCwOAQOpLssLsS7NC6kuywuMLA4BA7kuywuxLs0LuS7LC5AsEgEEuS7LC7EuzQu5LssLuS7LC5QsDgEDqS7LC7EuzQupLssLmCwOAQOpLssLsS7NC6kuywucLBIBBLkuywuxLs0LuS7LC7kuywugLA4BA6kuywuxLs0LqS7LC6QsDgEDvS7LC7EuzQu9LssLqCwOAQPBLssLsS7NC8EuywusLA4BA6kuywuxLs0LqS7LC7AsDgEDqS7LC7EuzQupLssLtCwOAQOpLssLsS7NC6kuywu4LA4BA70uywuxLs0LvS7LC7wsDgEDuS7LC7EuzQu5LssLwCwOAQOpLssLsS7NC6kuywvELA4BA7kuywuxLs0LuS7LC8gsDgEDqS7LC7EuzQupLssLzCwSAQS5LssLsS7NC7kuywu5LssL0CwOAQOpLssLsS7NC6kuywvULA4BA6kuywuxLs0LqS7LC9gsDgEDqS7LC7EuzQupLssL3CwOAQOpLssLsS7NC6kuywvgLA4BA6kuywuxLs0LqS7LC+QsDgEDqS7LC7EuzQupLssL6CwOAQOpLssLsS7NC6kuywvsLA4BA6kuywuxLs0LqS7LC/AsDgEDqS7LC7EuzQupLssL9CwOAQOpLssLsS7NC6kuywv4LA4BA6kuywuxLs0LqS7LC/wsDgEDqS7LC7EuzQupLssLgC0OAQOpLssLsS7NC6kuywuELQ4BA6kuywuxLs0LqS7LC4gtEgEEuS7LC7EuzQu5LssLuS7LC4wtDgEDqS7LC7EuzQupLssLkC0OAQO5LssLsS7NC7kuywuULQ4BA6kuywuxLs0LqS7LC5gtEgEEwS7LC7EuzQvBLssLwS7LC5wtDgEDqS7LC7EuzQupLssLoC0OAQO9LssLsS7NC70uywukLQ4BA6kuywuxLs0LqS7LC6gtEgEEuS7LC7EuzQu5LssLuS7LC6wtDgEDqS7LC7EuzQupLssLsC0OAQOpLssLsS7NC6kuywu0LQ4BA6kuywuxLs0LqS7LC7gtDgEDqS7LC7EuzQupLssLvC0OAQOpLssLsS7NC6kuywvALQ4BA7kuywuxLs0LuS7LC8QtDgEDqS7LC7EuzQupLssLyC0OAQOpLssLsS7NC6kuywvMLQ4BA8EuywuxLs0LwS7LC9AtDgEDqS7LC7EuzQupLssL1C0OAQOpLssLsS7NC6kuywvYLQ4BA6kuywuxLs0LqS7LC9wtDgEDqS7LC7EuzQupLssL4C0OAQOpLssLsS7NC6kuywvkLQ4BA6kuywuxLs0LqS7LC+gtDgEDqS7LC7EuzQupLssL7C0OAQOpLssLsS7NC6kuywvwLQ4BA70uywuxLs0LvS7LC/QtDgEDuS7LC7EuzQu5LssL+C0OAQOpLssLsS7NC6kuywv8LQ4BA6kuywuxLs0LqS7LC4AuDgEDqS7LC7EuzQupLssLhC4OAQOpLssLsS7NC6kuywuILhIBBLkuywuxLs0LuS7LC7kuywuMLhIBBLkuywuxLs0LuS7LC7kuywuQLg4BA6kuywuxLs0LqS7LC5QuDgEDqS7LC7EuzQupLssLmC4OAQO5LssLsS7NC7kuywucLg4BA6kuywuxLs0LqS7LC6AuDgEDqS7LC7EuzQupLssLpC4OAQOpLssLsS7NC6kuywuuLjlBbHR1YS5EYXRhLk51bWJlckZvcm1hdHRpbmcuTnVtYmVyUGxhY2Vob2xkZXIsIEFsdHVhLkRhdGGpLssLBQIwAAAAti4/QWx0dWEuRGF0YS5OdW1iZXJGb3JtYXR0aW5nLkRlY2ltYWxQb2ludFBsYWNlaG9sZGVyLCBBbHR1YS5EYXRhsS7NCwC5LssLBQIwAAAAvS7LCwUCMAAAAMEuywsFAjAAAAA="/>
  <p:tag name="GRUNT-SYNC" val="4cccff38190a48dcb7367525a0e52e2f"/>
</p:tagLst>
</file>

<file path=ppt/tags/tag28.xml><?xml version="1.0" encoding="utf-8"?>
<p:tagLst xmlns:a="http://schemas.openxmlformats.org/drawingml/2006/main" xmlns:r="http://schemas.openxmlformats.org/officeDocument/2006/relationships" xmlns:p="http://schemas.openxmlformats.org/presentationml/2006/main">
  <p:tag name="GRUNT-PAGEOBJECT" val="09dd68a3-6643-41e2-a731-6db4b32c70eb"/>
  <p:tag name="GRUNT-X-RESOURCES" val="AQIFBAQEAgEA"/>
  <p:tag name="GRUNT-VERSION" val="20.26.1.0"/>
  <p:tag name="GRUNT-VERSION-2" val="2026.1-r5-6063"/>
  <p:tag name="GRUNT-X-DATASERVICE" val="AQUCoxAKNEFsdHVhLkRhdGEuRGF0YVNlcnZpY2VzLkV4Y2VsRGF0YVNlcnZpY2UsIEFsdHVhLkRhdGEFAhwEEgQQRsB+m+HsiUyNZHle4LJhbB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xYtxF3Cad5IFWBMDgMAZABkAAAAAAAAAAAAUABUBQkBFWkbXjdBbHR1YS5EYXRhLlJlYWRlcnMuRXhjZWwuU3BlY2lmaWNFeGNlbFJhbmdlLCBBbHR1YS5EYXRhWRcKBXAMBkdSQVBIU2DoBAMFdAN4BwMRVmFsdWF0aW9uIFN1bW1hcnkBAAMDTG93AQEDBEhpZ2gBAgMHNTIgd2VlawEDAwNQL0UBBgMHRVYvRUJJVAEJAwNEQ0YBDAgAAAAAAEA8QGZmZmZmJkVA0+N88bEhQUCWIUQbBpZHQClHN2rogENATdTarQHaSkCoexIkpGxGQFNPG7H0dEtAAAAAAQAAAAAAAAAAAPj//x8BAAAAAAABAn0gBlY9KCdQZWVyIGFuYWx5c2lzJyFSWy02MV1DWzE1XS8nUGVlciBhbmFseXNpcychUlstNzhdQ1sxNV0pKidQZWVyIGFuYWx5c2lzJyFSWy03OF1DWy0xXQEHVj0oJ1BlZXIgYW5hbHlzaXMnIVJbLTY1XUNbMTVdLydQZWVyIGFuYWx5c2lzJyFSWy03OV1DWzE1XSkqJ1BlZXIgYW5hbHlzaXMnIVJbLTc5XUNbLTFdAQhWPSgnUGVlciBhbmFseXNpcychUlstNjFdQ1sxM10vJ1BlZXIgYW5hbHlzaXMnIVJbLTc4XUNbMTNdKSonUGVlciBhbmFseXNpcychUlstNzhdQ1stMl0BClY9KCdQZWVyIGFuYWx5c2lzJyFSWy02NV1DWzEzXS8nUGVlciBhbmFseXNpcychUlstNzldQ1sxM10pKidQZWVyIGFuYWx5c2lzJyFSWy03OV1DWy0yXQELKT0nRENGIFZhbHVhdGlvbiAmIFNlbnNpdGl2aXR5JyFSWy02M11DWzhdAQ0qPSdEQ0YgVmFsdWF0aW9uICYgU2Vuc2l0aXZpdHknIVJbLTYyXUNbMTBdAQ5kAG5PQWx0dWEuTGlicmFyeS5TZXJpYWxpemFibGUuU3RvcmFnZS5BYnNvbHV0ZUZpbGVQYXRoLCBBbHR1YS5MaWJyYXJ5LlNlcmlhbGl6YWJsZWkbVgRUaHR0cHM6Ly9iaWVkdS1teS5zaGFyZXBvaW50LmNvbS9wZXJzb25hbC9zMjMxNzc0MF9iaV9uby9Eb2N1bWVudHMvUGFyZXRvIGVxdWl0eS54bHN4cAgFhQEiDY0BJHQKlAGYAZwBoAGkAXgGqAGsAbABggE9QWx0dWEuRGF0YS5OdW1iZXJGb3JtYXR0aW5nLkNvbXBvc2l0ZU51bWJlckZvcm1hdCwgQWx0dWEuRGF0YX0gCx20ASW4ATW8AT0AigE3QWx0dWEuRGF0YS5QcmltaXRpdmVzLkNvbnN0cmFpbmVkQ29sdW1uU3BhbiwgQWx0dWEuRGF0YYUBIgUDBcABAJIBNEFsdHVhLkRhdGEuUHJpbWl0aXZlcy5Db25zdHJhaW5lZFJvd1NwYW4sIEFsdHVhLkRhdGGNASQFAwXEAQCUARkEEgQQAQAAAAAAAAAAAAAAAAAAAAwBQhkBmAEZBBIEEAEAAAAAAAAAAAAAAAEAAAEMAUMZAZwBGQQSBBABAAAAAAAAAAAAAAACAAACDAFEGQGgARkEEgQQAQAAAAAAAAAAAAAAAwAAAwwBRRkBpAEZBBIEEAEAAAAAAAAAAAAAAAQAAAQMAUYZAagBGgQSBBACAAAAAAAAAAAAAAAAAAAADAI4MxkBrAEaBBIEEAIAAAAAAAAAAAAAAAEAAAEMAjg0GQGwARoEEgQQAgAAAAAAAAAAAAAAAgAAAgwCODUZAbQBCQAADAMFyAERAbgBCQAADAMFzAERAbwBCwQBLAwBIBQDTk9LwAEEAQICB8QBBAECU1bIAQUBAdEBNcwBCAEC2QE30QE11gFAQWx0dWEuRGF0YS5OdW1iZXJGb3JtYXR0aW5nLk51bWJlckZvcm1hdFZhbHVlU2VnbWVudCwgQWx0dWEuRGF0YdEBNQUEAwXgAd4BP0FsdHVhLkRhdGEuTnVtYmVyRm9ybWF0dGluZy5OdW1iZXJGb3JtYXRUZXh0U2VnbWVudCwgQWx0dWEuRGF0YdkBNwUEAS0JAeABCAEC5QE65QE66gE5QWx0dWEuRGF0YS5OdW1iZXJGb3JtYXR0aW5nLk51bWJlclBsYWNlaG9sZGVyLCBBbHR1YS5EYXRh5QE6BQIwAAAA"/>
  <p:tag name="GRUNT-X-SHAPEBOUNDS" val="ASIBBAAAAAB1GUVAAAAAgEv7d0AAAABAUtZtQAAAAEBt91lAAA=="/>
  <p:tag name="GRUNT-X-PAGEOBJECT" val="AQUCilIKOEFsdHVhLk9hay5Db3JlLkRvY3VtZW50TW9kZWwuQ2hhcnRPYmplY3QsIEFsdHVhLk9hay5Db3JlBQI/BBIEEKNo3QlDZuJBpzFttLMscOsMEgQQRsB+m+HsiUyNZHle4LJhbBUNBCUUNRg9HFUgbSR1AHkBgAEAjQEoElBBbHR1YS5PYWsuQ29yZS5Eb2N1bWVudE1vZGVsLlRlbXBsYXRpbmcuQ3VzdG9tUG9zaXRpb25EZWZpbml0aW9uLCBBbHR1YS5PYWsuQ29yZQ0EJAQiAQScS82BijBUQG3fB6lnunhADAx7PmoEaUBMguBb/OpWQBQTFSwdMDU0OABFOQ9VQGQCBURtSBgEBAIFTBwCBVAgEgVUDAVlbi1OTxVYHAVlbi1OTyQCBVwoBAVgDWQsFgQSBBAAAAAAAAAAAAAAAAAAAAAACAEwFgQSBBAAAAAAAAAAAAAAAAAAAAAACAE0ORIEEKqkKxvzHnpZmprmbcF3DAASBBBcrNFeKVGpVrLWOFDJd8FcEgQQK9Q/zMNAyVqICqC7w15FMj5FQWx0dWEuT2FrLkNvcmUuQ2hhcnQuU3RhY2tlZEJhcldpdGhMaW5lUGxvdERlZmluaXRpb24sIEFsdHVhLk9hay5Db3JlOQ88BBIEEHr3GRCkZnpIs8QFXjRDtg4cAgVoJWw1cEkAbXSlAXkfqQEAtQGBASG9AYgBxAEDBYwBzAEDBZABQAgFlAENABWYAUQIAQOcAaABpAFIAwWoAUwCAQBQAFQLBAEsDAEgFANOT0tYCQQFZW4tTk8IAVwDhJ8JYAcIARABHawBZAMFsAFoBAEBtAFsDQABCAEUAwW4ARwAJQBwJgQiAQQAAAAAAAAQQAAAAAAAABBAAAAAAAAAEEAAAAAAAAAQQAgEdAsDAAAAAAAATEAIIH5FQWx0dWEuT2FrLkNvcmUuUGxvdHRpbmcuQXV0b21hdGljQ2F0ZWdvcnlBeGlzU2V0dGluZ3MsIEFsdHVhLk9hay5Db3JleR8VAQENvAEQABkBMAA9wAFFxAFIAVAAhgE9QWx0dWEuT2FrLkNvcmUuVGhlbWluZy5QYWdlQ29sb3JTY2hlbWVQb2ludGVyLCBBbHR1YS5PYWsuQ29yZYEBIQCIAU41yAE9zAFF0AFV1AFd2AF13AGNAeABnQHkAaUB6AGtAewBzQHwAdUB9AHdAfgB5QH8Ae0BgAL1AYQC/QGIAoUCjAKNApAClQKUAp0CmAKMAQUBAZ0CSJABAgEAlAEGpAKoAqwCmAE5EgQQn/QPFjNO+V2QOr/NvWHD+hIEEA5F+USGdOVYlTNpH55nHGESBBDoRBNnQsb8WoaZlwnOecZMnAFJBBIEEPpmFaD+N7ZUpr42pFhRkpgMEgQQDPnYz6nHkUOPUVQOc9kZPRWwAhwSBBACAAAAAAAAAAAAAAABAAABJAEBLbQCNbkCT6ABSQQSBBDEIy9YN599WK9I9ghQWoDJDBIEEAz52M+px5FDj1FUDnPZGT0VwAIcEgQQAgAAAAAAAAAAAAAAAgAAAiQBAS3EAjW5Ak+kAUkEEgQQAAaJ7gT5GlyL0ZeF4Fx81QwSBBAM+djPqceRQ49RVA5z2Rk9FcgCHBIEEAIAAAAAAAAAAAAAAAMAAAMkAQEtzAI1uQJPqAECQECsARADANACANACAAAAAAAAAAAAsAHwAi0EKAQSBBABAAAAAAAAAAAAAAADAAADDBIEEAIAAAAAAAAAAAAAAAEAAAEN1AItBCgEEgQQAQAAAAAAAAAAAAAABAAABAwSBBACAAAAAAAAAAAAAAACAAACDdgCLQQoBBIEEAEAAAAAAAAAAAAAAAIAAAIMEgQQAgAAAAAAAAAAAAAAAQAAAQ3cAi0EKAQSBBABAAAAAAAAAAAAAAACAAACDBIEEAIAAAAAAAAAAAAAAAIAAAIN4AItBCgEEgQQAQAAAAAAAAAAAAAABAAABAwSBBACAAAAAAAAAAAAAAABAAABDeQCLQQoBBIEEAEAAAAAAAAAAAAAAAEAAAEMEgQQAgAAAAAAAAAAAAAAAgAAAg3oAi0EKAQSBBABAAAAAAAAAAAAAAADAAADDBIEEAIAAAAAAAAAAAAAAAIAAAIN7AItBCgEEgQQAQAAAAAAAAAAAAAAAQAAAQwSBBACAAAAAAAAAAAAAAABAAABDfACtAFCAQAYAyX0AikAMQBAA0gCVfgCXfwCZBIEEAz52M+px5FDj1FUDnPZGT1tgAN1hAONAYgDkQEBnQGMA6UBkAO1AZQDuAECAQC8AQIBAMABBgWZA2cIBMQBBgWhA2cIBMgBBQQDBaQDzAEFBAMFqAPQAQUEAwWsA9QBBQQDBbAD2AEFBAMFpAPcAQUEAwWkA+ABBQQDBbQD5AEFBAMFuAPoAQUEAwW8A+wBBQQDBcAD8AEFBAMFxAP0AQUEAwXIA/gBBQQDBcwD/AEFBAMF0AOAAgUEAwXUA4QCBQQDBdgDiAIFBAMF3AOMAgUEAwXgA5ACBQQDBeQDlAIFBAMF6AOYAgUEAwXsA6ICUEFsdHVhLk9hay5Db3JlLk1vZGlmaWNhdGlvbi5Nb2RpZmllcnMuQ29ubmVjdG9yTW9kaWZpZXJBdXhpbGlhcnksIEFsdHVhLk9hay5Db3JlnQJIFAQSBBCnuuYQRUg9TLbA7BttcF64pAIqBBIEEH+lbqIfKs5biMSpQdbvltcMEgQQAQAAAAAAAAAAAAAAAQAAARwAqAIqBBIEEHITlAT1I7tYrfwGtEW7F5QMEgQQAQAAAAAAAAAAAAAAAgAAAhwArAIqBBIEEGrzN6qy8HtUouZC4c14nlYMEgQQAQAAAAAAAAAAAAAAAwAAAxwAsAIFBfADCAG0AgQFAAgBvgI+QWx0dWEuT2FrLkNvcmUuQ2hhcnQuRGVmYXVsdFBsb3RTZXJpZXNTZXR0aW5ncywgQWx0dWEuT2FrLkNvcmW5Ak8AwAIFBfQDCAHEAgQFAAgByAIFBfgDCAHMAgQFAAgB0AIA1AIJDfwDFYAEHAEA2AIJDfwDFYQEHAEA3AIJDfwDFYgEHAEA4AIJDfwDFYwEHAEA5AIJDfwDFZAEHAEA6AIJDfwDFZQEHAEA7AIJDfwDFZgEHAEA8AIJDfwDFZwEHAEA9AILAwAAAAAAAAAACAL4AgsDAAAAAAAAAAAIAfwCCwMAAAAAAAAAAAgBgAMYBaAEDaQEFagEHawEJbAELbQENbgEPbwEhAMHDcAEFcUEZ4gDCwMAAAAAAAAAAAgEjAMGBckEZwgEkAMGBckEZwgElAMFBAMFzASeAzNBbHR1YS5PYWsuQ29yZS5UaGVtaW5nLkNvbG9yUG9pbnRlciwgQWx0dWEuT2FrLkNvcmWZA2dQUFD/oQNnUFBQ/6QDAgEAqAMWAQrQBNQE2ATcBOAE5AToBOwE8AT0BKwDBgEC+AT8BLADAgEAtAMCAQC4AwIBALwDIgEQgAWEBYgFjAWQBZQFmAWcBaAFpAWoBawFsAW0BbgFvAXAAwYBAsAFxAXEAxIBCMgFzAXQBdQF2AXcBeAF5AXIAyQBEegF7AXwBfQF+AX8BYAGhAaIBowGkAaUBpgGnAagBqQGqAbMAwIBANADBAEBrAbUAwwBBbAGtAa4BrwGwAbYAwIBANwDAgEA4AMCAQDkAwIBAOgDAgEA7AMCAQDwAwUEAwXEBvQDBQQDBcgG+AMFBAMFzAb8AwUEAA3QBoAEBQQDBdQGhAQFBAMF2AaIBAUEAwXcBowEBQQDBeAGkAQFBAMF5AaUBAUEAwXoBpgEBQQDBewGnAQFBAMF8AagBAcEAwQBAAgEpAQFBAEuCASoBAQAAQgErAQEAAAIBLAEBAQACAS0BAQEAAgEuAQEAAAIBLwEBAAACATABAUEAwX0BsUEZz4+5f/JBGdQUFD/zAQCAQDQBA4F+QbfAQsAAAAAAAAAANQEDgWBB+EBCwAAAAAAAAAA2AQOBYkH4wELAAAAAAAA4D/cBA4FkQflAQsAAAAAAADgP+AEDgWZB+cBCwAAAAAAAOA/5AQOBaEH6QELAAAAAAAA+D/oBA4FqQfrAQsAAAAAAADgP+wEDgWxB+0BCwAAAAAAAAAA8AQOBbkH7wELAAAAAAAAAAD0BA4FwQfvAQsAAAAAAAAAAPgECAXFB+cBDcgH/AQIBc0H6wEN0AeABQoF1Qf2AQ3dB/gBhAUKBeUH3wEN6Qf7AYgFCgXxB+MBDfUH+wGMBQoF+QflAQ39B/sBkAUJBYEIgQINiQhnlAUKBY0IhAINlQj7AZgFCQWZCIQCDZ0IZ5wFCgWhCIkCDakI+wGgBQoFrQiJAg2xCPsBpAUKBbUIiQINuQj7AagFCgW9CJACDcUI+wGsBQoFyQiJAg3NCPsBsAUKBdEIiQIN1Qj7AbQFCgXZCIkCDd0I+wG4BQoF4QiJAg3lCPsBvAUKBekIiQIN7Qj7AcAFCgXxCIQCDfUIngLEBQoF/QiEAg2BCZ4CyAUHBYUJogIJAMwFBwWNCaQCCQHQBQcFlQmmAgkB1AUHBZ0JqAIJAdgFBwWlCaoCCQDcBQcFrQntAQkA4AUHBbEJrQIJAeQFBwW5Ca0CCQHoBQoFvQmwAg3FCbIC7AUKBc0JtAIN1Qm2AvAFCgXdCbgCDeUJugL0BQoF7Qm4Ag3xCb0C+AUKBfkJ7QEN8Qm9AvwFCgX9CaICDYEKwQKABgoFiQqmAg2BCsEChAYKBY0KqAINkQrFAogGCgWZCu8BDZ0KugKMBgoFoQrJAg2pCroCkAYKBa0KyQINqQq6ApQGCgWxCskCDbUKugKYBgoFuQrvAQ29CtACnAYKBcUKyQINyQq6AqAGCgXNCskCDckKugKkBgoFuQmtAg3RCtUCqAYKBdkKyQIN3QrQAqwGCgXhCtkCDekK2wKwBgoF8QqiAg31Ct4CtAYKBf0KtAINgQveArgGCgWFC6YCDYkL3gK8BgoFjQuwAg2RC94CwAYKBZUL7wENmQveAsQGBgEBnQvoAsgGBgEBpQvoAswGBgEBqQvoAtAGCAUADQAVAB0A1AYGAQGtC+gC2AYGAQGxC+gC3AYGAQG1C+gC4AYGAQG5C+gC5AYGAQG9C+gC6AYGAQHBC+gC7AYGAQHFC+gC8AYGAQHJC+gC9AYEAQIBBP4GU0FsdHVhLk9hay5Db3JlLk1vZGlmaWNhdGlvbi5TdHlsaW5nLkFsbFZhbHVlQXhpc0N1c3RvbWl6YXRpb25UYXJnZXQsIEFsdHVhLk9hay5Db3Jl+QbfAQCGB1lBbHR1YS5PYWsuQ29yZS5Nb2RpZmljYXRpb24uU3R5bGluZy5WYWx1ZUF4aXNHcmlkbGluZXNDdXN0b21pemF0aW9uVGFyZ2V0LCBBbHR1YS5PYWsuQ29yZYEH4QEAjgdTQWx0dWEuT2FrLkNvcmUuTW9kaWZpY2F0aW9uLlN0eWxpbmcuQ2F0ZWdvcnlBeGlzQ3VzdG9taXphdGlvblRhcmdldCwgQWx0dWEuT2FrLkNvcmWJB+MBAJYHUEFsdHVhLk9hay5Db3JlLk1vZGlmaWNhdGlvbi5TdHlsaW5nLk9yaWdvTGluZUN1c3RvbWl6YXRpb25UYXJnZXQsIEFsdHVhLk9hay5Db3JlkQflAQCeB11BbHR1YS5PYWsuQ29yZS5Nb2RpZmljYXRpb24uU3R5bGluZy5BbGxDb25uZWN0b3JzQXV4aWxpYXJ5Q3VzdG9taXphdGlvblRhcmdldCwgQWx0dWEuT2FrLkNvcmWZB+cBAKYHWUFsdHVhLk9hay5Db3JlLk1vZGlmaWNhdGlvbi5TdHlsaW5nLlNlcmllc1dpdGhQbG90S2luZEN1c3RvbWl6YXRpb25UYXJnZXQsIEFsdHVhLk9hay5Db3JloQfpAQMFzAuuB2FBbHR1YS5PYWsuQ29yZS5Nb2RpZmljYXRpb24uU3R5bGluZy5UYXJnZXRzLldhdGVyZmFsbENvbm5lY3RvckN1c3RvbWl6YXRpb25UYXJnZXQsIEFsdHVhLk9hay5Db3JlqQfrAQC2B1VBbHR1YS5PYWsuQ29yZS5Nb2RpZmljYXRpb24uU3R5bGluZy5BbGxUb3RhbExhYmVsc0N1c3RvbWl6YXRpb25UYXJnZXQsIEFsdHVhLk9hay5Db3JlsQftAQC+B1JBbHR1YS5PYWsuQ29yZS5Nb2RpZmljYXRpb24uU3R5bGluZy5TZXJpZXNMYWJlbEN1c3RvbWl6YXRpb25UYXJnZXQsIEFsdHVhLk9hay5Db3JluQfvARYEEgQQxCMvWDeffVivSPYIUFqAyQgAwQfvARYEEgQQ+mYVoP43tlSmvjakWFGSmAgAxQfnAQDIBwUMAwXQC80H6wEA0AcFDAMF1AvaB1ZBbHR1YS5PYWsuQ29yZS5Nb2RpZmljYXRpb24uU3R5bGluZy5BbGxTZXJpZXNNYXJrZXJDdXN0b21pemF0aW9uVGFyZ2V0LCBBbHR1YS5PYWsuQ29yZdUH9gEA4gc6QWx0dWEuT2FrLkNvcmUuVGhlbWluZy5CaW5kaW5nQ29sb3JQb2ludGVyLCBBbHR1YS5PYWsuQ29yZd0H+AEFBdkL9wLlB98BAO4HN0FsdHVhLk9hay5Db3JlLlRoZW1pbmcuUGFnZUNvbG9yUG9pbnRlciwgQWx0dWEuT2FrLkNvcmXpB/sBBAAACADxB+MBAPUH+wEEAAAIAPkH5QEA/Qf7AQQAAAgAhghTQWx0dWEuT2FrLkNvcmUuTW9kaWZpY2F0aW9uLlN0eWxpbmcuQWxsR3JpZGxpbmVzQ3VzdG9taXphdGlvblRhcmdldCwgQWx0dWEuT2FrLkNvcmWBCIECAIkIZ4CAgP+SCGdBbHR1YS5PYWsuQ29yZS5Nb2RpZmljYXRpb24uU3R5bGluZy5UYXJnZXRzLkFsbEF1eGlsaWFyeVNoYXBlc09mVHlwZUN1c3RvbWl6YXRpb25UYXJnZXQsIEFsdHVhLk9hay5Db3JljQiEAgIAA5UI+wEEAAQIAJkIhAICAAGdCGf///8ApghQQWx0dWEuT2FrLkNvcmUuTW9kaWZpY2F0aW9uLlN0eWxpbmcuRGF0YVBvaW50Q3VzdG9taXphdGlvblRhcmdldCwgQWx0dWEuT2FrLkNvcmWhCIkCKAQSBBDEIy9YN599WK9I9ghQWoDJDBIEEHITlAT1I7tYrfwGtEW7F5SpCPsBBAACCACtCIkCKAQSBBDEIy9YN599WK9I9ghQWoDJDBIEEGrzN6qy8HtUouZC4c14nlaxCPsBBAACCAC1CIkCKAQSBBDEIy9YN599WK9I9ghQWoDJDBIEECXRnFY0p6hYpwk/7aIkxEi5CPsBBAACCADCCE1BbHR1YS5PYWsuQ29yZS5Nb2RpZmljYXRpb24uU3R5bGluZy5TZXJpZXNDdXN0b21pemF0aW9uVGFyZ2V0LCBBbHR1YS5PYWsuQ29yZb0IkAIUBBIEEPpmFaD+N7ZUpr42pFhRkpjFCPsBBAAHCALJCIkCKAQSBBD6ZhWg/je2VKa+NqRYUZKYDBIEEH+lbqIfKs5biMSpQdbvltfNCPsBBAACCADRCIkCKAQSBBD6ZhWg/je2VKa+NqRYUZKYDBIEEHITlAT1I7tYrfwGtEW7F5TVCPsBBAACCADZCIkCKAQSBBDEIy9YN599WK9I9ghQWoDJDBIEEH+lbqIfKs5biMSpQdbvltfdCPsBBAACCADhCIkCKAQSBBD6ZhWg/je2VKa+NqRYUZKYDBIEEGrzN6qy8HtUouZC4c14nlblCPsBBAACCADpCIkCKAQSBBD6ZhWg/je2VKa+NqRYUZKYDBIEECXRnFY0p6hYpwk/7aIkxEjtCPsBBAACCADxCIQCAgAB+ghWQWx0dWEuT2FrLkNvcmUuU3ludGF4U3RydWN0dXJlLlJlY3RhbmdsZUF1eGlsaWFyeVNoYXBlTGFiZWxDYWxjdWxhdGlvbiwgQWx0dWEuT2FrLkNvcmX1CJ4CAP0IhAICAAOBCZ4CAIoJWEFsdHVhLk9hay5Db3JlLk1vZGlmaWNhdGlvbi5TdHlsaW5nLkFsbFZhbHVlQXhpc0xhYmVsQ3VzdG9taXphdGlvblRhcmdldCwgQWx0dWEuT2FrLkNvcmWFCaICAJIJZkFsdHVhLk9hay5Db3JlLk1vZGlmaWNhdGlvbi5TdHlsaW5nLlN0YWNrZWRCYXJBdXRvbWF0aWNTZWdtZW50TGFiZWxDdXN0b21pemF0aW9uVGFyZ2V0LCBBbHR1YS5PYWsuQ29yZY0JpAIAmglXQWx0dWEuT2FrLkNvcmUuTW9kaWZpY2F0aW9uLlN0eWxpbmcuQWxsQ2F0ZWdvcnlMYWJlbEN1c3RvbWl6YXRpb25UYXJnZXQsIEFsdHVhLk9hay5Db3JllQmmAgCiCVhBbHR1YS5PYWsuQ29yZS5Nb2RpZmljYXRpb24uU3R5bGluZy5BbGxBdXhpbGlhcnlMYWJlbEN1c3RvbWl6YXRpb25UYXJnZXQsIEFsdHVhLk9hay5Db3JlnQmoAgCqCV1BbHR1YS5PYWsuQ29yZS5Nb2RpZmljYXRpb24uU3R5bGluZy5TdGFja2VkU2VyaWVzQ29ubmVjdG9yQ3VzdG9taXphdGlvblRhcmdldCwgQWx0dWEuT2FrLkNvcmWlCaoCAK0J7QEAtglYQWx0dWEuT2FrLkNvcmUuTW9kaWZpY2F0aW9uLlN0eWxpbmcuU2VyaWVzTGFiZWxPZlR5cGVDdXN0b21pemF0aW9uVGFyZ2V0LCBBbHR1YS5PYWsuQ29yZbEJrQICAAC5Ca0CAgACwglYQWx0dWEuT2FrLkNvcmUuTW9kaWZpY2F0aW9uLlN0eWxpbmcuQ2F0ZWdvcnlBeGlzVGl0bGVDdXN0b21pemF0aW9uVGFyZ2V0LCBBbHR1YS5PYWsuQ29yZb0JsAIAyglCQWx0dWEuT2FrLkNvcmUuUGxvdHRpbmcuQXhpc1RpdGxlTGFiZWxQbGFjZW1lbnRGYXIsIEFsdHVhLk9hay5Db3JlxQmyAgIAANIJXUFsdHVhLk9hay5Db3JlLk1vZGlmaWNhdGlvbi5TdHlsaW5nLkFsbFZhbHVlQXhpc1RpdGxlTGFiZWxDdXN0b21pemF0aW9uVGFyZ2V0LCBBbHR1YS5PYWsuQ29yZc0JtAIA2glGQWx0dWEuT2FrLkNvcmUuUGxvdHRpbmcuQXhpc1RpdGxlTGFiZWxQbGFjZW1lbnRPdXRzaWRlLCBBbHR1YS5PYWsuQ29yZdUJtgICAAHiCV9BbHR1YS5PYWsuQ29yZS5Nb2RpZmljYXRpb24uU3R5bGluZy5TZXJpZXNMYWJlbHNXaXRoUGxvdEtpbmRDdXN0b21pemF0aW9uVGFyZ2V0LCBBbHR1YS5PYWsuQ29yZd0JuAIFBeALCADqCTxBbHR1YS5PYWsuQ29yZS5QbG90dGluZy5MYWJlbFBsYWNlbWVudEluc2lkZSwgQWx0dWEuT2FrLkNvcmXlCboCBAABCAHtCbgCBQXkCwgA9gk9QWx0dWEuT2FrLkNvcmUuUGxvdHRpbmcuTGFiZWxQbGFjZW1lbnRPdXRzaWRlLCBBbHR1YS5PYWsuQ29yZfEJvQIA+QntAQD9CaICAIYKQUFsdHVhLk9hay5Db3JlLlBsb3R0aW5nLkF4aXNMYWJlbFBsYWNlbWVudE91dHNpZGUsIEFsdHVhLk9hay5Db3JlgQrBAgIBAIkKpgIAjQqoAgCWCkZBbHR1YS5PYWsuQ29yZS5QbG90dGluZy5BdXhpbGlhcnlMYWJlbFBsYWNlbWVudERlZmF1bHQsIEFsdHVhLk9hay5Db3JlkQrFAgCZCu8BFgQSBBD6ZhWg/je2VKa+NqRYUZKYCACdCroCBAAACAGmClVBbHR1YS5PYWsuQ29yZS5Nb2RpZmljYXRpb24uU3R5bGluZy5EYXRhUG9pbnRMYWJlbEN1c3RvbWl6YXRpb25UYXJnZXQsIEFsdHVhLk9hay5Db3JloQrJAioEEgQQ+mYVoP43tlSmvjakWFGSmAwSBBByE5QE9SO7WK38BrRFuxeUEACpCroCBAABCAGtCskCKgQSBBD6ZhWg/je2VKa+NqRYUZKYDBIEEGrzN6qy8HtUouZC4c14nlYQALEKyQIqBBIEEPpmFaD+N7ZUpr42pFhRkpgMEgQQJdGcVjSnqFinCT/toiTESBAAtQq6AgQAAggBuQrvARYEEgQQxCMvWDeffVivSPYIUFqAyQgAwgpLQWx0dWEuT2FrLkNvcmUuUGxvdHRpbmcuTGFiZWxQbGFjZW1lbnQuTGFiZWxQbGFjZW1lbnRNYW51YWwsIEFsdHVhLk9hay5Db3JlvQrQAgYF6AsN7AvFCskCKgQSBBDEIy9YN599WK9I9ghQWoDJDBIEEGrzN6qy8HtUouZC4c14nlYQAMkKugIEAAEIAc0KyQIqBBIEEMQjL1g3n31Yr0j2CFBagMkMEgQQJdGcVjSnqFinCT/toiTESBAA1gpDQWx0dWEuT2FrLkNvcmUuUGxvdHRpbmcuTGFiZWxQbGFjZW1lbnRTZXJpZXNPdXRzaWRlLCBBbHR1YS5PYWsuQ29yZdEK1QICAADZCskCKgQSBBDEIy9YN599WK9I9ghQWoDJDBIEEH+lbqIfKs5biMSpQdbvltcQAN0K0AIGBfALDfQL5gpQQWx0dWEuT2FrLkNvcmUuTW9kaWZpY2F0aW9uLlN0eWxpbmcuQWxsTGFiZWxzQ3VzdG9taXphdGlvblRhcmdldCwgQWx0dWEuT2FrLkNvcmXhCtkCAO4KQkFsdHVhLk9hay5Db3JlLlN5bnRheFN0cnVjdHVyZS5BY3R1YWxGb250U2l6ZVZhbHVlLCBBbHR1YS5PYWsuQ29yZekK2wIJAwAAAAAAACJA8QqiAgD6CkNBbHR1YS5PYWsuQ29yZS5TeW50YXhTdHJ1Y3R1cmUuQWN0dWFsRm9udENvbG9yVmFsdWUsIEFsdHVhLk9hay5Db3Jl9QreAgUF+Qv7Af0KtAIAgQveAgUF/Qv7AYULpgIAiQveAgUFgQz7AY0LsAIAkQveAgUFhQz7AZUL7wEWBBIEEMQjL1g3n31Yr0j2CFBagMkIAJkL3gIFBYkM+wGiCy9BbHR1YS5EYXRhLkluZnJhc3RydWN0dXJlLlBhcmFncmFwaCwgQWx0dWEuRGF0YZ0L6AIFDAMFjAylC+gCBQwDBZAMqQvoAgUMAwWUDK0L6AIFDAMFmAyxC+gCBQwDBZwMtQvoAgUMAwWgDLkL6AIFDAMFpAy9C+gCBQwDBagMwQvoAgUMAwWsDMUL6AIFDAMFsAzJC+gCBQwDBbQMzAsBBdALCgECAACAQAAAQEDUCwoBAgAAgEAAAEBA3gtIQWx0dWEuT2FrLkNvcmUuU3ludGF4U3RydWN0dXJlLlBsb3RTZXJpZXNCaW5kaW5nU3RyYXRlZ3ksIEFsdHVhLk9hay5Db3Jl2Qv3AgDgCwIAAeQLAQXoCwsDUc87XWVC1T8IAOwLCwPWOTOV8djfPwgA8AsLA2CDhqmqzQPACAH0CwsDbPU/IcPI3z8IAPkL+wEEAAAIAP0L+wEEAAAIAIEM+wEEAAAIAIUM+wEEAAAIAIkM+wEEAAEIAIwMBgEBuQyPA5AMBgEBwQyPA5QMBgEBxQyPA5gMBgEByQyTA5wMBgEB0QyTA6AMBgEB1QyTA6QMBgEB2QyTA6gMBgEB3QyTA6wMBgEB4QyTA7AMBgEB5QyTA7QMBgEB6QyTA74MLUFsdHVhLkRhdGEuSW5mcmFzdHJ1Y3R1cmUuVGV4dFJ1biwgQWx0dWEuRGF0YbkMjwMNBAhTZXJpZXMgMQ3sDMEMjwMNBAhTZXJpZXMgMg3sDMUMjwMNBAhTZXJpZXMgMw3sDM4ML0FsdHVhLkRhdGEuSW5mcmFzdHJ1Y3R1cmUuTnVtYmVyUnVuLCBBbHR1YS5EYXRhyQyTAxMEDgMAAAAAAIBDQB3xDJ0DDewM0QyTAxMEDgMzMzMzM3NLQB35DJ0DDewM1QyTAxMEDgNmZmZmZiZBQB39DJ0DDewM2QyTAxMEDgOamZmZmZlHQB2BDZ0DDewM3QyTAxMEDgNmZmZmZmZGQB2FDZ0DDewM4QyTAxMEDgNmZmZmZiZFQB2JDZ0DDewM5QyTAxMEDgOamZmZmdlKQB2NDZ0DDewM6QyTAxMEDgPNzMzMzEw8QB2RDZ0DDewM7AwSBAAcACQALAA0ADwATABUAF0A9gw9QWx0dWEuRGF0YS5OdW1iZXJGb3JtYXR0aW5nLkNvbXBvc2l0ZU51bWJlckZvcm1hdCwgQWx0dWEuRGF0YfEMnQMLHZQNJZgNNZwNPQD5DJ0DCx2gDSWkDTWoDT0A/QydAwsdrA0lsA01tA09AIENnQMLHbgNJbwNNcANPQCFDZ0DCx3EDSXIDTXMDT0AiQ2dAwsd0A0l1A012A09AI0NnQMLHdwNJeANNeQNPQCRDZ0DCx3oDSXsDTXwDT0AlA0JAAAMAwX0DREAmA0JAAAMAwX4DREAnA0MBAEsDALCoBQDTk9LoA0JAAAMAwX8DREApA0JAAAMAwWADhEAqA0MBAEsDALCoBQDTk9LrA0JAAAMAwWEDhEAsA0JAAAMAwWIDhEAtA0MBAEsDALCoBQDTk9LuA0JAAAMAwWMDhEAvA0JAAAMAwWQDhEAwA0MBAEsDALCoBQDTk9LxA0JAAAMAwWUDhEAyA0JAAAMAwWYDhEAzA0MBAEsDALCoBQDTk9L0A0JAAAMAwWcDhEA1A0JAAAMAwWgDhEA2A0MBAEsDALCoBQDTk9L3A0JAAAMAwWkDhEA4A0JAAAMAwWoDhEA5A0MBAEsDALCoBQDTk9L6A0JAAAMAwWsDhEA7A0JAAAMAwWwDhEA8A0MBAEsDALCoBQDTk9L9A0GAQG1Ds4D+A0KAQK9DtADtQ7OA/wNBgEBxQ7OA4AOCgECyQ7QA8UOzgOEDgYBAc0OzgOIDgoBAtEO0APNDs4DjA4GAQHVDs4DkA4KAQLZDtAD1Q7OA5QOBgEB3Q7OA5gOCgEC4Q7QA90OzgOcDgYBAeUOzgOgDgoBAukO0APlDs4DpA4GAQHtDs4DqA4KAQLxDtAD7Q7OA6wOBgEB9Q7OA7AOCgEC+Q7QA/UOzgO6DkBBbHR1YS5EYXRhLk51bWJlckZvcm1hdHRpbmcuTnVtYmVyRm9ybWF0VmFsdWVTZWdtZW50LCBBbHR1YS5EYXRhtQ7OAwUEAwX8DsIOP0FsdHVhLkRhdGEuTnVtYmVyRm9ybWF0dGluZy5OdW1iZXJGb3JtYXRUZXh0U2VnbWVudCwgQWx0dWEuRGF0Yb0O0AMFBAEtCQHFDs4DBQQDBYAPyQ7QAwUEAS0JAc0OzgMFBAMFhA/RDtADBQQBLQkB1Q7OAwUEAwWID9kO0AMFBAEtCQHdDs4DBQQDBYwP4Q7QAwUEAS0JAeUOzgMFBAMFkA/pDtADBQQBLQkB7Q7OAwUEAwWUD/EO0AMFBAEtCQH1Ds4DBQQDBZgP+Q7QAwUEAS0JAfwODgEDnQ/oA6UP6gOdD+gDgA8OAQOdD+gDpQ/qA50P6AOEDw4BA50P6AOlD+oDnQ/oA4gPDgEDnQ/oA6UP6gOdD+gDjA8OAQOdD+gDpQ/qA50P6AOQDw4BA50P6AOlD+oDnQ/oA5QPDgEDnQ/oA6UP6gOdD+gDmA8OAQOdD+gDpQ/qA50P6AOiDzlBbHR1YS5EYXRhLk51bWJlckZvcm1hdHRpbmcuTnVtYmVyUGxhY2Vob2xkZXIsIEFsdHVhLkRhdGGdD+gDBQIwAAAAqg8/QWx0dWEuRGF0YS5OdW1iZXJGb3JtYXR0aW5nLkRlY2ltYWxQb2ludFBsYWNlaG9sZGVyLCBBbHR1YS5EYXRhpQ/qAwA="/>
  <p:tag name="GRUNT-RENDERHASH" val="cd3a7a7145bb8dcec123f5d3abde919f-svg"/>
  <p:tag name="GRUNT-SYNC" val="8608436d32e949b18b2db07b0b588a27"/>
</p:tagLst>
</file>

<file path=ppt/tags/tag29.xml><?xml version="1.0" encoding="utf-8"?>
<p:tagLst xmlns:a="http://schemas.openxmlformats.org/drawingml/2006/main" xmlns:r="http://schemas.openxmlformats.org/officeDocument/2006/relationships" xmlns:p="http://schemas.openxmlformats.org/presentationml/2006/main">
  <p:tag name="GRUNT-PAGEOBJECT" val="6e15c16f-7a48-470a-90c3-16203852bfc1"/>
  <p:tag name="GRUNT-X-RESOURCES" val="AQIFBAQEAgEA"/>
  <p:tag name="GRUNT-VERSION" val="20.26.1.0"/>
  <p:tag name="GRUNT-VERSION-2" val="2026.1-r5-6063"/>
  <p:tag name="GRUNT-X-SHAPEBOUNDS" val="ASIBBAAAAAAA7odAAAAAoDzqZkAAAAAAewhgQAAAAGDDnWNAAA=="/>
  <p:tag name="GRUNT-X-DATASERVICE" val="AQUCjQwKNEFsdHVhLkRhdGEuRGF0YVNlcnZpY2VzLkV4Y2VsRGF0YVNlcnZpY2UsIEFsdHVhLkRhdGEFAhwEEgQQaQ/IW2GGH0Os0iVIBym0XB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xYkCpG7ad5IFWBMDgMAZABkAAAAAAAAAAAAUABUBQkBFWkbXjdBbHR1YS5EYXRhLlJlYWRlcnMuRXhjZWwuU3BlY2lmaWNFeGNlbFJhbmdlLCBBbHR1YS5EYXRhWRcKBXAMBkdSQVBIU2CvAQMCdAN4BAMNVmFsdWF0aW9uIERDRgEAAxRDdXJyZW50IE1hcmtldCBTaGFyZQEBAw1EQ0YgQmFzZSBDYXNlAQIDBVZhbHVlAQMCAEDdwMEkUQhMW63YQ8NIQAAAAAEAAAAAAAAAAAD4//8fAQAAAAAAAgAIU3RhbmRhcmQCfSABBQEqPSdEQ0YgVmFsdWF0aW9uICYgU2Vuc2l0aXZpdHknIVJbLTcwXUNbMTJdAQVkAG5PQWx0dWEuTGlicmFyeS5TZXJpYWxpemFibGUuU3RvcmFnZS5BYnNvbHV0ZUZpbGVQYXRoLCBBbHR1YS5MaWJyYXJ5LlNlcmlhbGl6YWJsZWkbVgRUaHR0cHM6Ly9iaWVkdS1teS5zaGFyZXBvaW50LmNvbS9wZXJzb25hbC9zMjMxNzc0MF9iaV9uby9Eb2N1bWVudHMvUGFyZXRvIGVxdWl0eS54bHN4cAgFhQEiDY0BJHQElAGYAXgGnAGgAaQBggE9QWx0dWEuRGF0YS5OdW1iZXJGb3JtYXR0aW5nLkNvbXBvc2l0ZU51bWJlckZvcm1hdCwgQWx0dWEuRGF0YX0gCx2oASWsATWwAT0AigE3QWx0dWEuRGF0YS5QcmltaXRpdmVzLkNvbnN0cmFpbmVkQ29sdW1uU3BhbiwgQWx0dWEuRGF0YYUBIgUDBbQBAJIBNEFsdHVhLkRhdGEuUHJpbWl0aXZlcy5Db25zdHJhaW5lZFJvd1NwYW4sIEFsdHVhLkRhdGGNASQFAwW4AQCUARkEEgQQAQAAAAAAAAAAAAAAAAAAAAwBQhkBmAEZBBIEEAEAAAAAAAAAAAAAAAEAAAEMAUMZAZwBGgQSBBACAAAAAAAAAAAAAAAAAAAADAI5MBkBoAEaBBIEEAIAAAAAAAAAAAAAAAEAAAEMAjkxGQGkARoEEgQQAgAAAAAAAAAAAAAAAgAAAgwCOTIZAagBCQAADAMFvAERAKwBCQAADAMFwAERALABCwQBLAwBIBQDTk9LtAEEAQICBLgBBAECWl28AQUBAcUBMsABCAECzQE0xQEyygFAQWx0dWEuRGF0YS5OdW1iZXJGb3JtYXR0aW5nLk51bWJlckZvcm1hdFZhbHVlU2VnbWVudCwgQWx0dWEuRGF0YcUBMgUEAwXUAdIBP0FsdHVhLkRhdGEuTnVtYmVyRm9ybWF0dGluZy5OdW1iZXJGb3JtYXRUZXh0U2VnbWVudCwgQWx0dWEuRGF0Yc0BNAUEAS0JAdQBBQEB2QE33gE5QWx0dWEuRGF0YS5OdW1iZXJGb3JtYXR0aW5nLk51bWJlclBsYWNlaG9sZGVyLCBBbHR1YS5EYXRh2QE3BQIwAAAA"/>
  <p:tag name="GRUNT-X-PAGEOBJECT" val="AQUCzjgKOEFsdHVhLk9hay5Db3JlLkRvY3VtZW50TW9kZWwuQ2hhcnRPYmplY3QsIEFsdHVhLk9hay5Db3JlBQI/BBIEEG/BFW5IegpHkMMWIDhSv8EMEgQQaQ/IW2GGH0Os0iVIBym0XBUNBCUUNRg9HFUgbSR1AHkBgAEAjQEoElBBbHR1YS5PYWsuQ29yZS5Eb2N1bWVudE1vZGVsLlRlbXBsYXRpbmcuQ3VzdG9tUG9zaXRpb25EZWZpbml0aW9uLCBBbHR1YS5PYWsuQ29yZQ0EJAQiAQQAAAAAAPCHQHRJ0usmrmtAgJn5CfbwX0AYbVsosqNd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Csz+rSnu+0OL+J/6WEWBxhwCBWglbDVwPAIFdEkBbXiNAXylAYABtQGFASK5AQDFAY0BJMwBAwWUAUAIBZgBDQAVnAFEBgECoAGkAUgDBagBTAIBAFAAVAsEASwMASAUA05PS1gJBAVlbi1OTwgBXAOEnwlgBwgBEAEdrAFkAwWwAWgEAQG0AWwNAAAIARQDBbgBHAAlAHAmBCIBBAAAAAAAABBAAAAAAAAAEEAAAAAAAAAQQAAAAAAAABBACAR0BQEBvQEweAsDAAAAAACATUAIIHwLAwAAAAAAABRACCCAAU41xAE9yAFFzAFV0AFd1AF12AGNAdwBnQHgAaUB5AGtAegBzQHsAdUB8AHdAfQB5QH4Ae0B/AH1AYAC/QGEAoUCiAKNAowClQKQAp0ClAKKAUVBbHR1YS5PYWsuQ29yZS5QbG90dGluZy5BdXRvbWF0aWNDYXRlZ29yeUF4aXNTZXR0aW5ncywgQWx0dWEuT2FrLkNvcmWFASIVAQENmAIQABkBMAA9nAJFoAJIAVAAkgE9QWx0dWEuT2FrLkNvcmUuVGhlbWluZy5QYWdlQ29sb3JTY2hlbWVQb2ludGVyLCBBbHR1YS5PYWsuQ29yZY0BJACUAQIBAJgBBqQCqAKsApwBORIEEJ/0DxYzTvldkDq/zb1hw/oSBBAORflEhnTlWJUzaR+eZxxhEgQQ6EQTZ0LG/FqGmZcJznnGTKABSAQSBBCZHRfnRPuVWYlEt1CSivxeDBIEEOb0jmuc6RhIrxQnqqkmXZwVsAIcEgQQAgAAAAAAAAAAAAAAAQAAASQALbQCNbkCT6QBSAQSBBBHwcDm8dqxWruF/mMovALfDBIEEOb0jmuc6RhIrxQnqqkmXZwVwAIcEgQQAgAAAAAAAAAAAAAAAgAAAiQALcQCNbkCT6gBAkBArAEQAwDIAgDIAgAAAAAAAAAAALABigEtBCgEEgQQAQAAAAAAAAAAAAAAAAAAAAwSBBACAAAAAAAAAAAAAAABAAABDcwCLQQoBBIEEAEAAAAAAAAAAAAAAAEAAAEMEgQQAgAAAAAAAAAAAAAAAgAAAg3QAi0EKAQSBBABAAAAAAAAAAAAAAABAAABDBIEEAIAAAAAAAAAAAAAAAEAAAEN1AK0AUIBABgDJdgCKQAxAEAASAJV3AJd4AJkEgQQ5vSOa5zpGEivFCeqqSZdnG3kAnXoAo0B7AKRAQGdAfACpQH0ArUB+AK4AQIBAMIBWUFsdHVhLk9hay5Db3JlLk1vZGlmaWNhdGlvbi5Nb2RpZmllcnMuQ2x1c3RlcmVkVmFsdWVKdW1wTW9kaWZpZXJBdXhpbGlhcnksIEFsdHVhLk9hay5Db3JlvQEwZgQSBBCl4QMMvi6kSJ3WCPt7z4anDBIEEOyUomAY1eJWhyKPo5C8nfMUEgQQ7JSiYBjV4laHIo+jkLyd8xwSBBCZHRfnRPuVWYlEt1CSivxeJBIEEEfBwObx2rFau4X+Yyi8At8oAcQBBQQDBfwCyAEFBAMFgAPMAQUEAwWEA9ABBQQDBYgD1AEFBAMF/ALYAQUEAwX8AtwBBQQDBYwD4AEFBAMFkAPkAQUEAwWUA+gBBQQDBZgD7AEFBAMFnAPwAQUEAwWgA/QBBQQDBaQD+AEFBAMFqAP8AQUEAwWsA4ACBQQDBbADhAIFBAMFtAOIAgUEAwW4A4wCBQQDBbwDkAIFBAMFwAOUAgUEAwXEA5gCAgEAnAIGBckDcwgEoAIGBdEDcwgEpAIqBBIEEOyUomAY1eJWhyKPo5C8nfMMEgQQAQAAAAAAAAAAAAAAAQAAARwAqAIqBBIEEOygq4Zfr/Zfkwf5A4OIdTQMEgQQAQAAAAAAAAAAAAAAAgAAAhwArAIqBBIEEFc9VfOXN4dZpeKDrE5SDpoMEgQQAQAAAAAAAAAAAAAAAwAAAxwAsAIFBdQDCAG0AgQFAAgBvgI+QWx0dWEuT2FrLkNvcmUuQ2hhcnQuRGVmYXVsdFBsb3RTZXJpZXNTZXR0aW5ncywgQWx0dWEuT2FrLkNvcmW5Ak8AwAIFBdgDCAHEAgQFAAgByAIAzAIJDdwDFeADHAEA0AIJDdwDFeQDHAEA1AIJDegDFewDHAEA2AILAwAAAAAAAAAACALcAgsDAAAAAAAAAAAIAeACCwMAAAAAAAAAAAgB5AIYBfADDfQDFfgDHfwDJYAELYQENYgEPYwE6AIHDZAEFZUEc+wCCwMAAAAAAAAAAAgE8AIGBZkEcwgE9AIGBZkEcwgE+AIFBAMFnAT8AgIBAIADEAEHoASkBKgErASwBLQEuASEAwYBArwEwASIAwIBAIwDAgEAkAMCAQCUAxABB8QEyATMBNAE1ATYBNwEmAMGAQLgBOQEnAMQAQfoBOwE8AT0BPgE/ASABaADEAEHhAWIBYwFkAWUBZgFnAWkAwIBAKgDBAEBoAWsAwoBBKQFqAWsBbAFsAMCAQC0AwIBALgDAgEAvAMCAQDAAwIBAMQDAgEAzgMzQWx0dWEuT2FrLkNvcmUuVGhlbWluZy5Db2xvclBvaW50ZXIsIEFsdHVhLk9hay5Db3JlyQNzUFBQ/9EDc1BQUP/UAwUEAwW0BdgDBQQDBbgF3AMFBAANvAXgAwUEAwXABeQDBQQDBcQF6AMFBAANyAXsAwUEAwXMBfADBwQDBAEACAT0AwUEAS4IBPgDBAABCAT8AwQAAAgEgAQEBAAIBIQEBAQACASIBAQAAAgEjAQEAAAIBJAEBQQDBdAFlQRzPj7l/5kEc1BQUP+cBAIBAKAEDgXVBbYBCwAAAAAAAAAApAQOBd0FuAELAAAAAAAAAACoBA4F5QW6AQsAAAAAAADgP6wEDgXtBbwBCwAAAAAAAOA/sAQOBfUFvgELAAAAAAAA4D+0BA4F/QXAAQsAAAAAAAD4P7gEDgWFBsIBCwAAAAAAAOA/vAQIBY0GvgENkAbABAgFlQbCAQ2YBsQECgWdBsgBDaUGygHIBAoFrQa2AQ2xBs0BzAQKBbkGugENvQbNAdAECgXBBrwBDcUGzQHUBAkFyQbTAQ3RBnPYBAoF1QbWAQ3dBs0B3AQJBeEG1gEN5QZz4AQKBekG1gEN7QbcAeQECgX1BtYBDfkG3AHoBAcF/QbgAQkB7AQHBYUH4gEJAPAEBwWNB+ABCQH0BAcFkQflAQkB+AQHBZkH5wEJAfwEBwWhB+kBCQCABQcFqQfrAQkAhAUKBbEH7QENuQfvAYgFCgXBB/EBDckH8wGMBQoF0Qf1AQ3ZB/cBkAUKBeEH9QEN2Qf3AZQFCgXlB+IBDekH+wGYBQoF8QfrAQ3pB/sBnAUKBfUH5wEN+Qf/AaAFCgWBCIECDYkIgwKkBQoFkQjiAQ2VCIYCqAUKBZ0I8QENoQiGAqwFCgWlCOsBDakIhgKwBQoFrQjtAQ2xCIYCtAUGAQG1CI4CuAUGAQG9CI4CvAUIBQANABUAHQDABQYBAcEIjgLEBQYBAcUIjgLIBQgFAA0AFQAdAMwFBgEByQiOAtAFBAECAQTaBVNBbHR1YS5PYWsuQ29yZS5Nb2RpZmljYXRpb24uU3R5bGluZy5BbGxWYWx1ZUF4aXNDdXN0b21pemF0aW9uVGFyZ2V0LCBBbHR1YS5PYWsuQ29yZdUFtgEA4gVZQWx0dWEuT2FrLkNvcmUuTW9kaWZpY2F0aW9uLlN0eWxpbmcuVmFsdWVBeGlzR3JpZGxpbmVzQ3VzdG9taXphdGlvblRhcmdldCwgQWx0dWEuT2FrLkNvcmXdBbgBAOoFU0FsdHVhLk9hay5Db3JlLk1vZGlmaWNhdGlvbi5TdHlsaW5nLkNhdGVnb3J5QXhpc0N1c3RvbWl6YXRpb25UYXJnZXQsIEFsdHVhLk9hay5Db3Jl5QW6AQDyBVBBbHR1YS5PYWsuQ29yZS5Nb2RpZmljYXRpb24uU3R5bGluZy5Pcmlnb0xpbmVDdXN0b21pemF0aW9uVGFyZ2V0LCBBbHR1YS5PYWsuQ29yZe0FvAEA+gVdQWx0dWEuT2FrLkNvcmUuTW9kaWZpY2F0aW9uLlN0eWxpbmcuQWxsQ29ubmVjdG9yc0F1eGlsaWFyeUN1c3RvbWl6YXRpb25UYXJnZXQsIEFsdHVhLk9hay5Db3Jl9QW+AQCCBllBbHR1YS5PYWsuQ29yZS5Nb2RpZmljYXRpb24uU3R5bGluZy5TZXJpZXNXaXRoUGxvdEtpbmRDdXN0b21pemF0aW9uVGFyZ2V0LCBBbHR1YS5PYWsuQ29yZf0FwAEDBcwIigZhQWx0dWEuT2FrLkNvcmUuTW9kaWZpY2F0aW9uLlN0eWxpbmcuVGFyZ2V0cy5XYXRlcmZhbGxDb25uZWN0b3JDdXN0b21pemF0aW9uVGFyZ2V0LCBBbHR1YS5PYWsuQ29yZYUGwgEAjQa+AQCQBgUMAwXQCJUGwgEAmAYFDAMF1AiiBlZBbHR1YS5PYWsuQ29yZS5Nb2RpZmljYXRpb24uU3R5bGluZy5BbGxTZXJpZXNNYXJrZXJDdXN0b21pemF0aW9uVGFyZ2V0LCBBbHR1YS5PYWsuQ29yZZ0GyAEAqgY6QWx0dWEuT2FrLkNvcmUuVGhlbWluZy5CaW5kaW5nQ29sb3JQb2ludGVyLCBBbHR1YS5PYWsuQ29yZaUGygEFBdkIlwKtBrYBALYGN0FsdHVhLk9hay5Db3JlLlRoZW1pbmcuUGFnZUNvbG9yUG9pbnRlciwgQWx0dWEuT2FrLkNvcmWxBs0BBAAACAC5BroBAL0GzQEEAAAIAMEGvAEAxQbNAQQAAAgAzgZTQWx0dWEuT2FrLkNvcmUuTW9kaWZpY2F0aW9uLlN0eWxpbmcuQWxsR3JpZGxpbmVzQ3VzdG9taXphdGlvblRhcmdldCwgQWx0dWEuT2FrLkNvcmXJBtMBANEGc4CAgP/aBmdBbHR1YS5PYWsuQ29yZS5Nb2RpZmljYXRpb24uU3R5bGluZy5UYXJnZXRzLkFsbEF1eGlsaWFyeVNoYXBlc09mVHlwZUN1c3RvbWl6YXRpb25UYXJnZXQsIEFsdHVhLk9hay5Db3Jl1QbWAQIAA90GzQEEAAQIAOEG1gECAAHlBnP///8A6QbWAQIAAfIGVkFsdHVhLk9hay5Db3JlLlN5bnRheFN0cnVjdHVyZS5SZWN0YW5nbGVBdXhpbGlhcnlTaGFwZUxhYmVsQ2FsY3VsYXRpb24sIEFsdHVhLk9hay5Db3Jl7QbcAQD1BtYBAgAD+QbcAQCCB1hBbHR1YS5PYWsuQ29yZS5Nb2RpZmljYXRpb24uU3R5bGluZy5TZXJpZXNMYWJlbE9mVHlwZUN1c3RvbWl6YXRpb25UYXJnZXQsIEFsdHVhLk9hay5Db3Jl/QbgAQIAAooHWEFsdHVhLk9hay5Db3JlLk1vZGlmaWNhdGlvbi5TdHlsaW5nLkFsbFZhbHVlQXhpc0xhYmVsQ3VzdG9taXphdGlvblRhcmdldCwgQWx0dWEuT2FrLkNvcmWFB+IBAI0H4AECAACWB1VBbHR1YS5PYWsuQ29yZS5Nb2RpZmljYXRpb24uU3R5bGluZy5BbGxUb3RhbExhYmVsc0N1c3RvbWl6YXRpb25UYXJnZXQsIEFsdHVhLk9hay5Db3JlkQflAQCeB1hBbHR1YS5PYWsuQ29yZS5Nb2RpZmljYXRpb24uU3R5bGluZy5BbGxBdXhpbGlhcnlMYWJlbEN1c3RvbWl6YXRpb25UYXJnZXQsIEFsdHVhLk9hay5Db3JlmQfnAQCmB1tBbHR1YS5PYWsuQ29yZS5Nb2RpZmljYXRpb24uU3R5bGluZy5TaW5nbGVBdXhpbGlhcnlMYWJlbEN1c3RvbWl6YXRpb25UYXJnZXQsIEFsdHVhLk9hay5Db3JloQfpARQEEgQQzdqguSkgaEmGb2Yvz2YoVK4HV0FsdHVhLk9hay5Db3JlLk1vZGlmaWNhdGlvbi5TdHlsaW5nLkFsbENhdGVnb3J5TGFiZWxDdXN0b21pemF0aW9uVGFyZ2V0LCBBbHR1YS5PYWsuQ29yZakH6wEAtgdYQWx0dWEuT2FrLkNvcmUuTW9kaWZpY2F0aW9uLlN0eWxpbmcuQ2F0ZWdvcnlBeGlzVGl0bGVDdXN0b21pemF0aW9uVGFyZ2V0LCBBbHR1YS5PYWsuQ29yZbEH7QEAvgdGQWx0dWEuT2FrLkNvcmUuUGxvdHRpbmcuQXhpc1RpdGxlTGFiZWxQbGFjZW1lbnRPdXRzaWRlLCBBbHR1YS5PYWsuQ29yZbkH7wECAAHGB11BbHR1YS5PYWsuQ29yZS5Nb2RpZmljYXRpb24uU3R5bGluZy5BbGxWYWx1ZUF4aXNUaXRsZUxhYmVsQ3VzdG9taXphdGlvblRhcmdldCwgQWx0dWEuT2FrLkNvcmXBB/EBAM4HQkFsdHVhLk9hay5Db3JlLlBsb3R0aW5nLkF4aXNUaXRsZUxhYmVsUGxhY2VtZW50RmFyLCBBbHR1YS5PYWsuQ29yZckH8wECAADWB19BbHR1YS5PYWsuQ29yZS5Nb2RpZmljYXRpb24uU3R5bGluZy5TZXJpZXNMYWJlbHNXaXRoUGxvdEtpbmRDdXN0b21pemF0aW9uVGFyZ2V0LCBBbHR1YS5PYWsuQ29yZdEH9QEFBeAICADeBz1BbHR1YS5PYWsuQ29yZS5QbG90dGluZy5MYWJlbFBsYWNlbWVudE91dHNpZGUsIEFsdHVhLk9hay5Db3Jl2Qf3AQDhB/UBBQXkCAgA5QfiAQDuB0FBbHR1YS5PYWsuQ29yZS5QbG90dGluZy5BeGlzTGFiZWxQbGFjZW1lbnRPdXRzaWRlLCBBbHR1YS5PYWsuQ29yZekH+wECAQDxB+sBAPUH5wEA/gdGQWx0dWEuT2FrLkNvcmUuUGxvdHRpbmcuQXV4aWxpYXJ5TGFiZWxQbGFjZW1lbnREZWZhdWx0LCBBbHR1YS5PYWsuQ29yZfkH/wEAhghQQWx0dWEuT2FrLkNvcmUuTW9kaWZpY2F0aW9uLlN0eWxpbmcuQWxsTGFiZWxzQ3VzdG9taXphdGlvblRhcmdldCwgQWx0dWEuT2FrLkNvcmWBCIECAI4IQkFsdHVhLk9hay5Db3JlLlN5bnRheFN0cnVjdHVyZS5BY3R1YWxGb250U2l6ZVZhbHVlLCBBbHR1YS5PYWsuQ29yZYkIgwIJAwAAAAAAACJAkQjiAQCaCENBbHR1YS5PYWsuQ29yZS5TeW50YXhTdHJ1Y3R1cmUuQWN0dWFsRm9udENvbG9yVmFsdWUsIEFsdHVhLk9hay5Db3JllQiGAgUF6QjNAZ0I8QEAoQiGAgUF7QjNAaUI6wEAqQiGAgUF8QjNAa0I7QEAsQiGAgUF9QjNAboIL0FsdHVhLkRhdGEuSW5mcmFzdHJ1Y3R1cmUuUGFyYWdyYXBoLCBBbHR1YS5EYXRhtQiOAgUMAwX4CL0IjgIFDAMF/AjBCI4CBQwDBYAJxQiOAgUMAwWECckIjgIFDAMFiAnMCAEF0AgKAQIAAIBAAABAQNQICgECAACAQAAAQEDeCEhBbHR1YS5PYWsuQ29yZS5TeW50YXhTdHJ1Y3R1cmUuUGxvdFNlcmllc0JpbmRpbmdTdHJhdGVneSwgQWx0dWEuT2FrLkNvcmXZCJcCAOAIAgkK5AgBBekIzQEEAAAIAO0IzQEEAAAIAPEIzQEEAAAIAPUIzQEEAAAIAPgIBgEBjQmkAvwIBgEBlQmkAoAJBgEBmQmkAoQJBgEBnQmoAogJBgEBpQmoApIJLUFsdHVhLkRhdGEuSW5mcmFzdHJ1Y3R1cmUuVGV4dFJ1biwgQWx0dWEuRGF0YY0JpAIZBBRDdXJyZW50IE1hcmtldCBTaGFyZQ2oCZUJpAISBA1EQ0YgQmFzZSBDYXNlDagJmQmkAhgEE0N1cnJlbnQgU2hhcmUgUHJpY2UNrAmiCS9BbHR1YS5EYXRhLkluZnJhc3RydWN0dXJlLk51bWJlclJ1biwgQWx0dWEuRGF0YZ0JqAITBA4DAAAAAADASEAdsQmtAg24CaUJqAITBA4DZmZmZmYmRUAdvQmtAg3ACagJEgQAHAAkACwANAA8AEwAVABdAKwJEgQAHAAkACwANAA8AEwAVABdALYJPUFsdHVhLkRhdGEuTnVtYmVyRm9ybWF0dGluZy5Db21wb3NpdGVOdW1iZXJGb3JtYXQsIEFsdHVhLkRhdGGxCa0CCx3ECSXICTXMCT0AuAkSBAAcACQALAA0ADwATABUAF0AvQmtAgsd0Akl1Ak12Ak9AMAJEgQAHAAkACwANAA8AEwAVABdAMQJCQAADAMF3AkRAMgJCQAADAMF4AkRAMwJDAQBLAwCwqAUA05PS9AJCQAADAMF5AkRANQJCQAADAMF6AkRANgJDAQBLAwCwqAUA05PS9wJBgEB7Qm8AuAJCgEC9Qm+Au0JvALkCQYBAf0JvALoCQoBAoEKvgL9CbwC8glAQWx0dWEuRGF0YS5OdW1iZXJGb3JtYXR0aW5nLk51bWJlckZvcm1hdFZhbHVlU2VnbWVudCwgQWx0dWEuRGF0Ye0JvAIFBAMFhAr6CT9BbHR1YS5EYXRhLk51bWJlckZvcm1hdHRpbmcuTnVtYmVyRm9ybWF0VGV4dFNlZ21lbnQsIEFsdHVhLkRhdGH1Cb4CBQQBLQkB/Qm8AgUEAwWICoEKvgIFBAEtCQGECg4BA40KxAKVCsYCjQrEAogKDgEDjQrEApUKxgKNCsQCkgo5QWx0dWEuRGF0YS5OdW1iZXJGb3JtYXR0aW5nLk51bWJlclBsYWNlaG9sZGVyLCBBbHR1YS5EYXRhjQrEAgUCMAAAAJoKP0FsdHVhLkRhdGEuTnVtYmVyRm9ybWF0dGluZy5EZWNpbWFsUG9pbnRQbGFjZWhvbGRlciwgQWx0dWEuRGF0YZUKxgIA"/>
  <p:tag name="GRUNT-RENDERHASH" val="83321fe09fc042930a68580dd08e64d5-svg"/>
  <p:tag name="GRUNT-SYNC" val="5da229b83e944f71b4db6b97e7fc05a2"/>
</p:tagLst>
</file>

<file path=ppt/tags/tag30.xml><?xml version="1.0" encoding="utf-8"?>
<p:tagLst xmlns:a="http://schemas.openxmlformats.org/drawingml/2006/main" xmlns:r="http://schemas.openxmlformats.org/officeDocument/2006/relationships" xmlns:p="http://schemas.openxmlformats.org/presentationml/2006/main">
  <p:tag name="GRUNT-PAGEOBJECT" val="26985034-9102-4ac6-8073-e32ac03d64b8"/>
  <p:tag name="GRUNT-X-RESOURCES" val="AQIFBAQEAgEA"/>
  <p:tag name="GRUNT-VERSION" val="20.26.1.0"/>
  <p:tag name="GRUNT-VERSION-2" val="2026.1-r5-6063"/>
  <p:tag name="GRUNT-X-DATASERVICE" val="AQUC0QwKNEFsdHVhLkRhdGEuRGF0YVNlcnZpY2VzLkV4Y2VsRGF0YVNlcnZpY2UsIEFsdHVhLkRhdGEFAhwEEgQQ48tBOywxqUuKwya1W8s7Qh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8gghdu/ad5IFWBMDgMAZABkAAAAAAAAAAAAUABUBQkBFWkbXjdBbHR1YS5EYXRhLlJlYWRlcnMuRXhjZWwuU3BlY2lmaWNFeGNlbFJhbmdlLCBBbHR1YS5EYXRhWRcKBXAMBkdSQVBIU2DOAQMCdAR4BQMTVmFsdWF0aW9uIE11bHRpcGxlcwEAAxNDdXJyZW50IFNoYXJlIFByaWNlAQEDB0VWL0VCSVQBAgMDUC9FAQMDBVZhbHVlAQQDAEDdwMEkUQiCWyudw6RLQOlDsun+fkhAAAAAAQAAAAAAAAAAAPj//x8BAAAAAAACAn0gAAhTdGFuZGFyZAEFAhw9J1BlZXIgYW5hbHlzaXMnIVJbLTcxXUNbMTVdAQYcPSdQZWVyIGFuYWx5c2lzJyFSWy03Ml1DWzE2XQEHZABuT0FsdHVhLkxpYnJhcnkuU2VyaWFsaXphYmxlLlN0b3JhZ2UuQWJzb2x1dGVGaWxlUGF0aCwgQWx0dWEuTGlicmFyeS5TZXJpYWxpemFibGVpG1YEVGh0dHBzOi8vYmllZHUtbXkuc2hhcmVwb2ludC5jb20vcGVyc29uYWwvczIzMTc3NDBfYmlfbm8vRG9jdW1lbnRzL1BhcmV0byBlcXVpdHkueGxzeHAIBYUBIg2NASR0BJQBmAF4CJwBoAGkAagBggE9QWx0dWEuRGF0YS5OdW1iZXJGb3JtYXR0aW5nLkNvbXBvc2l0ZU51bWJlckZvcm1hdCwgQWx0dWEuRGF0YX0gCx2sASWwATW0AT0AigE3QWx0dWEuRGF0YS5QcmltaXRpdmVzLkNvbnN0cmFpbmVkQ29sdW1uU3BhbiwgQWx0dWEuRGF0YYUBIgUDBbgBAJIBNEFsdHVhLkRhdGEuUHJpbWl0aXZlcy5Db25zdHJhaW5lZFJvd1NwYW4sIEFsdHVhLkRhdGGNASQFAwW8AQCUARkEEgQQAQAAAAAAAAAAAAAAAAAAAAwBQhkBmAEZBBIEEAEAAAAAAAAAAAAAAAEAAAEMAUMZAZwBGgQSBBACAAAAAAAAAAAAAAAAAAAADAI5NBkBoAEaBBIEEAIAAAAAAAAAAAAAAAEAAAEMAjk1GQGkARoEEgQQAgAAAAAAAAAAAAAAAgAAAgwCOTYZAagBGgQSBBACAAAAAAAAAAAAAAADAAADDAI5NxkBrAEJAAAMAwXAAREBsAEJAAAMAwXEAREBtAELBAEsDAEgFANOT0u4AQQBAgIEvAEEAQJeYsABBQEByQEzxAEIAQLRATXJATPOAUBBbHR1YS5EYXRhLk51bWJlckZvcm1hdHRpbmcuTnVtYmVyRm9ybWF0VmFsdWVTZWdtZW50LCBBbHR1YS5EYXRhyQEzBQQDBdgB1gE/QWx0dWEuRGF0YS5OdW1iZXJGb3JtYXR0aW5nLk51bWJlckZvcm1hdFRleHRTZWdtZW50LCBBbHR1YS5EYXRh0QE1BQQBLQkB2AELAQPdATjdATjdATjiATlBbHR1YS5EYXRhLk51bWJlckZvcm1hdHRpbmcuTnVtYmVyUGxhY2Vob2xkZXIsIEFsdHVhLkRhdGHdATgFAjAAAAA="/>
  <p:tag name="GRUNT-X-SHAPEBOUNDS" val="ASIBBAAAAAAALohAAAAAoIuKd0AAAAAA9uVdQAAAAICRFF1AAA=="/>
  <p:tag name="GRUNT-X-PAGEOBJECT" val="AQUC+zsKOEFsdHVhLk9hay5Db3JlLkRvY3VtZW50TW9kZWwuQ2hhcnRPYmplY3QsIEFsdHVhLk9hay5Db3JlBQI/BBIEEDRQmCYCkcZKgHPjKsA9ZLgMEgQQ48tBOywxqUuKwya1W8s7QhUNBCUUNRg9HFUgbSR1AHkBgAEAjQEoElBBbHR1YS5PYWsuQ29yZS5Eb2N1bWVudE1vZGVsLlRlbXBsYXRpbmcuQ3VzdG9tUG9zaXRpb25EZWZpbml0aW9uLCBBbHR1YS5PYWsuQ29yZQ0EJAQiAQQAAAAAADCIQJQ8MeaRtntAgJn5CfbFXUBwG3bO8KhI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paDknfA38k2WTD5OXWfmKRwCBWglbDVwPAIFdEkBbXiNAXylAYABtQGFASK5AQDFAY0BJMwBAwWUAUAIBZgBDQAVnAFECAEDoAGkAagBSAMFrAFMAgEAUABUCwQBLAwBIBQDTk9LWAkEBWVuLU5PCAFcA4SfCWAHCAEQAR2wAWQDBbQBaAQBAbgBbA0AAAgBFAMFvAEcACUAcCYEIgEEAAAAAAAAEEAAAAAAAAAQQAAAAAAAABBAAAAAAAAAEEAIBHQIAQLBATHJATF4CwMAAAAAAIBNQAggfAsDAAAAAAAAFEAIIIABTjXMAT3QAUXUAVXYAV3cAXXgAY0B5AGdAegBpQHsAa0B8AHNAfQB1QH4Ad0B/AHlAYAC7QGEAvUBiAL9AYwChQKQAo0ClAKVApgCnQKcAooBRUFsdHVhLk9hay5Db3JlLlBsb3R0aW5nLkF1dG9tYXRpY0NhdGVnb3J5QXhpc1NldHRpbmdzLCBBbHR1YS5PYWsuQ29yZYUBIhUBAQ2gAhAAGQEwAD2kAkWoAkgBUACSAT1BbHR1YS5PYWsuQ29yZS5UaGVtaW5nLlBhZ2VDb2xvclNjaGVtZVBvaW50ZXIsIEFsdHVhLk9hay5Db3JljQEkAJQBAgEAmAEGrAKwArQCnAE5EgQQn/QPFjNO+V2QOr/NvWHD+hIEEA5F+USGdOVYlTNpH55nHGESBBDoRBNnQsb8WoaZlwnOecZMoAFJBBIEENqIFUzBy0hfr9fdFAavZOoMEgQQlRcW74rI9UOvoLFWTDxVURW4AhwSBBACAAAAAAAAAAAAAAABAAABJAEBLbwCNcECUaQBSQQSBBB3PhFS4661U4RRulIRSQRjDBIEEJUXFu+KyPVDr6CxVkw8VVEVyAIcEgQQAgAAAAAAAAAAAAAAAgAAAiQBAS3MAjXBAlGoAUkEEgQQ6CkfbsgKdlyIsm5VH7Vw0QwSBBCVFxbvisj1Q6+gsVZMPFVRFdACHBIEEAIAAAAAAAAAAAAAAAMAAAMkAQEt1AI1wQJRrAECQECwARADANgCANgCAAAAAAAAAAAAtAGKAS0EKAQSBBABAAAAAAAAAAAAAAABAAABDBIEEAIAAAAAAAAAAAAAAAIAAAIN3AItBCgEEgQQAQAAAAAAAAAAAAAAAQAAAQwSBBACAAAAAAAAAAAAAAADAAADDeACLQQoBBIEEAEAAAAAAAAAAAAAAAEAAAEMEgQQAgAAAAAAAAAAAAAAAQAAAQ3kArgBQgEAGAMl6AIpADEAQABIAlXsAl3wAmQSBBCVFxbvisj1Q6+gsVZMPFVRbfQCdfgCjQH8ApEBAZ0BgAOlAYQDtQGIA7wBAgEAxgFZQWx0dWEuT2FrLkNvcmUuTW9kaWZpY2F0aW9uLk1vZGlmaWVycy5DbHVzdGVyZWRWYWx1ZUp1bXBNb2RpZmllckF1eGlsaWFyeSwgQWx0dWEuT2FrLkNvcmXBATFmBBIEEO7zyFe4sFJBvmnNRKkIG7gMEgQQSovizxsZvFGtycoeQTvBrRQSBBBKi+LPGxm8Ua3Jyh5BO8GtHBIEENqIFUzBy0hfr9fdFAavZOokEgQQdz4RUuOutVOEUbpSEUkEYygByQExZgQSBBCZNTX1uBB7QoSJ5yKXmEVyDBIEEEqL4s8bGbxRrcnKHkE7wa0UEgQQSovizxsZvFGtycoeQTvBrRwSBBDaiBVMwctIX6/X3RQGr2TqJBIEEOgpH27ICnZciLJuVR+1cNEoAcwBBQQDBYwD0AEFBAMFkAPUAQUEAwWUA9gBBQQDBZgD3AEFBAMFjAPgAQUEAwWMA+QBBQQDBZwD6AEFBAMFoAPsAQUEAwWkA/ABBQQDBagD9AEFBAMFrAP4AQUEAwWwA/wBBQQDBbQDgAIFBAMFuAOEAgUEAwW8A4gCBQQDBcADjAIFBAMFxAOQAgUEAwXIA5QCBQQDBcwDmAIFBAMF0AOcAgUEAwXUA6ACAgEApAIGBdkDdwgEqAIGBeEDdwgErAIqBBIEEEqL4s8bGbxRrcnKHkE7wa0MEgQQAQAAAAAAAAAAAAAAAQAAARwAsAIqBBIEEDpU7XRr50JXvPCMSsZCU1sMEgQQAQAAAAAAAAAAAAAAAgAAAhwAtAIqBBIEEJU/pmvz/35bhCWtxJzYL5AMEgQQAQAAAAAAAAAAAAAAAwAAAxwAuAIFBeQDCAG8AgQFAAgBxgI+QWx0dWEuT2FrLkNvcmUuQ2hhcnQuRGVmYXVsdFBsb3RTZXJpZXNTZXR0aW5ncywgQWx0dWEuT2FrLkNvcmXBAlEAyAIFBegDCAHMAgQFAAgB0AIFBewDCAHUAgQFAAgB2AIA3AIJDfADFfQDHAEA4AIJDfADFfgDHAEA5AIJDfADFfwDHAEA6AILAwAAAAAAAAAACALsAgsDAAAAAAAAAAAIAfACCwMAAAAAAAAAAAgB9AIYBYAEDYQEFYgEHYwEJZAELZQENZgEPZwE+AIHDaAEFaUEd/wCCwMAAAAAAAAAAAgEgAMGBakEdwgEhAMGBakEdwgEiAMFBAMFrASMAwIBAJADEAEHsAS0BLgEvATABMQEyASUAwYBAswE0ASYAwIBAJwDAgEAoAMCAQCkAxIBCNQE2ATcBOAE5AToBOwE8ASoAwYBAvQE+ASsAw4BBvwEgAWEBYgFjAWQBbADEgEIlAWYBZwFoAWkBagFrAWwBbQDAgEAuAMEAQG0BbwDCgEEuAW8BcAFxAXAAwIBAMQDAgEAyAMCAQDMAwIBANADAgEA1AMCAQDeAzNBbHR1YS5PYWsuQ29yZS5UaGVtaW5nLkNvbG9yUG9pbnRlciwgQWx0dWEuT2FrLkNvcmXZA3dQUFD/4QN3UFBQ/+QDBQQDBcgF6AMFBAMFzAXsAwUEAwXQBfADBQQADdQF9AMFBAMF2AX4AwUEAwXcBfwDBQQDBeAFgAQHBAMEAQAIBIQEBQQBLggEiAQEAAEIBIwEBAAACASQBAQEAAgElAQEBAAIBJgEBAAACAScBAQAAAgEoAQFBAMF5AWlBHc+PuX/qQR3UFBQ/6wEAgEAsAQOBekFuwELAAAAAAAAAAC0BA4F8QW9AQsAAAAAAAAAALgEDgX5Bb8BCwAAAAAAAOA/vAQOBYEGwQELAAAAAAAA4D/ABA4FiQbDAQsAAAAAAADgP8QEDgWRBsUBCwAAAAAAAPg/yAQOBZkGxwELAAAAAAAA4D/MBAgFoQbDAQ2kBtAECAWpBscBDawG1AQKBbEGzQENuQbPAdgECgXBBrsBDcUG0gHcBAoFzQa/AQ3RBtIB4AQKBdUGwQEN2QbSAeQECQXdBtgBDeUGd+gECgXpBtsBDfEG0gHsBAkF9QbbAQ35BnfwBAoF/QbgAQ2FB9IB9AQKBYkH2wENjQfkAfgECgWVB9sBDZkH5AH8BAcFnQfoAQkBgAUHBaUH6gEJAIQFBwWtB+gBCQGIBQcFsQftAQkBjAUHBbkH7wEJAZAFBwXBB/EBCQCUBQoFyQfzAQ3RB/UBmAUKBdkH9wEN4Qf5AZwFCgXpB/sBDfEH/QGgBQoF+Qf7AQ3xB/0BpAUKBf0H6gENgQiBAqgFCgWJCPEBDYEIgQKsBQoFjQjvAQ2RCIUCsAUKBZkIhwINoQj9AbQFCgWlCIoCDa0IjAK4BQoFtQjqAQ25CI8CvAUKBcEI9wENxQiPAsAFCgXJCPEBDc0IjwLEBQoF0QjzAQ3VCI8CyAUGAQHZCJcCzAUGAQHhCJcC0AUGAQHlCJcC1AUIBQANABUAHQDYBQYBAekIlwLcBQYBAe0IlwLgBQYBAfEIlwLkBQQBAgEE7gVTQWx0dWEuT2FrLkNvcmUuTW9kaWZpY2F0aW9uLlN0eWxpbmcuQWxsVmFsdWVBeGlzQ3VzdG9taXphdGlvblRhcmdldCwgQWx0dWEuT2FrLkNvcmXpBbsBAPYFWUFsdHVhLk9hay5Db3JlLk1vZGlmaWNhdGlvbi5TdHlsaW5nLlZhbHVlQXhpc0dyaWRsaW5lc0N1c3RvbWl6YXRpb25UYXJnZXQsIEFsdHVhLk9hay5Db3Jl8QW9AQD+BVNBbHR1YS5PYWsuQ29yZS5Nb2RpZmljYXRpb24uU3R5bGluZy5DYXRlZ29yeUF4aXNDdXN0b21pemF0aW9uVGFyZ2V0LCBBbHR1YS5PYWsuQ29yZfkFvwEAhgZQQWx0dWEuT2FrLkNvcmUuTW9kaWZpY2F0aW9uLlN0eWxpbmcuT3JpZ29MaW5lQ3VzdG9taXphdGlvblRhcmdldCwgQWx0dWEuT2FrLkNvcmWBBsEBAI4GXUFsdHVhLk9hay5Db3JlLk1vZGlmaWNhdGlvbi5TdHlsaW5nLkFsbENvbm5lY3RvcnNBdXhpbGlhcnlDdXN0b21pemF0aW9uVGFyZ2V0LCBBbHR1YS5PYWsuQ29yZYkGwwEAlgZZQWx0dWEuT2FrLkNvcmUuTW9kaWZpY2F0aW9uLlN0eWxpbmcuU2VyaWVzV2l0aFBsb3RLaW5kQ3VzdG9taXphdGlvblRhcmdldCwgQWx0dWEuT2FrLkNvcmWRBsUBAwX0CJ4GYUFsdHVhLk9hay5Db3JlLk1vZGlmaWNhdGlvbi5TdHlsaW5nLlRhcmdldHMuV2F0ZXJmYWxsQ29ubmVjdG9yQ3VzdG9taXphdGlvblRhcmdldCwgQWx0dWEuT2FrLkNvcmWZBscBAKEGwwEApAYFDAMF+AipBscBAKwGBQwDBfwItgZWQWx0dWEuT2FrLkNvcmUuTW9kaWZpY2F0aW9uLlN0eWxpbmcuQWxsU2VyaWVzTWFya2VyQ3VzdG9taXphdGlvblRhcmdldCwgQWx0dWEuT2FrLkNvcmWxBs0BAL4GOkFsdHVhLk9hay5Db3JlLlRoZW1pbmcuQmluZGluZ0NvbG9yUG9pbnRlciwgQWx0dWEuT2FrLkNvcmW5Bs8BBQWBCaECwQa7AQDKBjdBbHR1YS5PYWsuQ29yZS5UaGVtaW5nLlBhZ2VDb2xvclBvaW50ZXIsIEFsdHVhLk9hay5Db3JlxQbSAQQAAAgAzQa/AQDRBtIBBAAACADVBsEBANkG0gEEAAAIAOIGU0FsdHVhLk9hay5Db3JlLk1vZGlmaWNhdGlvbi5TdHlsaW5nLkFsbEdyaWRsaW5lc0N1c3RvbWl6YXRpb25UYXJnZXQsIEFsdHVhLk9hay5Db3Jl3QbYAQDlBneAgID/7gZnQWx0dWEuT2FrLkNvcmUuTW9kaWZpY2F0aW9uLlN0eWxpbmcuVGFyZ2V0cy5BbGxBdXhpbGlhcnlTaGFwZXNPZlR5cGVDdXN0b21pemF0aW9uVGFyZ2V0LCBBbHR1YS5PYWsuQ29yZekG2wECAAPxBtIBBAAECAD1BtsBAgAB+QZ3////AIIHTUFsdHVhLk9hay5Db3JlLk1vZGlmaWNhdGlvbi5TdHlsaW5nLlNlcmllc0N1c3RvbWl6YXRpb25UYXJnZXQsIEFsdHVhLk9hay5Db3Jl/QbgARQEEgQQ6CkfbsgKdlyIsm5VH7Vw0YUH0gEEAAYIAokH2wECAAGSB1ZBbHR1YS5PYWsuQ29yZS5TeW50YXhTdHJ1Y3R1cmUuUmVjdGFuZ2xlQXV4aWxpYXJ5U2hhcGVMYWJlbENhbGN1bGF0aW9uLCBBbHR1YS5PYWsuQ29yZY0H5AEAlQfbAQIAA5kH5AEAogdYQWx0dWEuT2FrLkNvcmUuTW9kaWZpY2F0aW9uLlN0eWxpbmcuU2VyaWVzTGFiZWxPZlR5cGVDdXN0b21pemF0aW9uVGFyZ2V0LCBBbHR1YS5PYWsuQ29yZZ0H6AECAAKqB1hBbHR1YS5PYWsuQ29yZS5Nb2RpZmljYXRpb24uU3R5bGluZy5BbGxWYWx1ZUF4aXNMYWJlbEN1c3RvbWl6YXRpb25UYXJnZXQsIEFsdHVhLk9hay5Db3JlpQfqAQCtB+gBAgAAtgdVQWx0dWEuT2FrLkNvcmUuTW9kaWZpY2F0aW9uLlN0eWxpbmcuQWxsVG90YWxMYWJlbHNDdXN0b21pemF0aW9uVGFyZ2V0LCBBbHR1YS5PYWsuQ29yZbEH7QEAvgdYQWx0dWEuT2FrLkNvcmUuTW9kaWZpY2F0aW9uLlN0eWxpbmcuQWxsQXV4aWxpYXJ5TGFiZWxDdXN0b21pemF0aW9uVGFyZ2V0LCBBbHR1YS5PYWsuQ29yZbkH7wEAxgdXQWx0dWEuT2FrLkNvcmUuTW9kaWZpY2F0aW9uLlN0eWxpbmcuQWxsQ2F0ZWdvcnlMYWJlbEN1c3RvbWl6YXRpb25UYXJnZXQsIEFsdHVhLk9hay5Db3JlwQfxAQDOB1hBbHR1YS5PYWsuQ29yZS5Nb2RpZmljYXRpb24uU3R5bGluZy5DYXRlZ29yeUF4aXNUaXRsZUN1c3RvbWl6YXRpb25UYXJnZXQsIEFsdHVhLk9hay5Db3JlyQfzAQDWB0ZBbHR1YS5PYWsuQ29yZS5QbG90dGluZy5BeGlzVGl0bGVMYWJlbFBsYWNlbWVudE91dHNpZGUsIEFsdHVhLk9hay5Db3Jl0Qf1AQIAAd4HXUFsdHVhLk9hay5Db3JlLk1vZGlmaWNhdGlvbi5TdHlsaW5nLkFsbFZhbHVlQXhpc1RpdGxlTGFiZWxDdXN0b21pemF0aW9uVGFyZ2V0LCBBbHR1YS5PYWsuQ29yZdkH9wEA5gdCQWx0dWEuT2FrLkNvcmUuUGxvdHRpbmcuQXhpc1RpdGxlTGFiZWxQbGFjZW1lbnRGYXIsIEFsdHVhLk9hay5Db3Jl4Qf5AQIAAO4HX0FsdHVhLk9hay5Db3JlLk1vZGlmaWNhdGlvbi5TdHlsaW5nLlNlcmllc0xhYmVsc1dpdGhQbG90S2luZEN1c3RvbWl6YXRpb25UYXJnZXQsIEFsdHVhLk9hay5Db3Jl6Qf7AQUFiAkIAPYHPUFsdHVhLk9hay5Db3JlLlBsb3R0aW5nLkxhYmVsUGxhY2VtZW50T3V0c2lkZSwgQWx0dWEuT2FrLkNvcmXxB/0BAPkH+wEFBYwJCAD9B+oBAIYIQUFsdHVhLk9hay5Db3JlLlBsb3R0aW5nLkF4aXNMYWJlbFBsYWNlbWVudE91dHNpZGUsIEFsdHVhLk9hay5Db3JlgQiBAgIBAIkI8QEAjQjvAQCWCEZBbHR1YS5PYWsuQ29yZS5QbG90dGluZy5BdXhpbGlhcnlMYWJlbFBsYWNlbWVudERlZmF1bHQsIEFsdHVhLk9hay5Db3JlkQiFAgCeCFJBbHR1YS5PYWsuQ29yZS5Nb2RpZmljYXRpb24uU3R5bGluZy5TZXJpZXNMYWJlbEN1c3RvbWl6YXRpb25UYXJnZXQsIEFsdHVhLk9hay5Db3JlmQiHAhYEEgQQ6CkfbsgKdlyIsm5VH7Vw0QgAoQj9AQCqCFBBbHR1YS5PYWsuQ29yZS5Nb2RpZmljYXRpb24uU3R5bGluZy5BbGxMYWJlbHNDdXN0b21pemF0aW9uVGFyZ2V0LCBBbHR1YS5PYWsuQ29yZaUIigIAsghCQWx0dWEuT2FrLkNvcmUuU3ludGF4U3RydWN0dXJlLkFjdHVhbEZvbnRTaXplVmFsdWUsIEFsdHVhLk9hay5Db3JlrQiMAgkDAAAAAAAAIkC1COoBAL4IQ0FsdHVhLk9hay5Db3JlLlN5bnRheFN0cnVjdHVyZS5BY3R1YWxGb250Q29sb3JWYWx1ZSwgQWx0dWEuT2FrLkNvcmW5CI8CBQWRCdIBwQj3AQDFCI8CBQWVCdIByQjxAQDNCI8CBQWZCdIB0QjzAQDVCI8CBQWdCdIB3ggvQWx0dWEuRGF0YS5JbmZyYXN0cnVjdHVyZS5QYXJhZ3JhcGgsIEFsdHVhLkRhdGHZCJcCBQwDBaAJ4QiXAgUMAwWkCeUIlwIFDAMFqAnpCJcCBQwDBawJ7QiXAgUMAwWwCfEIlwIFDAMFtAn0CAEF+AgKAQIAAIBAAABAQPwICgECAACAQAAAQECGCUhBbHR1YS5PYWsuQ29yZS5TeW50YXhTdHJ1Y3R1cmUuUGxvdFNlcmllc0JpbmRpbmdTdHJhdGVneSwgQWx0dWEuT2FrLkNvcmWBCaECAIgJAgkKjAkBBZEJ0gEEAAAIAJUJ0gEEAAAIAJkJ0gEEAAAIAJ0J0gEEAAAIAKAJBgEBuQmvAqQJBgEBwQmvAqgJBgEBxQmvAqwJBgEByQmzArAJBgEB0QmzArQJBgEB1QmzAr4JLUFsdHVhLkRhdGEuSW5mcmFzdHJ1Y3R1cmUuVGV4dFJ1biwgQWx0dWEuRGF0YbkJrwINBAhTZXJpZXMgMQ3YCcEJrwINBAhTZXJpZXMgMg3YCcUJrwINBAhTZXJpZXMgMw3YCc4JL0FsdHVhLkRhdGEuSW5mcmFzdHJ1Y3R1cmUuTnVtYmVyUnVuLCBBbHR1YS5EYXRhyQmzAhMEDgNmZmZmZqZLQB3dCbgCDdgJ0QmzAhMEDgMAAAAAAIBIQB3lCbgCDdgJ1QmzAhMEDgNmZmZmZiZFQB3pCbgCDewJ2AkSBAAcACQALAA0ADwATABUAF0A4gk9QWx0dWEuRGF0YS5OdW1iZXJGb3JtYXR0aW5nLkNvbXBvc2l0ZU51bWJlckZvcm1hdCwgQWx0dWEuRGF0Yd0JuAILHfAJJfQJNfgJPQDlCbgCCx38CSWACjWECj0A6Qm4AgsdiAoljAo1kAo9AOwJEgQAHAAkACwANAA8AEwAVABdAPAJCQAADAMFlAoRAPQJCQAADAMFmAoRAPgJDAQBLAwCwqAUA05PS/wJCQAADAMFnAoRAIAKCQAADAMFoAoRAIQKDAQBLAwCwqAUA05PS4gKCQAADAMFpAoRAIwKCQAADAMFqAoRAJAKDAQBLAwCwqAUA05PS5QKBgEBrQrMApgKCgECtQrOAq0KzAKcCgYBAb0KzAKgCgoBAsEKzgK9CswCpAoGAQHFCswCqAoKAQLJCs4CxQrMArIKQEFsdHVhLkRhdGEuTnVtYmVyRm9ybWF0dGluZy5OdW1iZXJGb3JtYXRWYWx1ZVNlZ21lbnQsIEFsdHVhLkRhdGGtCswCBQQDBcwKugo/QWx0dWEuRGF0YS5OdW1iZXJGb3JtYXR0aW5nLk51bWJlckZvcm1hdFRleHRTZWdtZW50LCBBbHR1YS5EYXRhtQrOAgUEAS0JAb0KzAIFBAMF0ArBCs4CBQQBLQkBxQrMAgUEAwXUCskKzgIFBAEtCQHMCg4BA9kK1wLhCtkC2QrXAtAKDgED2QrXAuEK2QLZCtcC1AoOAQPpCtcC4QrZAukK1wLeCjlBbHR1YS5EYXRhLk51bWJlckZvcm1hdHRpbmcuTnVtYmVyUGxhY2Vob2xkZXIsIEFsdHVhLkRhdGHZCtcCBQIwAAAA5go/QWx0dWEuRGF0YS5OdW1iZXJGb3JtYXR0aW5nLkRlY2ltYWxQb2ludFBsYWNlaG9sZGVyLCBBbHR1YS5EYXRh4QrZAgDpCtcCBQIwAAAA"/>
  <p:tag name="GRUNT-RENDERHASH" val="9f16d7583b485ad86fc78bf6716606b5-svg"/>
  <p:tag name="GRUNT-SYNC" val="07efbd62534a40e38f3217c9f62451bc"/>
</p:tagLst>
</file>

<file path=ppt/tags/tag31.xml><?xml version="1.0" encoding="utf-8"?>
<p:tagLst xmlns:a="http://schemas.openxmlformats.org/drawingml/2006/main" xmlns:r="http://schemas.openxmlformats.org/officeDocument/2006/relationships" xmlns:p="http://schemas.openxmlformats.org/presentationml/2006/main">
  <p:tag name="GRUNT-PAGEOBJECT" val="f7d38805-4dcc-4be1-89ff-c164cd61a17a"/>
  <p:tag name="GRUNT-RENDERHASH" val="1842748efa4782aa26280d41321032e6-svg"/>
  <p:tag name="GRUNT-SYNC" val="f5853ccba5f44db8846d97e7a4e635da"/>
  <p:tag name="GRUNT-VERSION" val="20.26.1.0"/>
  <p:tag name="GRUNT-VERSION-2" val="2026.1-r5-6063"/>
  <p:tag name="GRUNT-X-PAGEOBJECT" val="AQUCvwIKPkFsdHVhLk9hay5Db3JlLkRvY3VtZW50TW9kZWwuQ2hhcnRMZWdlbmRPYmplY3QsIEFsdHVhLk9hay5Db3JlBQI7BBIEEAWI0/fMTeFLif/BZM1hoXoUEgQQpaDknfA38k2WTD5OXWfmKS0MNRBEAgUUSABVGQdlIHUkeAAMBAQCBSgQAgUsFAIBAB5QQWx0dWEuT2FrLkNvcmUuRG9jdW1lbnRNb2RlbC5UZW1wbGF0aW5nLkN1c3RvbVBvc2l0aW9uRGVmaW5pdGlvbiwgQWx0dWEuT2FrLkNvcmUZByQEIgEEAAAAgCy0hkAAAABASVF3QAAAAACA7klAAAAAAAAAaUAgEgUwDAVlbi1OTxU0HAVlbi1OTyQCBTgoAgEALAAwCwQBLAwBIBQDTk9LNAkEBWVuLU5PCAE4AgQg"/>
  <p:tag name="GRUNT-X-RESOURCES" val="AQIFBAQEAgEA"/>
  <p:tag name="GRUNT-X-SHAPEBOUNDS" val="ASIBBAAAAIAstIZAAAAAQElRd0AAAAAAgO5JQAAAAAAAAGlAAA=="/>
</p:tagLst>
</file>

<file path=ppt/tags/tag32.xml><?xml version="1.0" encoding="utf-8"?>
<p:tagLst xmlns:a="http://schemas.openxmlformats.org/drawingml/2006/main" xmlns:r="http://schemas.openxmlformats.org/officeDocument/2006/relationships" xmlns:p="http://schemas.openxmlformats.org/presentationml/2006/main">
  <p:tag name="GRUNT-PAGEOBJECT" val="7219634d-ff5f-4b5e-b6b3-7b05ebb4c479"/>
  <p:tag name="GRUNT-RENDERHASH" val="4a2cb59cde93f846111f5ef9fbd68966-svg"/>
  <p:tag name="GRUNT-SYNC" val="2d3c649cb0f2459098eb5a85dfe67bfb"/>
  <p:tag name="GRUNT-VERSION" val="20.26.1.0"/>
  <p:tag name="GRUNT-VERSION-2" val="2026.1-r5-6063"/>
  <p:tag name="GRUNT-X-PAGEOBJECT" val="AQUCvwIKPkFsdHVhLk9hay5Db3JlLkRvY3VtZW50TW9kZWwuQ2hhcnRMZWdlbmRPYmplY3QsIEFsdHVhLk9hay5Db3JlBQI7BBIEEE1jGXJf/15LtrN7Beu0xHkUEgQQCsz+rSnu+0OL+J/6WEWBxi0MNRBEAgUUSABVGQdlIHUkeAAMBAQCBSgQAgUsFAIBAB5QQWx0dWEuT2FrLkNvcmUuRG9jdW1lbnRNb2RlbC5UZW1wbGF0aW5nLkN1c3RvbVBvc2l0aW9uRGVmaW5pdGlvbiwgQWx0dWEuT2FrLkNvcmUZByQEIgEEAAAAgCy0hkAAAACA7cJlQAAAAAAAAFlAAAAAAAAAaUAgEgUwDAVlbi1OTxU0HAVlbi1OTyQCBTgoAgEALAAwCwQBLAwBIBQDTk9LNAkEBWVuLU5PCAE4AgQg"/>
  <p:tag name="GRUNT-X-RESOURCES" val="AQIFBAQEAgEA"/>
  <p:tag name="GRUNT-X-SHAPEBOUNDS" val="ASIBBAAAAIAstIZAAAAAgO3CZUAAAAAAAABZQAAAAAAAAGlAAA=="/>
</p:tagLst>
</file>

<file path=ppt/tags/tag33.xml><?xml version="1.0" encoding="utf-8"?>
<p:tagLst xmlns:a="http://schemas.openxmlformats.org/drawingml/2006/main" xmlns:r="http://schemas.openxmlformats.org/officeDocument/2006/relationships" xmlns:p="http://schemas.openxmlformats.org/presentationml/2006/main">
  <p:tag name="GRUNT-PAGE" val="88d5ec92-e485-48c4-ab7d-79504cb54bb3"/>
</p:tagLst>
</file>

<file path=ppt/tags/tag34.xml><?xml version="1.0" encoding="utf-8"?>
<p:tagLst xmlns:a="http://schemas.openxmlformats.org/drawingml/2006/main" xmlns:r="http://schemas.openxmlformats.org/officeDocument/2006/relationships" xmlns:p="http://schemas.openxmlformats.org/presentationml/2006/main">
  <p:tag name="GRUNT-PAGE" val="aa57b0d3-72dd-4cd0-ad27-b006c062e34e"/>
</p:tagLst>
</file>

<file path=ppt/tags/tag35.xml><?xml version="1.0" encoding="utf-8"?>
<p:tagLst xmlns:a="http://schemas.openxmlformats.org/drawingml/2006/main" xmlns:r="http://schemas.openxmlformats.org/officeDocument/2006/relationships" xmlns:p="http://schemas.openxmlformats.org/presentationml/2006/main">
  <p:tag name="GRUNT-PAGE" val="ab09e445-038e-4279-9948-59a1df762348"/>
</p:tagLst>
</file>

<file path=ppt/tags/tag36.xml><?xml version="1.0" encoding="utf-8"?>
<p:tagLst xmlns:a="http://schemas.openxmlformats.org/drawingml/2006/main" xmlns:r="http://schemas.openxmlformats.org/officeDocument/2006/relationships" xmlns:p="http://schemas.openxmlformats.org/presentationml/2006/main">
  <p:tag name="GRUNT-PAGEOBJECT" val="26985034-9102-4ac6-8073-e32ac03d64b8"/>
  <p:tag name="GRUNT-X-RESOURCES" val="AQIFBAQEAgEA"/>
  <p:tag name="GRUNT-VERSION" val="20.26.1.0"/>
  <p:tag name="GRUNT-VERSION-2" val="2026.1-r5-6063"/>
  <p:tag name="GRUNT-RENDERHASH" val="9f16d7583b485ad86fc78bf6716606b5-svg"/>
  <p:tag name="GRUNT-X-SHAPEBOUNDS" val="ASIBBAAAACB5vlZAAAAAQOTbXUAAAAAg9uVdQAAAACCSFF1AAA=="/>
  <p:tag name="GRUNT-X-PAGEOBJECT" val="AQUC+zsKOEFsdHVhLk9hay5Db3JlLkRvY3VtZW50TW9kZWwuQ2hhcnRPYmplY3QsIEFsdHVhLk9hay5Db3JlBQI/BBIEEJlJH/n8skxAtdS8cQpuz5MMEgQQunRVsv11HUa3wB9S2lajqhUNBCUUNRg9HFUgbSR1AHkBgAEAjQEoElBBbHR1YS5PYWsuQ29yZS5Eb2N1bWVudE1vZGVsLlRlbXBsYXRpbmcuQ3VzdG9tUG9zaXRpb25EZWZpbml0aW9uLCBBbHR1YS5PYWsuQ29yZQ0EJAQiAQQAAAAgec5WQMSkdq7+RWdAgJn5CfbFXUBwG3bO8KhI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s8+fgLhFjESw3VZaw95UohwCBWglbDVwPAIFdEkBbXiNAXylAYABtQGFASK5AQDFAY0BJMwBAwWUAUAIBZgBDQAVnAFECAEDoAGkAagBSAMFrAFMAgEAUABUCwQBLAwBIBQDTk9LWAkEBWVuLU5PCAFcA4SfCWAHCAEQAR2wAWQDBbQBaAQBAbgBbA0AAAgBFAMFvAEcACUAcCYEIgEEAAAAAAAAEEAAAAAAAAAQQAAAAAAAABBAAAAAAAAAEEAIBHQIAQLBATHJATF4CwMAAAAAAIBNQAggfAsDAAAAAAAAFEAIIIABTjXMAT3QAUXUAVXYAV3cAXXgAY0B5AGdAegBpQHsAa0B8AHNAfQB1QH4Ad0B/AHlAYAC7QGEAvUBiAL9AYwChQKQAo0ClAKVApgCnQKcAooBRUFsdHVhLk9hay5Db3JlLlBsb3R0aW5nLkF1dG9tYXRpY0NhdGVnb3J5QXhpc1NldHRpbmdzLCBBbHR1YS5PYWsuQ29yZYUBIhUBAQ2gAhAAGQEwAD2kAkWoAkgBUACSAT1BbHR1YS5PYWsuQ29yZS5UaGVtaW5nLlBhZ2VDb2xvclNjaGVtZVBvaW50ZXIsIEFsdHVhLk9hay5Db3JljQEkAJQBAgEAmAEGrAKwArQCnAE5EgQQn/QPFjNO+V2QOr/NvWHD+hIEEA5F+USGdOVYlTNpH55nHGESBBDoRBNnQsb8WoaZlwnOecZMoAFJBBIEENqIFUzBy0hfr9fdFAavZOoMEgQQSJLgKmdwPEuY0FXuAThzmxW4AhwSBBACAAAAAAAAAAAAAAABAAABJAEBLbwCNcECUaQBSQQSBBB3PhFS4661U4RRulIRSQRjDBIEEEiS4CpncDxLmNBV7gE4c5sVyAIcEgQQAgAAAAAAAAAAAAAAAgAAAiQBAS3MAjXBAlGoAUkEEgQQ6CkfbsgKdlyIsm5VH7Vw0QwSBBBIkuAqZ3A8S5jQVe4BOHObFdACHBIEEAIAAAAAAAAAAAAAAAMAAAMkAQEt1AI1wQJRrAECQECwARADANgCANgCAAAAAAAAAAAAtAGKAS0EKAQSBBABAAAAAAAAAAAAAAABAAABDBIEEAIAAAAAAAAAAAAAAAIAAAIN3AItBCgEEgQQAQAAAAAAAAAAAAAAAQAAAQwSBBACAAAAAAAAAAAAAAADAAADDeACLQQoBBIEEAEAAAAAAAAAAAAAAAEAAAEMEgQQAgAAAAAAAAAAAAAAAQAAAQ3kArgBQgEAGAMl6AIpADEAQABIAlXsAl3wAmQSBBBIkuAqZ3A8S5jQVe4BOHObbfQCdfgCjQH8ApEBAZ0BgAOlAYQDtQGIA7wBAgEAxgFZQWx0dWEuT2FrLkNvcmUuTW9kaWZpY2F0aW9uLk1vZGlmaWVycy5DbHVzdGVyZWRWYWx1ZUp1bXBNb2RpZmllckF1eGlsaWFyeSwgQWx0dWEuT2FrLkNvcmXBATFmBBIEEB1sZMSArG1Cg+pC6ovdpSwMEgQQSovizxsZvFGtycoeQTvBrRQSBBBKi+LPGxm8Ua3Jyh5BO8GtHBIEENqIFUzBy0hfr9fdFAavZOokEgQQdz4RUuOutVOEUbpSEUkEYygByQExZgQSBBDtvbwxaa7oTo+gh2EDuhgrDBIEEEqL4s8bGbxRrcnKHkE7wa0UEgQQSovizxsZvFGtycoeQTvBrRwSBBDaiBVMwctIX6/X3RQGr2TqJBIEEOgpH27ICnZciLJuVR+1cNEoAcwBBQQDBYwD0AEFBAMFkAPUAQUEAwWUA9gBBQQDBZgD3AEFBAMFjAPgAQUEAwWMA+QBBQQDBZwD6AEFBAMFoAPsAQUEAwWkA/ABBQQDBagD9AEFBAMFrAP4AQUEAwWwA/wBBQQDBbQDgAIFBAMFuAOEAgUEAwW8A4gCBQQDBcADjAIFBAMFxAOQAgUEAwXIA5QCBQQDBcwDmAIFBAMF0AOcAgUEAwXUA6ACAgEApAIGBdkDdwgEqAIGBeEDdwgErAIqBBIEEEqL4s8bGbxRrcnKHkE7wa0MEgQQAQAAAAAAAAAAAAAAAQAAARwAsAIqBBIEEDpU7XRr50JXvPCMSsZCU1sMEgQQAQAAAAAAAAAAAAAAAgAAAhwAtAIqBBIEEJU/pmvz/35bhCWtxJzYL5AMEgQQAQAAAAAAAAAAAAAAAwAAAxwAuAIFBeQDCAG8AgQFAAgBxgI+QWx0dWEuT2FrLkNvcmUuQ2hhcnQuRGVmYXVsdFBsb3RTZXJpZXNTZXR0aW5ncywgQWx0dWEuT2FrLkNvcmXBAlEAyAIFBegDCAHMAgQFAAgB0AIFBewDCAHUAgQFAAgB2AIA3AIJDfADFfQDHAEA4AIJDfADFfgDHAEA5AIJDfADFfwDHAEA6AILAwAAAAAAAAAACALsAgsDAAAAAAAAAAAIAfACCwMAAAAAAAAAAAgB9AIYBYAEDYQEFYgEHYwEJZAELZQENZgEPZwE+AIHDaAEFaUEd/wCCwMAAAAAAAAAAAgEgAMGBakEdwgEhAMGBakEdwgEiAMFBAMFrASMAwIBAJADEAEHsAS0BLgEvATABMQEyASUAwYBAswE0ASYAwIBAJwDAgEAoAMCAQCkAxIBCNQE2ATcBOAE5AToBOwE8ASoAwYBAvQE+ASsAw4BBvwEgAWEBYgFjAWQBbADEgEIlAWYBZwFoAWkBagFrAWwBbQDAgEAuAMEAQG0BbwDCgEEuAW8BcAFxAXAAwIBAMQDAgEAyAMCAQDMAwIBANADAgEA1AMCAQDeAzNBbHR1YS5PYWsuQ29yZS5UaGVtaW5nLkNvbG9yUG9pbnRlciwgQWx0dWEuT2FrLkNvcmXZA3dQUFD/4QN3UFBQ/+QDBQQDBcgF6AMFBAMFzAXsAwUEAwXQBfADBQQADdQF9AMFBAMF2AX4AwUEAwXcBfwDBQQDBeAFgAQHBAMEAQAIBIQEBQQBLggEiAQEAAEIBIwEBAAACASQBAQEAAgElAQEBAAIBJgEBAAACAScBAQAAAgEoAQFBAMF5AWlBHc+PuX/qQR3UFBQ/6wEAgEAsAQOBekFuwELAAAAAAAAAAC0BA4F8QW9AQsAAAAAAAAAALgEDgX5Bb8BCwAAAAAAAOA/vAQOBYEGwQELAAAAAAAA4D/ABA4FiQbDAQsAAAAAAADgP8QEDgWRBsUBCwAAAAAAAPg/yAQOBZkGxwELAAAAAAAA4D/MBAgFoQbDAQ2kBtAECAWpBscBDawG1AQKBbEGzQENuQbPAdgECgXBBrsBDcUG0gHcBAoFzQa/AQ3RBtIB4AQKBdUGwQEN2QbSAeQECQXdBtgBDeUGd+gECgXpBtsBDfEG0gHsBAkF9QbbAQ35BnfwBAoF/QbgAQ2FB9IB9AQKBYkH2wENjQfkAfgECgWVB9sBDZkH5AH8BAcFnQfoAQkBgAUHBaUH6gEJAIQFBwWtB+gBCQGIBQcFsQftAQkBjAUHBbkH7wEJAZAFBwXBB/EBCQCUBQoFyQfzAQ3RB/UBmAUKBdkH9wEN4Qf5AZwFCgXpB/sBDfEH/QGgBQoF+Qf7AQ3xB/0BpAUKBf0H6gENgQiBAqgFCgWJCPEBDYEIgQKsBQoFjQjvAQ2RCIUCsAUKBZkIhwINoQj9AbQFCgWlCIoCDa0IjAK4BQoFtQjqAQ25CI8CvAUKBcEI9wENxQiPAsAFCgXJCPEBDc0IjwLEBQoF0QjzAQ3VCI8CyAUGAQHZCJcCzAUGAQHhCJcC0AUGAQHlCJcC1AUIBQANABUAHQDYBQYBAekIlwLcBQYBAe0IlwLgBQYBAfEIlwLkBQQBAgEE7gVTQWx0dWEuT2FrLkNvcmUuTW9kaWZpY2F0aW9uLlN0eWxpbmcuQWxsVmFsdWVBeGlzQ3VzdG9taXphdGlvblRhcmdldCwgQWx0dWEuT2FrLkNvcmXpBbsBAPYFWUFsdHVhLk9hay5Db3JlLk1vZGlmaWNhdGlvbi5TdHlsaW5nLlZhbHVlQXhpc0dyaWRsaW5lc0N1c3RvbWl6YXRpb25UYXJnZXQsIEFsdHVhLk9hay5Db3Jl8QW9AQD+BVNBbHR1YS5PYWsuQ29yZS5Nb2RpZmljYXRpb24uU3R5bGluZy5DYXRlZ29yeUF4aXNDdXN0b21pemF0aW9uVGFyZ2V0LCBBbHR1YS5PYWsuQ29yZfkFvwEAhgZQQWx0dWEuT2FrLkNvcmUuTW9kaWZpY2F0aW9uLlN0eWxpbmcuT3JpZ29MaW5lQ3VzdG9taXphdGlvblRhcmdldCwgQWx0dWEuT2FrLkNvcmWBBsEBAI4GXUFsdHVhLk9hay5Db3JlLk1vZGlmaWNhdGlvbi5TdHlsaW5nLkFsbENvbm5lY3RvcnNBdXhpbGlhcnlDdXN0b21pemF0aW9uVGFyZ2V0LCBBbHR1YS5PYWsuQ29yZYkGwwEAlgZZQWx0dWEuT2FrLkNvcmUuTW9kaWZpY2F0aW9uLlN0eWxpbmcuU2VyaWVzV2l0aFBsb3RLaW5kQ3VzdG9taXphdGlvblRhcmdldCwgQWx0dWEuT2FrLkNvcmWRBsUBAwX0CJ4GYUFsdHVhLk9hay5Db3JlLk1vZGlmaWNhdGlvbi5TdHlsaW5nLlRhcmdldHMuV2F0ZXJmYWxsQ29ubmVjdG9yQ3VzdG9taXphdGlvblRhcmdldCwgQWx0dWEuT2FrLkNvcmWZBscBAKEGwwEApAYFDAMF+AipBscBAKwGBQwDBfwItgZWQWx0dWEuT2FrLkNvcmUuTW9kaWZpY2F0aW9uLlN0eWxpbmcuQWxsU2VyaWVzTWFya2VyQ3VzdG9taXphdGlvblRhcmdldCwgQWx0dWEuT2FrLkNvcmWxBs0BAL4GOkFsdHVhLk9hay5Db3JlLlRoZW1pbmcuQmluZGluZ0NvbG9yUG9pbnRlciwgQWx0dWEuT2FrLkNvcmW5Bs8BBQWBCaECwQa7AQDKBjdBbHR1YS5PYWsuQ29yZS5UaGVtaW5nLlBhZ2VDb2xvclBvaW50ZXIsIEFsdHVhLk9hay5Db3JlxQbSAQQAAAgAzQa/AQDRBtIBBAAACADVBsEBANkG0gEEAAAIAOIGU0FsdHVhLk9hay5Db3JlLk1vZGlmaWNhdGlvbi5TdHlsaW5nLkFsbEdyaWRsaW5lc0N1c3RvbWl6YXRpb25UYXJnZXQsIEFsdHVhLk9hay5Db3Jl3QbYAQDlBneAgID/7gZnQWx0dWEuT2FrLkNvcmUuTW9kaWZpY2F0aW9uLlN0eWxpbmcuVGFyZ2V0cy5BbGxBdXhpbGlhcnlTaGFwZXNPZlR5cGVDdXN0b21pemF0aW9uVGFyZ2V0LCBBbHR1YS5PYWsuQ29yZekG2wECAAPxBtIBBAAECAD1BtsBAgAB+QZ3////AIIHTUFsdHVhLk9hay5Db3JlLk1vZGlmaWNhdGlvbi5TdHlsaW5nLlNlcmllc0N1c3RvbWl6YXRpb25UYXJnZXQsIEFsdHVhLk9hay5Db3Jl/QbgARQEEgQQ6CkfbsgKdlyIsm5VH7Vw0YUH0gEEAAYIAokH2wECAAGSB1ZBbHR1YS5PYWsuQ29yZS5TeW50YXhTdHJ1Y3R1cmUuUmVjdGFuZ2xlQXV4aWxpYXJ5U2hhcGVMYWJlbENhbGN1bGF0aW9uLCBBbHR1YS5PYWsuQ29yZY0H5AEAlQfbAQIAA5kH5AEAogdYQWx0dWEuT2FrLkNvcmUuTW9kaWZpY2F0aW9uLlN0eWxpbmcuU2VyaWVzTGFiZWxPZlR5cGVDdXN0b21pemF0aW9uVGFyZ2V0LCBBbHR1YS5PYWsuQ29yZZ0H6AECAAKqB1hBbHR1YS5PYWsuQ29yZS5Nb2RpZmljYXRpb24uU3R5bGluZy5BbGxWYWx1ZUF4aXNMYWJlbEN1c3RvbWl6YXRpb25UYXJnZXQsIEFsdHVhLk9hay5Db3JlpQfqAQCtB+gBAgAAtgdVQWx0dWEuT2FrLkNvcmUuTW9kaWZpY2F0aW9uLlN0eWxpbmcuQWxsVG90YWxMYWJlbHNDdXN0b21pemF0aW9uVGFyZ2V0LCBBbHR1YS5PYWsuQ29yZbEH7QEAvgdYQWx0dWEuT2FrLkNvcmUuTW9kaWZpY2F0aW9uLlN0eWxpbmcuQWxsQXV4aWxpYXJ5TGFiZWxDdXN0b21pemF0aW9uVGFyZ2V0LCBBbHR1YS5PYWsuQ29yZbkH7wEAxgdXQWx0dWEuT2FrLkNvcmUuTW9kaWZpY2F0aW9uLlN0eWxpbmcuQWxsQ2F0ZWdvcnlMYWJlbEN1c3RvbWl6YXRpb25UYXJnZXQsIEFsdHVhLk9hay5Db3JlwQfxAQDOB1hBbHR1YS5PYWsuQ29yZS5Nb2RpZmljYXRpb24uU3R5bGluZy5DYXRlZ29yeUF4aXNUaXRsZUN1c3RvbWl6YXRpb25UYXJnZXQsIEFsdHVhLk9hay5Db3JlyQfzAQDWB0ZBbHR1YS5PYWsuQ29yZS5QbG90dGluZy5BeGlzVGl0bGVMYWJlbFBsYWNlbWVudE91dHNpZGUsIEFsdHVhLk9hay5Db3Jl0Qf1AQIAAd4HXUFsdHVhLk9hay5Db3JlLk1vZGlmaWNhdGlvbi5TdHlsaW5nLkFsbFZhbHVlQXhpc1RpdGxlTGFiZWxDdXN0b21pemF0aW9uVGFyZ2V0LCBBbHR1YS5PYWsuQ29yZdkH9wEA5gdCQWx0dWEuT2FrLkNvcmUuUGxvdHRpbmcuQXhpc1RpdGxlTGFiZWxQbGFjZW1lbnRGYXIsIEFsdHVhLk9hay5Db3Jl4Qf5AQIAAO4HX0FsdHVhLk9hay5Db3JlLk1vZGlmaWNhdGlvbi5TdHlsaW5nLlNlcmllc0xhYmVsc1dpdGhQbG90S2luZEN1c3RvbWl6YXRpb25UYXJnZXQsIEFsdHVhLk9hay5Db3Jl6Qf7AQUFiAkIAPYHPUFsdHVhLk9hay5Db3JlLlBsb3R0aW5nLkxhYmVsUGxhY2VtZW50T3V0c2lkZSwgQWx0dWEuT2FrLkNvcmXxB/0BAPkH+wEFBYwJCAD9B+oBAIYIQUFsdHVhLk9hay5Db3JlLlBsb3R0aW5nLkF4aXNMYWJlbFBsYWNlbWVudE91dHNpZGUsIEFsdHVhLk9hay5Db3JlgQiBAgIBAIkI8QEAjQjvAQCWCEZBbHR1YS5PYWsuQ29yZS5QbG90dGluZy5BdXhpbGlhcnlMYWJlbFBsYWNlbWVudERlZmF1bHQsIEFsdHVhLk9hay5Db3JlkQiFAgCeCFJBbHR1YS5PYWsuQ29yZS5Nb2RpZmljYXRpb24uU3R5bGluZy5TZXJpZXNMYWJlbEN1c3RvbWl6YXRpb25UYXJnZXQsIEFsdHVhLk9hay5Db3JlmQiHAhYEEgQQ6CkfbsgKdlyIsm5VH7Vw0QgAoQj9AQCqCFBBbHR1YS5PYWsuQ29yZS5Nb2RpZmljYXRpb24uU3R5bGluZy5BbGxMYWJlbHNDdXN0b21pemF0aW9uVGFyZ2V0LCBBbHR1YS5PYWsuQ29yZaUIigIAsghCQWx0dWEuT2FrLkNvcmUuU3ludGF4U3RydWN0dXJlLkFjdHVhbEZvbnRTaXplVmFsdWUsIEFsdHVhLk9hay5Db3JlrQiMAgkDAAAAAAAAIkC1COoBAL4IQ0FsdHVhLk9hay5Db3JlLlN5bnRheFN0cnVjdHVyZS5BY3R1YWxGb250Q29sb3JWYWx1ZSwgQWx0dWEuT2FrLkNvcmW5CI8CBQWRCdIBwQj3AQDFCI8CBQWVCdIByQjxAQDNCI8CBQWZCdIB0QjzAQDVCI8CBQWdCdIB3ggvQWx0dWEuRGF0YS5JbmZyYXN0cnVjdHVyZS5QYXJhZ3JhcGgsIEFsdHVhLkRhdGHZCJcCBQwDBaAJ4QiXAgUMAwWkCeUIlwIFDAMFqAnpCJcCBQwDBawJ7QiXAgUMAwWwCfEIlwIFDAMFtAn0CAEF+AgKAQIAAIBAAABAQPwICgECAACAQAAAQECGCUhBbHR1YS5PYWsuQ29yZS5TeW50YXhTdHJ1Y3R1cmUuUGxvdFNlcmllc0JpbmRpbmdTdHJhdGVneSwgQWx0dWEuT2FrLkNvcmWBCaECAIgJAgkKjAkBBZEJ0gEEAAAIAJUJ0gEEAAAIAJkJ0gEEAAAIAJ0J0gEEAAAIAKAJBgEBuQmvAqQJBgEBwQmvAqgJBgEBxQmvAqwJBgEByQmzArAJBgEB0QmzArQJBgEB1QmzAr4JLUFsdHVhLkRhdGEuSW5mcmFzdHJ1Y3R1cmUuVGV4dFJ1biwgQWx0dWEuRGF0YbkJrwINBAhTZXJpZXMgMQ3YCcEJrwINBAhTZXJpZXMgMg3YCcUJrwINBAhTZXJpZXMgMw3YCc4JL0FsdHVhLkRhdGEuSW5mcmFzdHJ1Y3R1cmUuTnVtYmVyUnVuLCBBbHR1YS5EYXRhyQmzAhMEDgNmZmZmZqZLQB3dCbgCDdgJ0QmzAhMEDgMAAAAAAIBIQB3lCbgCDdgJ1QmzAhMEDgNmZmZmZiZFQB3pCbgCDewJ2AkSBAAcACQALAA0ADwATABUAF0A4gk9QWx0dWEuRGF0YS5OdW1iZXJGb3JtYXR0aW5nLkNvbXBvc2l0ZU51bWJlckZvcm1hdCwgQWx0dWEuRGF0Yd0JuAILHfAJJfQJNfgJPQDlCbgCCx38CSWACjWECj0A6Qm4AgsdiAoljAo1kAo9AOwJEgQAHAAkACwANAA8AEwAVABdAPAJCQAADAMFlAoRAPQJCQAADAMFmAoRAPgJDAQBLAwCwqAUA05PS/wJCQAADAMFnAoRAIAKCQAADAMFoAoRAIQKDAQBLAwCwqAUA05PS4gKCQAADAMFpAoRAIwKCQAADAMFqAoRAJAKDAQBLAwCwqAUA05PS5QKBgEBrQrMApgKCgECtQrOAq0KzAKcCgYBAb0KzAKgCgoBAsEKzgK9CswCpAoGAQHFCswCqAoKAQLJCs4CxQrMArIKQEFsdHVhLkRhdGEuTnVtYmVyRm9ybWF0dGluZy5OdW1iZXJGb3JtYXRWYWx1ZVNlZ21lbnQsIEFsdHVhLkRhdGGtCswCBQQDBcwKugo/QWx0dWEuRGF0YS5OdW1iZXJGb3JtYXR0aW5nLk51bWJlckZvcm1hdFRleHRTZWdtZW50LCBBbHR1YS5EYXRhtQrOAgUEAS0JAb0KzAIFBAMF0ArBCs4CBQQBLQkBxQrMAgUEAwXUCskKzgIFBAEtCQHMCg4BA9kK1wLhCtkC2QrXAtAKDgED2QrXAuEK2QLZCtcC1AoOAQPpCtcC4QrZAukK1wLeCjlBbHR1YS5EYXRhLk51bWJlckZvcm1hdHRpbmcuTnVtYmVyUGxhY2Vob2xkZXIsIEFsdHVhLkRhdGHZCtcCBQIwAAAA5go/QWx0dWEuRGF0YS5OdW1iZXJGb3JtYXR0aW5nLkRlY2ltYWxQb2ludFBsYWNlaG9sZGVyLCBBbHR1YS5EYXRh4QrZAgDpCtcCBQIwAAAA"/>
  <p:tag name="GRUNT-X-DATASERVICE" val="AQUC0QwKNEFsdHVhLkRhdGEuRGF0YVNlcnZpY2VzLkV4Y2VsRGF0YVNlcnZpY2UsIEFsdHVhLkRhdGEFAhwEEgQQunRVsv11HUa3wB9S2lajqh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8gghdu/ad5IFWBMDgMAZABkAAAAAAAAAAAAUABUBQkBFWkbXjdBbHR1YS5EYXRhLlJlYWRlcnMuRXhjZWwuU3BlY2lmaWNFeGNlbFJhbmdlLCBBbHR1YS5EYXRhWRcKBXAMBkdSQVBIU2DOAQMCdAR4BQMTVmFsdWF0aW9uIE11bHRpcGxlcwEAAxNDdXJyZW50IFNoYXJlIFByaWNlAQEDB0VWL0VCSVQBAgMDUC9FAQMDBVZhbHVlAQQDAEDdwMEkUQiCWyudw6RLQOlDsun+fkhAAAAAAQAAAAAAAAAAAPj//x8BAAAAAAACAn0gAAhTdGFuZGFyZAEFAhw9J1BlZXIgYW5hbHlzaXMnIVJbLTcxXUNbMTVdAQYcPSdQZWVyIGFuYWx5c2lzJyFSWy03Ml1DWzE2XQEHZABuT0FsdHVhLkxpYnJhcnkuU2VyaWFsaXphYmxlLlN0b3JhZ2UuQWJzb2x1dGVGaWxlUGF0aCwgQWx0dWEuTGlicmFyeS5TZXJpYWxpemFibGVpG1YEVGh0dHBzOi8vYmllZHUtbXkuc2hhcmVwb2ludC5jb20vcGVyc29uYWwvczIzMTc3NDBfYmlfbm8vRG9jdW1lbnRzL1BhcmV0byBlcXVpdHkueGxzeHAIBYUBIg2NASR0BJQBmAF4CJwBoAGkAagBggE9QWx0dWEuRGF0YS5OdW1iZXJGb3JtYXR0aW5nLkNvbXBvc2l0ZU51bWJlckZvcm1hdCwgQWx0dWEuRGF0YX0gCx2sASWwATW0AT0AigE3QWx0dWEuRGF0YS5QcmltaXRpdmVzLkNvbnN0cmFpbmVkQ29sdW1uU3BhbiwgQWx0dWEuRGF0YYUBIgUDBbgBAJIBNEFsdHVhLkRhdGEuUHJpbWl0aXZlcy5Db25zdHJhaW5lZFJvd1NwYW4sIEFsdHVhLkRhdGGNASQFAwW8AQCUARkEEgQQAQAAAAAAAAAAAAAAAAAAAAwBQhkBmAEZBBIEEAEAAAAAAAAAAAAAAAEAAAEMAUMZAZwBGgQSBBACAAAAAAAAAAAAAAAAAAAADAI5NBkBoAEaBBIEEAIAAAAAAAAAAAAAAAEAAAEMAjk1GQGkARoEEgQQAgAAAAAAAAAAAAAAAgAAAgwCOTYZAagBGgQSBBACAAAAAAAAAAAAAAADAAADDAI5NxkBrAEJAAAMAwXAAREBsAEJAAAMAwXEAREBtAELBAEsDAEgFANOT0u4AQQBAgIEvAEEAQJeYsABBQEByQEzxAEIAQLRATXJATPOAUBBbHR1YS5EYXRhLk51bWJlckZvcm1hdHRpbmcuTnVtYmVyRm9ybWF0VmFsdWVTZWdtZW50LCBBbHR1YS5EYXRhyQEzBQQDBdgB1gE/QWx0dWEuRGF0YS5OdW1iZXJGb3JtYXR0aW5nLk51bWJlckZvcm1hdFRleHRTZWdtZW50LCBBbHR1YS5EYXRh0QE1BQQBLQkB2AELAQPdATjdATjdATjiATlBbHR1YS5EYXRhLk51bWJlckZvcm1hdHRpbmcuTnVtYmVyUGxhY2Vob2xkZXIsIEFsdHVhLkRhdGHdATgFAjAAAAA="/>
  <p:tag name="GRUNT-SYNC" val="67076ccdedb8420ba59b8c02199833ca"/>
</p:tagLst>
</file>

<file path=ppt/tags/tag37.xml><?xml version="1.0" encoding="utf-8"?>
<p:tagLst xmlns:a="http://schemas.openxmlformats.org/drawingml/2006/main" xmlns:r="http://schemas.openxmlformats.org/officeDocument/2006/relationships" xmlns:p="http://schemas.openxmlformats.org/presentationml/2006/main">
  <p:tag name="GRUNT-PAGEOBJECT" val="d2658cbc-b4e7-41d8-bf7e-e5c102ba4162"/>
  <p:tag name="GRUNT-RENDERHASH" val="24a7e8b294b872008b683e978dee2b75-svg"/>
  <p:tag name="GRUNT-SYNC" val="3175dfe326314e1aba7759956fc6e9a0"/>
  <p:tag name="GRUNT-VERSION" val="20.26.1.0"/>
  <p:tag name="GRUNT-VERSION-2" val="2026.1-r5-6063"/>
  <p:tag name="GRUNT-X-PAGEOBJECT" val="AQUCvwIKPkFsdHVhLk9hay5Db3JlLkRvY3VtZW50TW9kZWwuQ2hhcnRMZWdlbmRPYmplY3QsIEFsdHVhLk9hay5Db3JlBQI7BBIEELyMZdLntNhBv37lwQK6QWIUEgQQs8+fgLhFjESw3VZaw95Uoi0MNRBEAgUUSABVGQdlIHUkeAAMBAQCBSgQAgUsFAIBAB5QQWx0dWEuT2FrLkNvcmUuRG9jdW1lbnRNb2RlbC5UZW1wbGF0aW5nLkN1c3RvbVBvc2l0aW9uRGVmaW5pdGlvbiwgQWx0dWEuT2FrLkNvcmUZByQEIgEEAAAAAAAAQUAAAAAAAABWQAAAAAAAAFlAoCsU4jpwYkAgEgUwDAVlbi1OTxU0HAVlbi1OTyQCBTgoAgEALAAwCwQBLAwBIBQDTk9LNAkEBWVuLU5PCAE4AgQg"/>
  <p:tag name="GRUNT-X-RESOURCES" val="AQIFBAQEAgEA"/>
  <p:tag name="GRUNT-X-SHAPEBOUNDS" val="ASIBBAAAAAAAAEFAAAAAAAAAVkAAAAAAAABZQAAAAOA6cGJAAA=="/>
</p:tagLst>
</file>

<file path=ppt/tags/tag38.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gAwKNEFsdHVhLkRhdGEuRGF0YVNlcnZpY2VzLkV4Y2VsRGF0YVNlcnZpY2UsIEFsdHVhLkRhdGEFAhwEEgQQno08QfasUEmYXg7e8VGgCB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2Y2iafIad5IFWBMDgMAZABkAAAAAAAAAAAAUABUBQkBFWkbXjdBbHR1YS5EYXRhLlJlYWRlcnMuRXhjZWwuU3BlY2lmaWNFeGNlbFJhbmdlLCBBbHR1YS5EYXRhWRcKBXAMBkdSQVBIU2BwAwJ0A3gEAwhFdXJvcHJpcwEAAwdFVi9FQklUAQEDA1AvRQECAAEDAtZvJqYL0SpA1m8mpgvRKkAAAAABAAAAAAAAAAAA+P//HwEAAAAAAAECfSACCz1SWy0xNF1DWzNdAQQLPVJbLTE1XUNbNF0BBWQAbk9BbHR1YS5MaWJyYXJ5LlNlcmlhbGl6YWJsZS5TdG9yYWdlLkFic29sdXRlRmlsZVBhdGgsIEFsdHVhLkxpYnJhcnkuU2VyaWFsaXphYmxlaRtWBFRodHRwczovL2JpZWR1LW15LnNoYXJlcG9pbnQuY29tL3BlcnNvbmFsL3MyMzE3NzQwX2JpX25vL0RvY3VtZW50cy9QYXJldG8gZXF1aXR5Lnhsc3hwCAWFASINjQEkdASUAZgBeAacAaABpAGCAT1BbHR1YS5EYXRhLk51bWJlckZvcm1hdHRpbmcuQ29tcG9zaXRlTnVtYmVyRm9ybWF0LCBBbHR1YS5EYXRhfSALHagBJawBNbABPQCKATdBbHR1YS5EYXRhLlByaW1pdGl2ZXMuQ29uc3RyYWluZWRDb2x1bW5TcGFuLCBBbHR1YS5EYXRhhQEiBQMFtAEAkgE0QWx0dWEuRGF0YS5QcmltaXRpdmVzLkNvbnN0cmFpbmVkUm93U3BhbiwgQWx0dWEuRGF0YY0BJAUDBbgBAJQBGQQSBBABAAAAAAAAAAAAAAAAAAAADAFCGQGYARkEEgQQAQAAAAAAAAAAAAAAAQAAAQwBQxkBnAEbBBIEEAIAAAAAAAAAAAAAAAAAAAAMAzEyNxkBoAEbBBIEEAIAAAAAAAAAAAAAAAEAAAEMAzEyOBkBpAEbBBIEEAIAAAAAAAAAAAAAAAIAAAIMAzEyORkBqAEJAAAMAwW8AREBrAEJAAAMAwXAAREBsAELBAEsDAEgFANOT0u0AQQBAgIEuAEFAQJ/ggG8AQgBAsUBMs0BNMABCwED1QE02QEy3QE0ygFAQWx0dWEuRGF0YS5OdW1iZXJGb3JtYXR0aW5nLk51bWJlckZvcm1hdFZhbHVlU2VnbWVudCwgQWx0dWEuRGF0YcUBMgUEAwXgAdIBP0FsdHVhLkRhdGEuTnVtYmVyRm9ybWF0dGluZy5OdW1iZXJGb3JtYXRUZXh0U2VnbWVudCwgQWx0dWEuRGF0Yc0BNAUEASkJANUBNAUEASgJAdkBMgUEAwXkAd0BNAUEASkJAeABCAEC6QE76QE75AEIAQLpATvpATvuATlBbHR1YS5EYXRhLk51bWJlckZvcm1hdHRpbmcuTnVtYmVyUGxhY2Vob2xkZXIsIEFsdHVhLkRhdGHpATsFAjAAAAA="/>
  <p:tag name="GRUNT-X-SHAPEBOUNDS" val="ASIBBAAAAIAuQHtAAAAAINFBZEAAAABALkxUQAAAAGDUfFJAAA=="/>
  <p:tag name="GRUNT-X-PAGEOBJECT" val="AQUC4jUKOEFsdHVhLk9hay5Db3JlLkRvY3VtZW50TW9kZWwuQ2hhcnRPYmplY3QsIEFsdHVhLk9hay5Db3JlBQI/BBIEELs3+vdP9oJDqOP5OxOMwcwMEgQQno08QfasUEmYXg7e8VGgCBUNBCUUNRg9HFUgbSR1AHkBgAEAjQEoElBBbHR1YS5PYWsuQ29yZS5Eb2N1bWVudE1vZGVsLlRlbXBsYXRpbmcuQ3VzdG9tUG9zaXRpb25EZWZpbml0aW9uLCBBbHR1YS5PYWsuQ29yZQ0EJAQiAQQAAACALkR7QIS8hith4WVAAAAAUC4sVEDsDeXRaFtO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3BTL2hnfZ0awjyNNWLLURh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gSAfSVgQGky+TZoAF1s/vxWsAhwSBBACAAAAAAAAAAAAAAABAAABJAEBLbACNbUCTqQBSQQSBBBhBya84QzvXK9tKo3XRHtuDBIEEIEgH0lYEBpMvk2aABdbP78VvAIcEgQQAgAAAAAAAAAAAAAAAgAAAiQBAS3AAjW1Ak6oAUkEEgQQYqNFdvIkuVK4mYAx1yF6XgwSBBCBIB9JWBAaTL5NmgAXWz+/FcQCHBIEEAIAAAAAAAAAAAAAAAMAAAMkAQEtyAI1tQJOrAECQECwARADAMwCAMwCAAAAAAAAAAAAtAFcLQQoBBIEEAEAAAAAAAAAAAAAAAEAAAEMEgQQAgAAAAAAAAAAAAAAAgAAAg3QAi0EKAQSBBABAAAAAAAAAAAAAAABAAABDBIEEAIAAAAAAAAAAAAAAAEAAAEN1AK4AUIBABgDJdgCKQAxAEAASAJV3AJd4AJkEgQQgSAfSVgQGky+TZoAF1s/v2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3QEJAfAEBwWFB+IBCQH0BAcFjQfkAQkB+AQHBZUH5gEJAPwECgWdB+gBDaUH6gGABQoFrQfsAQ21B+4BhAUKBb0H8AENxQfyAYgFCgXNB/ABDcUH8gGMBQoF0QffAQ3VB/YBkAUKBd0H5gEN1Qf2AZQFCgXhB+Q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gQfdAQIAAIoHVUFsdHVhLk9hay5Db3JlLk1vZGlmaWNhdGlvbi5TdHlsaW5nLkFsbFRvdGFsTGFiZWxzQ3VzdG9taXphdGlvblRhcmdldCwgQWx0dWEuT2FrLkNvcmWFB+IBAJIHWEFsdHVhLk9hay5Db3JlLk1vZGlmaWNhdGlvbi5TdHlsaW5nLkFsbEF1eGlsaWFyeUxhYmVsQ3VzdG9taXphdGlvblRhcmdldCwgQWx0dWEuT2FrLkNvcmWNB+QB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5A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PNzMzMzMwqQB2ZCacCDaAJkQmjAhMEDgPNzMzMzMwqQB2lCacCDagJlAkSBAAcACQALAA0ADwATABUAF0Angk9QWx0dWEuRGF0YS5OdW1iZXJGb3JtYXR0aW5nLkNvbXBvc2l0ZU51bWJlckZvcm1hdCwgQWx0dWEuRGF0YZkJpwILHawJJbAJNbQJPQCgCRIEABwAJAAsADQAPABMAFQAXQClCacCCx24CSW8CTXACT0AqAkSBAAcACQALAA0ADwATABUAF0ArAkJAAAMAwXECREAsAkJAAAMAwXICREAtAkMBAEsDALCoBQDTk9LuAkJAAAMAwXMCREAvAkJAAAMAwXQCREAwAkMBAEsDALCoBQDTk9LxAkGAQHVCbYCyAkKAQLdCbgC1Qm2AswJBgEB5Qm2AtAJCgEC6Qm4AuUJtgLaCUBBbHR1YS5EYXRhLk51bWJlckZvcm1hdHRpbmcuTnVtYmVyRm9ybWF0VmFsdWVTZWdtZW50LCBBbHR1YS5EYXRh1Qm2AgUEAwXsCeIJP0FsdHVhLkRhdGEuTnVtYmVyRm9ybWF0dGluZy5OdW1iZXJGb3JtYXRUZXh0U2VnbWVudCwgQWx0dWEuRGF0Yd0JuAIFBAEtCQHlCbYCBQQDBfAJ6Qm4AgUEAS0JAewJDgED9Qm+Av0JwAL1Cb4C8AkOAQP1Cb4C/QnAAvUJvgL6CTlBbHR1YS5EYXRhLk51bWJlckZvcm1hdHRpbmcuTnVtYmVyUGxhY2Vob2xkZXIsIEFsdHVhLkRhdGH1Cb4CBQIwAAAAggo/QWx0dWEuRGF0YS5OdW1iZXJGb3JtYXR0aW5nLkRlY2ltYWxQb2ludFBsYWNlaG9sZGVyLCBBbHR1YS5EYXRh/QnAAgA="/>
  <p:tag name="GRUNT-RENDERHASH" val="fe194ed3e2a047d1c0e881b82bb0c810-svg"/>
  <p:tag name="GRUNT-SYNC" val="f1d250e33f5041b8ab4d0adc8cf9584a"/>
</p:tagLst>
</file>

<file path=ppt/tags/tag39.xml><?xml version="1.0" encoding="utf-8"?>
<p:tagLst xmlns:a="http://schemas.openxmlformats.org/drawingml/2006/main" xmlns:r="http://schemas.openxmlformats.org/officeDocument/2006/relationships" xmlns:p="http://schemas.openxmlformats.org/presentationml/2006/main">
  <p:tag name="GRUNT-PAGEOBJECT" val="9939eff4-e840-4716-932e-56986adebe2c"/>
  <p:tag name="GRUNT-RENDERHASH" val="bd867296914321d76034f6eba3109aca-svg"/>
  <p:tag name="GRUNT-SYNC" val="4b03835f6fc34b0b83e65973f34fb1da"/>
  <p:tag name="GRUNT-VERSION" val="20.26.1.0"/>
  <p:tag name="GRUNT-VERSION-2" val="2026.1-r5-6063"/>
  <p:tag name="GRUNT-X-PAGEOBJECT" val="AQUCvwIKPkFsdHVhLk9hay5Db3JlLkRvY3VtZW50TW9kZWwuQ2hhcnRMZWdlbmRPYmplY3QsIEFsdHVhLk9hay5Db3JlBQI7BBIEEPTvOZlA6BZHky5WmGreviwUEgQQyQKRlJC+dEWN9yEmweBhcC0MNRBEAgUUSABVGQdlIHUkeAAMBAQCBSgQAgUsFAIBAB5QQWx0dWEuT2FrLkNvcmUuRG9jdW1lbnRNb2RlbC5UZW1wbGF0aW5nLkN1c3RvbVBvc2l0aW9uRGVmaW5pdGlvbiwgQWx0dWEuT2FrLkNvcmUZByQEIgEEAAAAwFMHf0CEvIY76qZUQAAAAAAAAFlA8A3lEVdkMEAgEgUwDAVlbi1OTxU0HAVlbi1OTyQCBTgoAgEALAAwCwQBLAwBIBQDTk9LNAkEBWVuLU5PCAE4AgQg"/>
  <p:tag name="GRUNT-X-RESOURCES" val="AQIFBAQEAgEA"/>
  <p:tag name="GRUNT-X-SHAPEBOUNDS" val="ASIBBAAAAMBTB39AAAAAQOqmVEAAAAAAAABZQAAAAABYZDBAAA=="/>
</p:tagLst>
</file>

<file path=ppt/tags/tag40.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hQwKNEFsdHVhLkRhdGEuRGF0YVNlcnZpY2VzLkV4Y2VsRGF0YVNlcnZpY2UsIEFsdHVhLkRhdGEFAhwEEgQQ9QMuxXJhyUCR7nW5EoldP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5KXOc7Iad5IFWBMDgMAZABkAAAAAAAAAAAAUABUBQkBFWkbXjdBbHR1YS5EYXRhLlJlYWRlcnMuRXhjZWwuU3BlY2lmaWNFeGNlbFJhbmdlLCBBbHR1YS5EYXRhWRcKBXAMBkdSQVBIU2B0AwJ0A3gEAwxFbG1lcmEgR3JvdXABAAMHRVYvRUJJVAEBAwNQL0UBAgABAwLhtrbwvIQtQNAKDFndEitAAAAAAQAAAAAAAAAAAPj//x8BAAAAAAABAn0gAgs9UlstMTVdQ1szXQEECz1SWy0xNl1DWzRdAQVkAG5PQWx0dWEuTGlicmFyeS5TZXJpYWxpemFibGUuU3RvcmFnZS5BYnNvbHV0ZUZpbGVQYXRoLCBBbHR1YS5MaWJyYXJ5LlNlcmlhbGl6YWJsZWkbVgRUaHR0cHM6Ly9iaWVkdS1teS5zaGFyZXBvaW50LmNvbS9wZXJzb25hbC9zMjMxNzc0MF9iaV9uby9Eb2N1bWVudHMvUGFyZXRvIGVxdWl0eS54bHN4cAgFhQEiDY0BJHQElAGYAXgGnAGgAaQBggE9QWx0dWEuRGF0YS5OdW1iZXJGb3JtYXR0aW5nLkNvbXBvc2l0ZU51bWJlckZvcm1hdCwgQWx0dWEuRGF0YX0gCx2oASWsATWwAT0AigE3QWx0dWEuRGF0YS5QcmltaXRpdmVzLkNvbnN0cmFpbmVkQ29sdW1uU3BhbiwgQWx0dWEuRGF0YYUBIgUDBbQBAJIBNEFsdHVhLkRhdGEuUHJpbWl0aXZlcy5Db25zdHJhaW5lZFJvd1NwYW4sIEFsdHVhLkRhdGGNASQFAwW4AQCUARkEEgQQAQAAAAAAAAAAAAAAAAAAAAwBQhkBmAEZBBIEEAEAAAAAAAAAAAAAAAEAAAEMAUMZAZwBGwQSBBACAAAAAAAAAAAAAAAAAAAADAMxMzEZAaABGwQSBBACAAAAAAAAAAAAAAABAAABDAMxMzIZAaQBGwQSBBACAAAAAAAAAAAAAAACAAACDAMxMzMZAagBCQAADAMFvAERAawBCQAADAMFwAERAbABCwQBLAwBIBQDTk9LtAEEAQICBLgBBgECgwGGAbwBCAECxQEyzQE0wAELAQPVATTZATLdATTKAUBBbHR1YS5EYXRhLk51bWJlckZvcm1hdHRpbmcuTnVtYmVyRm9ybWF0VmFsdWVTZWdtZW50LCBBbHR1YS5EYXRhxQEyBQQDBeAB0gE/QWx0dWEuRGF0YS5OdW1iZXJGb3JtYXR0aW5nLk51bWJlckZvcm1hdFRleHRTZWdtZW50LCBBbHR1YS5EYXRhzQE0BQQBKQkA1QE0BQQBKAkB2QEyBQQDBeQB3QE0BQQBKQkB4AEIAQLpATvpATvkAQgBAukBO+kBO+4BOUFsdHVhLkRhdGEuTnVtYmVyRm9ybWF0dGluZy5OdW1iZXJQbGFjZWhvbGRlciwgQWx0dWEuRGF0YekBOwUCMAAAAA=="/>
  <p:tag name="GRUNT-X-SHAPEBOUNDS" val="ASIBBAAAAGADw4FAAAAA4JgAYkAAAABALkxUQAAAAOBD71ZAAA=="/>
  <p:tag name="GRUNT-X-PAGEOBJECT" val="AQUC4jUKOEFsdHVhLk9hay5Db3JlLkRvY3VtZW50TW9kZWwuQ2hhcnRPYmplY3QsIEFsdHVhLk9hay5Db3JlBQI/BBIEEEhbaNN19Q9Bt5ZnH6bHyCoMEgQQ9QMuxXJhyUCR7nW5EoldPRUNBCUUNRg9HFUgbSR1AHkBgAEAjQEoElBBbHR1YS5PYWsuQ29yZS5Eb2N1bWVudE1vZGVsLlRlbXBsYXRpbmcuQ3VzdG9tUG9zaXRpb25EZWZpbml0aW9uLCBBbHR1YS5PYWsuQ29yZQ0EJAQiAQQAAABSA8WBQCTomu0ooGNAAAAAUC4sVED4hvLoI6BT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RVsr+xXNkUGzFIkf5Dm5nB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kbyllKWsI0WxpnAFnpgrixWsAhwSBBACAAAAAAAAAAAAAAABAAABJAEBLbACNbUCTqQBSQQSBBBhBya84QzvXK9tKo3XRHtuDBIEEJG8pZSlrCNFsaZwBZ6YK4sVvAIcEgQQAgAAAAAAAAAAAAAAAgAAAiQBAS3AAjW1Ak6oAUkEEgQQYqNFdvIkuVK4mYAx1yF6XgwSBBCRvKWUpawjRbGmcAWemCuLFcQCHBIEEAIAAAAAAAAAAAAAAAMAAAMkAQEtyAI1tQJOrAECQECwARADAMwCAMwCAAAAAAAAAAAAtAFcLQQoBBIEEAEAAAAAAAAAAAAAAAEAAAEMEgQQAgAAAAAAAAAAAAAAAgAAAg3QAi0EKAQSBBABAAAAAAAAAAAAAAABAAABDBIEEAIAAAAAAAAAAAAAAAEAAAEN1AK4AUIBABgDJdgCKQAxAEAASAJV3AJd4AJkEgQQkbyllKWsI0WxpnAFnpgri2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3QEJAfAEBwWFB+IBCQH0BAcFjQfkAQkB+AQHBZUH5gEJAPwECgWdB+gBDaUH6gGABQoFrQfsAQ21B+4BhAUKBb0H8AENxQfyAYgFCgXNB/ABDcUH8gGMBQoF0QffAQ3VB/YBkAUKBd0H5gEN1Qf2AZQFCgXhB+Q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gQfdAQIAAIoHVUFsdHVhLk9hay5Db3JlLk1vZGlmaWNhdGlvbi5TdHlsaW5nLkFsbFRvdGFsTGFiZWxzQ3VzdG9taXphdGlvblRhcmdldCwgQWx0dWEuT2FrLkNvcmWFB+IBAJIHWEFsdHVhLk9hay5Db3JlLk1vZGlmaWNhdGlvbi5TdHlsaW5nLkFsbEF1eGlsaWFyeUxhYmVsQ3VzdG9taXphdGlvblRhcmdldCwgQWx0dWEuT2FrLkNvcmWNB+QB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5A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MAAAAAAAArQB2ZCacCDaAJkQmjAhMEDgOamZmZmZktQB2lCacCDagJlAkSBAAcACQALAA0ADwATABUAF0Angk9QWx0dWEuRGF0YS5OdW1iZXJGb3JtYXR0aW5nLkNvbXBvc2l0ZU51bWJlckZvcm1hdCwgQWx0dWEuRGF0YZkJpwILHawJJbAJNbQJPQCgCRIEABwAJAAsADQAPABMAFQAXQClCacCCx24CSW8CTXACT0AqAkSBAAcACQALAA0ADwATABUAF0ArAkJAAAMAwXECREAsAkJAAAMAwXICREAtAkMBAEsDALCoBQDTk9LuAkJAAAMAwXMCREAvAkJAAAMAwXQCREAwAkMBAEsDALCoBQDTk9LxAkGAQHVCbYCyAkKAQLdCbgC1Qm2AswJBgEB5Qm2AtAJCgEC6Qm4AuUJtgLaCUBBbHR1YS5EYXRhLk51bWJlckZvcm1hdHRpbmcuTnVtYmVyRm9ybWF0VmFsdWVTZWdtZW50LCBBbHR1YS5EYXRh1Qm2AgUEAwXsCeIJP0FsdHVhLkRhdGEuTnVtYmVyRm9ybWF0dGluZy5OdW1iZXJGb3JtYXRUZXh0U2VnbWVudCwgQWx0dWEuRGF0Yd0JuAIFBAEtCQHlCbYCBQQDBfAJ6Qm4AgUEAS0JAewJDgED9Qm+Av0JwAL1Cb4C8AkOAQP1Cb4C/QnAAvUJvgL6CTlBbHR1YS5EYXRhLk51bWJlckZvcm1hdHRpbmcuTnVtYmVyUGxhY2Vob2xkZXIsIEFsdHVhLkRhdGH1Cb4CBQIwAAAAggo/QWx0dWEuRGF0YS5OdW1iZXJGb3JtYXR0aW5nLkRlY2ltYWxQb2ludFBsYWNlaG9sZGVyLCBBbHR1YS5EYXRh/QnAAgA="/>
  <p:tag name="GRUNT-RENDERHASH" val="334899958e846d41d21e069b2392a853-svg"/>
  <p:tag name="GRUNT-SYNC" val="9214bc2762374bdab3be2dd1cdac376b"/>
</p:tagLst>
</file>

<file path=ppt/tags/tag41.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gsKNEFsdHVhLkRhdGEuRGF0YVNlcnZpY2VzLkV4Y2VsRGF0YVNlcnZpY2UsIEFsdHVhLkRhdGEFAhwEEgQQn80Py/vG4UKy5cslBVupb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z6LqIjIad5IFWBMDgMAZABkAAAAAAAAAAAAUABUBQkBFWkbXjdBbHR1YS5EYXRhLlJlYWRlcnMuRXhjZWwuU3BlY2lmaWNFeGNlbFJhbmdlLCBBbHR1YS5EYXRhWRcKBXAMBkdSQVBIU2BrAwJ0A3gEAwNLSUQBAAMHRVYvRUJJVAEBAwNQL0UBAgABAwKJ7e4BuuMyQOG2tvC8hC1AAAAAAQAAAAAAAAAAAPj//x8BAAAAAAABAn0gAgs9UlstMTFdQ1szXQEECz1SWy0xMl1DWzRdAQVkAG5PQWx0dWEuTGlicmFyeS5TZXJpYWxpemFibGUuU3RvcmFnZS5BYnNvbHV0ZUZpbGVQYXRoLCBBbHR1YS5MaWJyYXJ5LlNlcmlhbGl6YWJsZWkbVgRUaHR0cHM6Ly9iaWVkdS1teS5zaGFyZXBvaW50LmNvbS9wZXJzb25hbC9zMjMxNzc0MF9iaV9uby9Eb2N1bWVudHMvUGFyZXRvIGVxdWl0eS54bHN4cAgFhQEiDY0BJHQElAGYAXgGnAGgAaQBggE9QWx0dWEuRGF0YS5OdW1iZXJGb3JtYXR0aW5nLkNvbXBvc2l0ZU51bWJlckZvcm1hdCwgQWx0dWEuRGF0YX0gCx2oASWsATWwAT0AigE3QWx0dWEuRGF0YS5QcmltaXRpdmVzLkNvbnN0cmFpbmVkQ29sdW1uU3BhbiwgQWx0dWEuRGF0YYUBIgUDBbQBAJIBNEFsdHVhLkRhdGEuUHJpbWl0aXZlcy5Db25zdHJhaW5lZFJvd1NwYW4sIEFsdHVhLkRhdGGNASQFAwW4AQCUARkEEgQQAQAAAAAAAAAAAAAAAAAAAAwBQhkBmAEZBBIEEAEAAAAAAAAAAAAAAAEAAAEMAUMZAZwBGwQSBBACAAAAAAAAAAAAAAAAAAAADAMxMjMZAaABGwQSBBACAAAAAAAAAAAAAAABAAABDAMxMjQZAaQBGwQSBBACAAAAAAAAAAAAAAACAAACDAMxMjUZAagBCQAADAMFvAERAawBCQAADAMFwAERAbABCwQBLAwBIBQDTk9LtAEEAQICBLgBBAECe368AQgBAsUBMs0BNMABCwED1QE02QEy3QE0ygFAQWx0dWEuRGF0YS5OdW1iZXJGb3JtYXR0aW5nLk51bWJlckZvcm1hdFZhbHVlU2VnbWVudCwgQWx0dWEuRGF0YcUBMgUEAwXgAdIBP0FsdHVhLkRhdGEuTnVtYmVyRm9ybWF0dGluZy5OdW1iZXJGb3JtYXRUZXh0U2VnbWVudCwgQWx0dWEuRGF0Yc0BNAUEASkJANUBNAUEASgJAdkBMgUEAwXkAd0BNAUEASkJAeABCAEC6QE76QE75AEIAQLpATvpATvuATlBbHR1YS5EYXRhLk51bWJlckZvcm1hdHRpbmcuTnVtYmVyUGxhY2Vob2xkZXIsIEFsdHVhLkRhdGHpATsFAjAAAAA="/>
  <p:tag name="GRUNT-X-SHAPEBOUNDS" val="ASIBBAAAAMAXuHRAAAAAAOAAXEAAAABALkxUQAAAAMCW/15AAA=="/>
  <p:tag name="GRUNT-X-PAGEOBJECT" val="AQUC3DUKOEFsdHVhLk9hay5Db3JlLkRvY3VtZW50TW9kZWwuQ2hhcnRPYmplY3QsIEFsdHVhLk9hay5Db3JlBQI/BBIEEFlYPqkmf1tEiCH3XHs/vgcMEgQQn80Py/vG4UKy5cslBVupbRUNBCUUNRg9HFUgbSR1AHkBgAEAjQEoElBBbHR1YS5PYWsuQ29yZS5Eb2N1bWVudE1vZGVsLlRlbXBsYXRpbmcuQ3VzdG9tUG9zaXRpb25EZWZpbml0aW9uLCBBbHR1YS5PYWsuQ29yZQ0EJAQiAQQAAADEF7x0QAAAAAAAQF9AAAAAUC4sVEAAAADAdrBb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wavhAr7/bUOiiIhMWQcReR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f8alqN3U+EGxpi5c/sp0phWsAhwSBBACAAAAAAAAAAAAAAABAAABJAEBLbACNbUCTqQBSQQSBBBhBya84QzvXK9tKo3XRHtuDBIEEH/Gpajd1PhBsaYuXP7KdKYVvAIcEgQQAgAAAAAAAAAAAAAAAgAAAiQBAS3AAjW1Ak6oAUkEEgQQYqNFdvIkuVK4mYAx1yF6XgwSBBB/xqWo3dT4QbGmLlz+ynSmFcQCHBIEEAIAAAAAAAAAAAAAAAMAAAMkAQEtyAI1tQJOrAECQECwARADAMwCAMwCAAAAAAAAAAAAtAFcLQQoBBIEEAEAAAAAAAAAAAAAAAEAAAEMEgQQAgAAAAAAAAAAAAAAAgAAAg3QAi0EKAQSBBABAAAAAAAAAAAAAAABAAABDBIEEAIAAAAAAAAAAAAAAAEAAAEN1AK4AUIBABgDJdgCKQAxAEAASAJV3AJd4AJkEgQQf8alqN3U+EGxpi5c/sp0pm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3QEJAfAEBwWFB+IBCQH0BAcFjQfkAQkB+AQHBZUH5gEJAPwECgWdB+gBDaUH6gGABQoFrQfsAQ21B+4BhAUKBb0H8AENxQfyAYgFCgXNB/ABDcUH8gGMBQoF0QffAQ3VB/YBkAUKBd0H5gEN1Qf2AZQFCgXhB+Q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gQfdAQIAAIoHVUFsdHVhLk9hay5Db3JlLk1vZGlmaWNhdGlvbi5TdHlsaW5nLkFsbFRvdGFsTGFiZWxzQ3VzdG9taXphdGlvblRhcmdldCwgQWx0dWEuT2FrLkNvcmWFB+IBAJIHWEFsdHVhLk9hay5Db3JlLk1vZGlmaWNhdGlvbi5TdHlsaW5nLkFsbEF1eGlsaWFyeUxhYmVsQ3VzdG9taXphdGlvblRhcmdldCwgQWx0dWEuT2FrLkNvcmWNB+QB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5A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OamZmZmZktQB2ZCacCDZQJkQmjAhMEDgNmZmZmZuYyQB2hCacCDZQJlAkSBAAcACQALAA0ADwATABUAF0Angk9QWx0dWEuRGF0YS5OdW1iZXJGb3JtYXR0aW5nLkNvbXBvc2l0ZU51bWJlckZvcm1hdCwgQWx0dWEuRGF0YZkJpwILHaQJJagJNawJPQChCacCCx2wCSW0CTW4CT0ApAkJAAAMAwW8CREAqAkJAAAMAwXACREArAkMBAEsDALCoBQDTk9LsAkJAAAMAwXECREAtAkJAAAMAwXICREAuAkMBAEsDALCoBQDTk9LvAkKAQLNCbQC1Qm2AsAJDgED3Qm2As0JtALVCbYCxAkKAQLhCbQC5Qm2AsgJDgED6Qm2AuEJtALlCbYC0glAQWx0dWEuRGF0YS5OdW1iZXJGb3JtYXR0aW5nLk51bWJlckZvcm1hdFZhbHVlU2VnbWVudCwgQWx0dWEuRGF0Yc0JtAIFBAMF7AnaCT9BbHR1YS5EYXRhLk51bWJlckZvcm1hdHRpbmcuTnVtYmVyRm9ybWF0VGV4dFNlZ21lbnQsIEFsdHVhLkRhdGHVCbYCBQQBIAkB3Qm2AgUEAS0JAeEJtAIFBAMF8AnlCbYCBQQBIAkB6Qm2AgUEAS0JAewJDgED9Qm+Av0JwAL1Cb4C8AkOAQP1Cb4C/QnAAvUJvgL6CTlBbHR1YS5EYXRhLk51bWJlckZvcm1hdHRpbmcuTnVtYmVyUGxhY2Vob2xkZXIsIEFsdHVhLkRhdGH1Cb4CBQIwAAAAggo/QWx0dWEuRGF0YS5OdW1iZXJGb3JtYXR0aW5nLkRlY2ltYWxQb2ludFBsYWNlaG9sZGVyLCBBbHR1YS5EYXRh/QnAAgA="/>
  <p:tag name="GRUNT-RENDERHASH" val="37815fb96059212326cc080809802616-svg"/>
  <p:tag name="GRUNT-SYNC" val="216c0aeb5fa247059575496eb9cb5da0"/>
</p:tagLst>
</file>

<file path=ppt/tags/tag42.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QsKNEFsdHVhLkRhdGEuRGF0YVNlcnZpY2VzLkV4Y2VsRGF0YVNlcnZpY2UsIEFsdHVhLkRhdGEFAhwEEgQQzKLtuQKyT0yITYHUtkqPP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1p7bEDIad5IFWBMDgMAZABkAAAAAAAAAAAAUABUBQkBFWkbXjdBbHR1YS5EYXRhLlJlYWRlcnMuRXhjZWwuU3BlY2lmaWNFeGNlbFJhbmdlLCBBbHR1YS5EYXRhWRcKBXAMBkdSQVBIU2BqAwJ0A3gEAwRTYXRzAQADB0VWL0VCSVQBAQMDUC9FAQIAAQMCRWgEG9eXLUBB176AXtgwQAAAAAEAAAAAAAAAAAD4//8fAQAAAAAAAQJ9IAIKPVJbLThdQ1szXQEECj1SWy05XUNbNF0BBWQAbk9BbHR1YS5MaWJyYXJ5LlNlcmlhbGl6YWJsZS5TdG9yYWdlLkFic29sdXRlRmlsZVBhdGgsIEFsdHVhLkxpYnJhcnkuU2VyaWFsaXphYmxlaRtWBFRodHRwczovL2JpZWR1LW15LnNoYXJlcG9pbnQuY29tL3BlcnNvbmFsL3MyMzE3NzQwX2JpX25vL0RvY3VtZW50cy9QYXJldG8gZXF1aXR5Lnhsc3hwCAWFASINjQEkdASUAZgBeAacAaABpAGCAT1BbHR1YS5EYXRhLk51bWJlckZvcm1hdHRpbmcuQ29tcG9zaXRlTnVtYmVyRm9ybWF0LCBBbHR1YS5EYXRhfSALHagBJawBNbABPQCKATdBbHR1YS5EYXRhLlByaW1pdGl2ZXMuQ29uc3RyYWluZWRDb2x1bW5TcGFuLCBBbHR1YS5EYXRhhQEiBQMFtAEAkgE0QWx0dWEuRGF0YS5QcmltaXRpdmVzLkNvbnN0cmFpbmVkUm93U3BhbiwgQWx0dWEuRGF0YY0BJAUDBbgBAJQBGQQSBBABAAAAAAAAAAAAAAAAAAAADAFCGQGYARkEEgQQAQAAAAAAAAAAAAAAAQAAAQwBQxkBnAEbBBIEEAIAAAAAAAAAAAAAAAAAAAAMAzExORkBoAEbBBIEEAIAAAAAAAAAAAAAAAEAAAEMAzEyMBkBpAEbBBIEEAIAAAAAAAAAAAAAAAIAAAIMAzEyMRkBqAEJAAAMAwW8AREBrAEJAAAMAwXAAREBsAELBAEsDAEgFANOT0u0AQQBAgIEuAEEAQJ3erwBCAECxQEyzQE0wAELAQPVATTZATLdATTKAUBBbHR1YS5EYXRhLk51bWJlckZvcm1hdHRpbmcuTnVtYmVyRm9ybWF0VmFsdWVTZWdtZW50LCBBbHR1YS5EYXRhxQEyBQQDBeAB0gE/QWx0dWEuRGF0YS5OdW1iZXJGb3JtYXR0aW5nLk51bWJlckZvcm1hdFRleHRTZWdtZW50LCBBbHR1YS5EYXRhzQE0BQQBKQkA1QE0BQQBKAkB2QEyBQQDBeQB3QE0BQQBKQkB4AEIAQLpATvpATvkAQgBAukBO+kBO+4BOUFsdHVhLkRhdGEuTnVtYmVyRm9ybWF0dGluZy5OdW1iZXJQbGFjZWhvbGRlciwgQWx0dWEuRGF0YekBOwUCMAAAAA=="/>
  <p:tag name="GRUNT-X-SHAPEBOUNDS" val="ASIBBAAAAACkwmxAAAAA4B6PYEAAAABALkxUQAAAAMA44llAAA=="/>
  <p:tag name="GRUNT-X-PAGEOBJECT" val="AQUC6TUKOEFsdHVhLk9hay5Db3JlLkRvY3VtZW50TW9kZWwuQ2hhcnRPYmplY3QsIEFsdHVhLk9hay5Db3JlBQI/BBIEEDy8t1z/Ll5BuVii3AyzHfUMEgQQzKLtuQKyT0yITYHUtkqPPRUNBCUUNRg9HFUgbSR1AHkBgAEAjQEoElBBbHR1YS5PYWsuQ29yZS5Eb2N1bWVudE1vZGVsLlRlbXBsYXRpbmcuQ3VzdG9tUG9zaXRpb25EZWZpbml0aW9uLCBBbHR1YS5PYWsuQ29yZQ0EJAQiAQQAAAD4o8psQIS8huuuLmJAAAAAUC4sVED8hvLIGJNW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yQKRlJC+dEWN9yEmweBhcB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rDDisULLmk2oA7uvcFM3KBWsAhwSBBACAAAAAAAAAAAAAAABAAABJAEBLbACNbUCTqQBSQQSBBBhBya84QzvXK9tKo3XRHtuDBIEEKww4rFCy5pNqAO7r3BTNygVvAIcEgQQAgAAAAAAAAAAAAAAAgAAAiQBAS3AAjW1Ak6oAUkEEgQQYqNFdvIkuVK4mYAx1yF6XgwSBBCsMOKxQsuaTagDu69wUzcoFcQCHBIEEAIAAAAAAAAAAAAAAAMAAAMkAQEtyAI1tQJOrAECQECwARADAMwCAMwCAAAAAAAAAAAAtAFcLQQoBBIEEAEAAAAAAAAAAAAAAAEAAAEMEgQQAgAAAAAAAAAAAAAAAgAAAg3QAi0EKAQSBBABAAAAAAAAAAAAAAABAAABDBIEEAIAAAAAAAAAAAAAAAEAAAEN1AK4AUIBABgDJdgCKQAxAEAASAJV3AJd4AJkEgQQrDDisULLmk2oA7uvcFM3KG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3QEJAfAEBwWFB+IBCQH0BAcFjQfkAQkB+AQHBZUH5gEJAPwECgWdB+gBDaUH6gGABQoFrQfsAQ21B+4BhAUKBb0H8AENxQfyAYgFCgXNB/ABDcUH8gGMBQoF0QffAQ3VB/YBkAUKBd0H5gEN1Qf2AZQFCgXhB+Q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gQfdAQIAAIoHVUFsdHVhLk9hay5Db3JlLk1vZGlmaWNhdGlvbi5TdHlsaW5nLkFsbFRvdGFsTGFiZWxzQ3VzdG9taXphdGlvblRhcmdldCwgQWx0dWEuT2FrLkNvcmWFB+IBAJIHWEFsdHVhLk9hay5Db3JlLk1vZGlmaWNhdGlvbi5TdHlsaW5nLkFsbEF1eGlsaWFyeUxhYmVsQ3VzdG9taXphdGlvblRhcmdldCwgQWx0dWEuT2FrLkNvcmWNB+QB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5A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PNzMzMzMwwQB2ZCacCDZQJkQmjAhMEDgOamZmZmZktQB2hCacCDaQJlAkSBAAcACQALAA0ADwATABUAF0Angk9QWx0dWEuRGF0YS5OdW1iZXJGb3JtYXR0aW5nLkNvbXBvc2l0ZU51bWJlckZvcm1hdCwgQWx0dWEuRGF0YZkJpwILHagJJawJNbAJPQChCacCCx20CSW4CTW8CT0ApAkSBAAcACQALAA0ADwATABUAF0AqAkJAAAMAwXACREArAkJAAAMAwXECREAsAkMBAEsDALCoBQDTk9LtAkJAAAMAwXICREAuAkJAAAMAwXMCREAvAkMBAEsDALCoBQDTk9LwAkKAQLRCbUC2Qm3AsQJDgED4Qm3AtEJtQLZCbcCyAkGAQHlCbUCzAkKAQLpCbcC5Qm1AtYJQEFsdHVhLkRhdGEuTnVtYmVyRm9ybWF0dGluZy5OdW1iZXJGb3JtYXRWYWx1ZVNlZ21lbnQsIEFsdHVhLkRhdGHRCbUCBQQDBewJ3gk/QWx0dWEuRGF0YS5OdW1iZXJGb3JtYXR0aW5nLk51bWJlckZvcm1hdFRleHRTZWdtZW50LCBBbHR1YS5EYXRh2Qm3AgUEASAJAeEJtwIFBAEtCQHlCbUCBQQDBfAJ6Qm3AgUEAS0JAewJDgED9Qm+Av0JwAL1Cb4C8AkOAQOFCr4C/QnAAoUKvgL6CTlBbHR1YS5EYXRhLk51bWJlckZvcm1hdHRpbmcuTnVtYmVyUGxhY2Vob2xkZXIsIEFsdHVhLkRhdGH1Cb4CBQIwAAAAggo/QWx0dWEuRGF0YS5OdW1iZXJGb3JtYXR0aW5nLkRlY2ltYWxQb2ludFBsYWNlaG9sZGVyLCBBbHR1YS5EYXRh/QnAAgCFCr4CBQIwAAAA"/>
  <p:tag name="GRUNT-RENDERHASH" val="356f55172e5ddeadb35657afe9bc6419-svg"/>
  <p:tag name="GRUNT-SYNC" val="461de415615a4b6ea7476463501a3c98"/>
</p:tagLst>
</file>

<file path=ppt/tags/tag43.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hAwKNEFsdHVhLkRhdGEuRGF0YVNlcnZpY2VzLkV4Y2VsRGF0YVNlcnZpY2UsIEFsdHVhLkRhdGEFAhwEEgQQQfs8Lj5l2ki6tRr3cEnXBh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0aWVSfJad5IFWBMDgMAZABkAAAAAAAAAAAAUABUBQkBFWkbXjdBbHR1YS5EYXRhLlJlYWRlcnMuRXhjZWwuU3BlY2lmaWNFeGNlbFJhbmdlLCBBbHR1YS5EYXRhWRcKBXAMBkdSQVBIU2BzAwJ0A3gEAwtUaHVsZSBHcm91cAEAAwdFVi9FQklUAQEDA1AvRQECAAEDAjpY/+cwZzBAOlj/5zBnMEAAAAABAAAAAAAAAAAA+P//HwEAAAAAAAECfSACCz1SWy0yMF1DWzNdAQQLPVJbLTIxXUNbNF0BBWQAbk9BbHR1YS5MaWJyYXJ5LlNlcmlhbGl6YWJsZS5TdG9yYWdlLkFic29sdXRlRmlsZVBhdGgsIEFsdHVhLkxpYnJhcnkuU2VyaWFsaXphYmxlaRtWBFRodHRwczovL2JpZWR1LW15LnNoYXJlcG9pbnQuY29tL3BlcnNvbmFsL3MyMzE3NzQwX2JpX25vL0RvY3VtZW50cy9QYXJldG8gZXF1aXR5Lnhsc3hwCAWFASINjQEkdASUAZgBeAacAaABpAGCAT1BbHR1YS5EYXRhLk51bWJlckZvcm1hdHRpbmcuQ29tcG9zaXRlTnVtYmVyRm9ybWF0LCBBbHR1YS5EYXRhfSALHagBJawBNbABPQCKATdBbHR1YS5EYXRhLlByaW1pdGl2ZXMuQ29uc3RyYWluZWRDb2x1bW5TcGFuLCBBbHR1YS5EYXRhhQEiBQMFtAEAkgE0QWx0dWEuRGF0YS5QcmltaXRpdmVzLkNvbnN0cmFpbmVkUm93U3BhbiwgQWx0dWEuRGF0YY0BJAUDBbgBAJQBGQQSBBABAAAAAAAAAAAAAAAAAAAADAFCGQGYARkEEgQQAQAAAAAAAAAAAAAAAQAAAQwBQxkBnAEbBBIEEAIAAAAAAAAAAAAAAAAAAAAMAzEzNRkBoAEbBBIEEAIAAAAAAAAAAAAAAAEAAAEMAzEzNhkBpAEbBBIEEAIAAAAAAAAAAAAAAAIAAAIMAzEzNxkBqAEJAAAMAwW8AREBrAEJAAAMAwXAAREBsAELBAEsDAEgFANOT0u0AQQBAgIEuAEGAQKHAYoBvAEIAQLFATLNATTAAQsBA9UBNNkBMt0BNMoBQEFsdHVhLkRhdGEuTnVtYmVyRm9ybWF0dGluZy5OdW1iZXJGb3JtYXRWYWx1ZVNlZ21lbnQsIEFsdHVhLkRhdGHFATIFBAMF4AHSAT9BbHR1YS5EYXRhLk51bWJlckZvcm1hdHRpbmcuTnVtYmVyRm9ybWF0VGV4dFNlZ21lbnQsIEFsdHVhLkRhdGHNATQFBAEpCQDVATQFBAEoCQHZATIFBAMF5AHdATQFBAEpCQHgAQgBAukBO+kBO+QBCAEC6QE76QE77gE5QWx0dWEuRGF0YS5OdW1iZXJGb3JtYXR0aW5nLk51bWJlclBsYWNlaG9sZGVyLCBBbHR1YS5EYXRh6QE7BQIwAAAA"/>
  <p:tag name="GRUNT-X-SHAPEBOUNDS" val="ASIBBAAAAOD+zoVAAAAA4B6PYEAAAABALkxUQAAAAOA44llAAA=="/>
  <p:tag name="GRUNT-X-PAGEOBJECT" val="AQUC4jUKOEFsdHVhLk9hay5Db3JlLkRvY3VtZW50TW9kZWwuQ2hhcnRPYmplY3QsIEFsdHVhLk9hay5Db3JlBQI/BBIEEIpzRDQ1ycZDpo9EKJwhku4MEgQQQfs8Lj5l2ki6tRr3cEnXBhUNBCUUNRg9HFUgbSR1AHkBgAEAjQEoElBBbHR1YS5PYWsuQ29yZS5Eb2N1bWVudE1vZGVsLlRlbXBsYXRpbmcuQ3VzdG9tUG9zaXRpb25EZWZpbml0aW9uLCBBbHR1YS5PYWsuQ29yZQ0EJAQiAQQAAADS/tCFQIS8huuuLmJAAAAAUC4sVED6hvLoGJNW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Inlr9uVpEk+rKcOPoqyhWR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I9TQThSfp06WMVDjeuDxQBWsAhwSBBACAAAAAAAAAAAAAAABAAABJAEBLbACNbUCTqQBSQQSBBBhBya84QzvXK9tKo3XRHtuDBIEECPU0E4Un6dOljFQ43rg8UAVvAIcEgQQAgAAAAAAAAAAAAAAAgAAAiQBAS3AAjW1Ak6oAUkEEgQQYqNFdvIkuVK4mYAx1yF6XgwSBBAj1NBOFJ+nTpYxUON64PFAFcQCHBIEEAIAAAAAAAAAAAAAAAMAAAMkAQEtyAI1tQJOrAECQECwARADAMwCAMwCAAAAAAAAAAAAtAFcLQQoBBIEEAEAAAAAAAAAAAAAAAEAAAEMEgQQAgAAAAAAAAAAAAAAAgAAAg3QAi0EKAQSBBABAAAAAAAAAAAAAAABAAABDBIEEAIAAAAAAAAAAAAAAAEAAAEN1AK4AUIBABgDJdgCKQAxAEAASAJV3AJd4AJkEgQQI9TQThSfp06WMVDjeuDxQG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3QEJAfAEBwWFB+IBCQH0BAcFjQfkAQkB+AQHBZUH5gEJAPwECgWdB+gBDaUH6gGABQoFrQfsAQ21B+4BhAUKBb0H8AENxQfyAYgFCgXNB/ABDcUH8gGMBQoF0QffAQ3VB/YBkAUKBd0H5gEN1Qf2AZQFCgXhB+Q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gQfdAQIAAIoHVUFsdHVhLk9hay5Db3JlLk1vZGlmaWNhdGlvbi5TdHlsaW5nLkFsbFRvdGFsTGFiZWxzQ3VzdG9taXphdGlvblRhcmdldCwgQWx0dWEuT2FrLkNvcmWFB+IBAJIHWEFsdHVhLk9hay5Db3JlLk1vZGlmaWNhdGlvbi5TdHlsaW5nLkFsbEF1eGlsaWFyeUxhYmVsQ3VzdG9taXphdGlvblRhcmdldCwgQWx0dWEuT2FrLkNvcmWNB+QB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5A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NmZmZmZmYwQB2ZCacCDaAJkQmjAhMEDgNmZmZmZmYwQB2lCacCDagJlAkSBAAcACQALAA0ADwATABUAF0Angk9QWx0dWEuRGF0YS5OdW1iZXJGb3JtYXR0aW5nLkNvbXBvc2l0ZU51bWJlckZvcm1hdCwgQWx0dWEuRGF0YZkJpwILHawJJbAJNbQJPQCgCRIEABwAJAAsADQAPABMAFQAXQClCacCCx24CSW8CTXACT0AqAkSBAAcACQALAA0ADwATABUAF0ArAkJAAAMAwXECREAsAkJAAAMAwXICREAtAkMBAEsDALCoBQDTk9LuAkJAAAMAwXMCREAvAkJAAAMAwXQCREAwAkMBAEsDALCoBQDTk9LxAkGAQHVCbYCyAkKAQLdCbgC1Qm2AswJBgEB5Qm2AtAJCgEC6Qm4AuUJtgLaCUBBbHR1YS5EYXRhLk51bWJlckZvcm1hdHRpbmcuTnVtYmVyRm9ybWF0VmFsdWVTZWdtZW50LCBBbHR1YS5EYXRh1Qm2AgUEAwXsCeIJP0FsdHVhLkRhdGEuTnVtYmVyRm9ybWF0dGluZy5OdW1iZXJGb3JtYXRUZXh0U2VnbWVudCwgQWx0dWEuRGF0Yd0JuAIFBAEtCQHlCbYCBQQDBfAJ6Qm4AgUEAS0JAewJDgED9Qm+Av0JwAL1Cb4C8AkOAQP1Cb4C/QnAAvUJvgL6CTlBbHR1YS5EYXRhLk51bWJlckZvcm1hdHRpbmcuTnVtYmVyUGxhY2Vob2xkZXIsIEFsdHVhLkRhdGH1Cb4CBQIwAAAAggo/QWx0dWEuRGF0YS5OdW1iZXJGb3JtYXR0aW5nLkRlY2ltYWxQb2ludFBsYWNlaG9sZGVyLCBBbHR1YS5EYXRh/QnAAgA="/>
  <p:tag name="GRUNT-RENDERHASH" val="e8f56a59c551ae4b8b75c8d0c39f4d8a-svg"/>
  <p:tag name="GRUNT-SYNC" val="7da20c1ffee24eeabc406b0c7daee444"/>
</p:tagLst>
</file>

<file path=ppt/tags/tag44.xml><?xml version="1.0" encoding="utf-8"?>
<p:tagLst xmlns:a="http://schemas.openxmlformats.org/drawingml/2006/main" xmlns:r="http://schemas.openxmlformats.org/officeDocument/2006/relationships" xmlns:p="http://schemas.openxmlformats.org/presentationml/2006/main">
  <p:tag name="GRUNT-PAGEOBJECT" val="5cb7bc3c-2eff-415e-b958-a2dc0cb31df5"/>
  <p:tag name="GRUNT-X-RESOURCES" val="AQIFBAQEAgEA"/>
  <p:tag name="GRUNT-VERSION" val="20.26.1.0"/>
  <p:tag name="GRUNT-VERSION-2" val="2026.1-r5-6063"/>
  <p:tag name="GRUNT-X-DATASERVICE" val="AQUC/gsKNEFsdHVhLkRhdGEuRGF0YVNlcnZpY2VzLkV4Y2VsRGF0YVNlcnZpY2UsIEFsdHVhLkRhdGEFAhwEEgQQdN/N3IXGCkWalwI0L3QAth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zp5vm7Jad5IFWBMDgMAZABkAAAAAAAAAAAAUABUBQkBFWkbXjdBbHR1YS5EYXRhLlJlYWRlcnMuRXhjZWwuU3BlY2lmaWNFeGNlbFJhbmdlLCBBbHR1YS5EYXRhWRcKBXAMBkdSQVBIU2BtAwJ0A3gEAwVLZXNrbwEAAwdFVi9FQklUAQEDA1AvRQECAAEDAhtMw/AReTJAGhpPBHHiMUAAAAABAAAAAAAAAAAA+P//HwEAAAAAAAECfSACCz1SWy0yNV1DWzNdAQQLPVJbLTI2XUNbNF0BBWQAbk9BbHR1YS5MaWJyYXJ5LlNlcmlhbGl6YWJsZS5TdG9yYWdlLkFic29sdXRlRmlsZVBhdGgsIEFsdHVhLkxpYnJhcnkuU2VyaWFsaXphYmxlaRtWBFRodHRwczovL2JpZWR1LW15LnNoYXJlcG9pbnQuY29tL3BlcnNvbmFsL3MyMzE3NzQwX2JpX25vL0RvY3VtZW50cy9QYXJldG8gZXF1aXR5Lnhsc3hwCAWFASINjQEkdASUAZgBeAacAaABpAGCAT1BbHR1YS5EYXRhLk51bWJlckZvcm1hdHRpbmcuQ29tcG9zaXRlTnVtYmVyRm9ybWF0LCBBbHR1YS5EYXRhfSALHagBJawBNbABPQCKATdBbHR1YS5EYXRhLlByaW1pdGl2ZXMuQ29uc3RyYWluZWRDb2x1bW5TcGFuLCBBbHR1YS5EYXRhhQEiBQMFtAEAkgE0QWx0dWEuRGF0YS5QcmltaXRpdmVzLkNvbnN0cmFpbmVkUm93U3BhbiwgQWx0dWEuRGF0YY0BJAUDBbgBAJQBGQQSBBABAAAAAAAAAAAAAAAAAAAADAFCGQGYARkEEgQQAQAAAAAAAAAAAAAAAQAAAQwBQxkBnAEbBBIEEAIAAAAAAAAAAAAAAAAAAAAMAzEzORkBoAEbBBIEEAIAAAAAAAAAAAAAAAEAAAEMAzE0MBkBpAEbBBIEEAIAAAAAAAAAAAAAAAIAAAIMAzE0MRkBqAEJAAAMAwW8AREBrAEJAAAMAwXAAREBsAELBAEsDAEgFANOT0u0AQQBAgIEuAEGAQKLAY4BvAEIAQLFATLNATTAAQsBA9UBNNkBMt0BNMoBQEFsdHVhLkRhdGEuTnVtYmVyRm9ybWF0dGluZy5OdW1iZXJGb3JtYXRWYWx1ZVNlZ21lbnQsIEFsdHVhLkRhdGHFATIFBAMF4AHSAT9BbHR1YS5EYXRhLk51bWJlckZvcm1hdHRpbmcuTnVtYmVyRm9ybWF0VGV4dFNlZ21lbnQsIEFsdHVhLkRhdGHNATQFBAEpCQDVATQFBAEoCQHZATIFBAMF5AHdATQFBAEpCQHgAQgBAukBO+kBO+QBCAEC6QE76QE77gE5QWx0dWEuRGF0YS5OdW1iZXJGb3JtYXR0aW5nLk51bWJlclBsYWNlaG9sZGVyLCBBbHR1YS5EYXRh6QE7BQIwAAAA"/>
  <p:tag name="GRUNT-X-SHAPEBOUNDS" val="ASIBBAAAAOCK4IlAAAAAAOAAXEAAAABALkxUQAAAAMCW/15AAA=="/>
  <p:tag name="GRUNT-X-PAGEOBJECT" val="AQUC4jUKOEFsdHVhLk9hay5Db3JlLkRvY3VtZW50TW9kZWwuQ2hhcnRPYmplY3QsIEFsdHVhLk9hay5Db3JlBQI/BBIEEEgeIYhEobVHqNf/dTNqSs8MEgQQdN/N3IXGCkWalwI0L3QAthUNBCUUNRg9HFUgbSR1AHkBgAEAjQEoElBBbHR1YS5PYWsuQ29yZS5Eb2N1bWVudE1vZGVsLlRlbXBsYXRpbmcuQ3VzdG9tUG9zaXRpb25EZWZpbml0aW9uLCBBbHR1YS5PYWsuQ29yZQ0EJAQiAQQAAADgiuKJQAAAAAAAQF9AAAAAUC4sVEAAAADAdrBb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rv/vGHmMf0G+cvsxKHQNlx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RUFsdHVhLk9hay5Db3JlLlBsb3R0aW5nLkF1dG9tYXRpY0NhdGVnb3J5QXhpc1NldHRpbmdzLCBBbHR1YS5PYWsuQ29yZYUBIhUBAQ2UAhAAGQEwAD2YAkWcAkgBUACSAT1BbHR1YS5PYWsuQ29yZS5UaGVtaW5nLlBhZ2VDb2xvclNjaGVtZVBvaW50ZXIsIEFsdHVhLk9hay5Db3JljQEkAJQBAgEAmAEGoAKkAqgCnAE5EgQQn/QPFjNO+V2QOr/NvWHD+hIEEA5F+USGdOVYlTNpH55nHGESBBDoRBNnQsb8WoaZlwnOecZMoAFJBBIEEGFviaZaqjtWs6KW5baUDSgMEgQQf0UeEtB2JEWdeniKpc6W6xWsAhwSBBACAAAAAAAAAAAAAAABAAABJAEBLbACNbUCTqQBSQQSBBBhBya84QzvXK9tKo3XRHtuDBIEEH9FHhLQdiRFnXp4iqXOlusVvAIcEgQQAgAAAAAAAAAAAAAAAgAAAiQBAS3AAjW1Ak6oAUkEEgQQYqNFdvIkuVK4mYAx1yF6XgwSBBB/RR4S0HYkRZ16eIqlzpbrFcQCHBIEEAIAAAAAAAAAAAAAAAMAAAMkAQEtyAI1tQJOrAECQECwARADAMwCAMwCAAAAAAAAAAAAtAFcLQQoBBIEEAEAAAAAAAAAAAAAAAEAAAEMEgQQAgAAAAAAAAAAAAAAAgAAAg3QAi0EKAQSBBABAAAAAAAAAAAAAAABAAABDBIEEAIAAAAAAAAAAAAAAAEAAAEN1AK4AUIBABgDJdgCKQAxAEAASAJV3AJd4AJkEgQQf0UeEtB2JEWdeniKpc6W623kAnXoAo0B7AKRAQGdAfACpQH0ArUB+AK8AQIBAMABBQQDBfwCxAEFBAMFgAPIAQUEAwWEA8wBBQQDBYgD0AEFBAMF/ALUAQUEAwX8AtgBBQQDBYwD3AEFBAMFkAPgAQUEAwWUA+QBBQQDBZgD6AEFBAMFnAPsAQUEAwWgA/ABBQQDBaQD9AEFBAMFqAP4AQUEAwWsA/wBBQQDBbADgAIFBAMFtAOEAgUEAwW4A4gCBQQDBbwDjAIFBAMFwAOQAgUEAwXEA5QCAgEAmAIGBckDcwgEnAIGBdEDcwgEoAIqBBIEEMTjDnF+lDpenhi+NbxOeWUMEgQQAQAAAAAAAAAAAAAAAQAAARwApAIqBBIEEPpM0Vq9MedQhYNeT9ghaSAMEgQQAQAAAAAAAAAAAAAAAgAAAhwAqAIqBBIEEB6EUQledMdenp1v7wH+9aEMEgQQAQAAAAAAAAAAAAAAAwAAAxwArAIFBdQDCAGwAgQFAAgBugI+QWx0dWEuT2FrLkNvcmUuQ2hhcnQuRGVmYXVsdFBsb3RTZXJpZXNTZXR0aW5ncywgQWx0dWEuT2FrLkNvcmW1Ak4AvAIFBdgDCAHAAgQFAAgBxAIFBdwDCAHIAgQFAAgBzAIA0AIJDeADFeQDHAEA1AIJDeADFegDHAEA2AILAwAAAAAAAAAACALcAgsDAAAAAAAAAAAIAeACCwMAAAAAAAAAAAgB5AIYBewDDfADFfQDHfgDJfwDLYAENYQEPYgE6AIHDYwEFZEEc+wCCwMAAAAAAAAAAAgE8AIGBZUEcwgE9AIGBZUEcwgE+AIFBAMFmAT8AgIBAIADEAEHnASgBKQEqASsBLAEtASEAwYBArgEvASIAwIBAIwDAgEAkAMCAQCUAxABB8AExATIBMwE0ATUBNgEmAMGAQLcBOAEnAMOAQbkBOgE7ATwBPQE+ASgAxABB/wEgAWEBYgFjAWQBZQFpAMCAQCoAwQBAZgFrAMKAQScBaAFpAWoBbADAgEAtAMCAQC4AwIBALwDAgEAwAMCAQDEAwIBAM4DM0FsdHVhLk9hay5Db3JlLlRoZW1pbmcuQ29sb3JQb2ludGVyLCBBbHR1YS5PYWsuQ29yZckDc1BQUP/RA3NQUFD/1AMFBAMFrAXYAwUEAwWwBdwDBQQDBbQF4AMFBAANuAXkAwUEAwW8BegDBQQDBcAF7AMHBAMEAQAIBPADBQQBLggE9AMEAAEIBPgDBAAACAT8AwQEAAgEgAQEBAAIBIQEBAAACASIBAQAAAgEjAQFBAMFxAWRBHM+PuX/lQRzUFBQ/5gEAgEAnAQOBckFswELAAAAAAAAAACgBA4F0QW1AQsAAAAAAAAAAKQEDgXZBbcBCwAAAAAAAOA/qAQOBeEFuQELAAAAAAAA4D+sBA4F6QW7AQsAAAAAAADgP7AEDgXxBb0BCwAAAAAAAPg/tAQOBfkFvwELAAAAAAAA4D+4BAgFgQa7AQ2EBrwECAWJBr8BDYwGwAQKBZEGxQENmQbHAcQECgWhBrMBDaUGygHIBAoFrQa3AQ2xBsoBzAQKBbUGuQENuQbKAdAECQW9BtABDcUGc9QECgXJBtMBDdEGygHYBAkF1QbTAQ3ZBnPcBAoF3QbTAQ3hBtkB4AQKBekG0wEN7QbZAeQEBwXxBt0BCQHoBAcF+QbfAQkA7AQHBYEH4QEJAfAEBwWJB+MBCQH0BAcFkQfdAQkB+AQHBZUH5gEJAPwECgWdB+gBDaUH6gGABQoFrQfsAQ21B+4BhAUKBb0H8AENxQfyAYgFCgXNB/ABDcUH8gGMBQoF0QffAQ3VB/YBkAUKBd0H5gEN1Qf2AZQFCgXhB+MBDeUH+gGYBQoF7Qf8AQ31B/4BnAUKBf0H3wENgQiBAqAFCgWJCOwBDY0IgQKkBQoFkQjmAQ2VCIECqAUKBZkI6AENnQiBAqwFBgEBoQiJArAFBgEBqQiJArQFBgEBrQiJArgFCAUADQAVAB0AvAUGAQGxCIkCwAUGAQG1CIkCxAUEAQIBBM4FU0FsdHVhLk9hay5Db3JlLk1vZGlmaWNhdGlvbi5TdHlsaW5nLkFsbFZhbHVlQXhpc0N1c3RvbWl6YXRpb25UYXJnZXQsIEFsdHVhLk9hay5Db3JlyQWzAQDWBVlBbHR1YS5PYWsuQ29yZS5Nb2RpZmljYXRpb24uU3R5bGluZy5WYWx1ZUF4aXNHcmlkbGluZXNDdXN0b21pemF0aW9uVGFyZ2V0LCBBbHR1YS5PYWsuQ29yZdEFtQEA3gVTQWx0dWEuT2FrLkNvcmUuTW9kaWZpY2F0aW9uLlN0eWxpbmcuQ2F0ZWdvcnlBeGlzQ3VzdG9taXphdGlvblRhcmdldCwgQWx0dWEuT2FrLkNvcmXZBbcBAOYFUEFsdHVhLk9hay5Db3JlLk1vZGlmaWNhdGlvbi5TdHlsaW5nLk9yaWdvTGluZUN1c3RvbWl6YXRpb25UYXJnZXQsIEFsdHVhLk9hay5Db3Jl4QW5AQDuBV1BbHR1YS5PYWsuQ29yZS5Nb2RpZmljYXRpb24uU3R5bGluZy5BbGxDb25uZWN0b3JzQXV4aWxpYXJ5Q3VzdG9taXphdGlvblRhcmdldCwgQWx0dWEuT2FrLkNvcmXpBbsBAPYFWUFsdHVhLk9hay5Db3JlLk1vZGlmaWNhdGlvbi5TdHlsaW5nLlNlcmllc1dpdGhQbG90S2luZEN1c3RvbWl6YXRpb25UYXJnZXQsIEFsdHVhLk9hay5Db3Jl8QW9AQMFuAj+BWFBbHR1YS5PYWsuQ29yZS5Nb2RpZmljYXRpb24uU3R5bGluZy5UYXJnZXRzLldhdGVyZmFsbENvbm5lY3RvckN1c3RvbWl6YXRpb25UYXJnZXQsIEFsdHVhLk9hay5Db3Jl+QW/AQCBBrsBAIQGBQwDBbwIiQa/AQCMBgUMAwXACJYGVkFsdHVhLk9hay5Db3JlLk1vZGlmaWNhdGlvbi5TdHlsaW5nLkFsbFNlcmllc01hcmtlckN1c3RvbWl6YXRpb25UYXJnZXQsIEFsdHVhLk9hay5Db3JlkQbFAQCeBjpBbHR1YS5PYWsuQ29yZS5UaGVtaW5nLkJpbmRpbmdDb2xvclBvaW50ZXIsIEFsdHVhLk9hay5Db3JlmQbHAQUFxQiSAqEGswEAqgY3QWx0dWEuT2FrLkNvcmUuVGhlbWluZy5QYWdlQ29sb3JQb2ludGVyLCBBbHR1YS5PYWsuQ29yZaUGygEEAAAIAK0GtwEAsQbKAQQAAAgAtQa5AQC5BsoBBAAACADCBlNBbHR1YS5PYWsuQ29yZS5Nb2RpZmljYXRpb24uU3R5bGluZy5BbGxHcmlkbGluZXNDdXN0b21pemF0aW9uVGFyZ2V0LCBBbHR1YS5PYWsuQ29yZb0G0AEAxQZzgICA/84GZ0FsdHVhLk9hay5Db3JlLk1vZGlmaWNhdGlvbi5TdHlsaW5nLlRhcmdldHMuQWxsQXV4aWxpYXJ5U2hhcGVzT2ZUeXBlQ3VzdG9taXphdGlvblRhcmdldCwgQWx0dWEuT2FrLkNvcmXJBtMBAgAD0QbKAQQABAgA1QbTAQIAAdkGc////wDdBtMBAgAB5gZWQWx0dWEuT2FrLkNvcmUuU3ludGF4U3RydWN0dXJlLlJlY3RhbmdsZUF1eGlsaWFyeVNoYXBlTGFiZWxDYWxjdWxhdGlvbiwgQWx0dWEuT2FrLkNvcmXhBtkBAOkG0wECAAPtBtkBAPYGWEFsdHVhLk9hay5Db3JlLk1vZGlmaWNhdGlvbi5TdHlsaW5nLlNlcmllc0xhYmVsT2ZUeXBlQ3VzdG9taXphdGlvblRhcmdldCwgQWx0dWEuT2FrLkNvcmXxBt0BAgAC/gZYQWx0dWEuT2FrLkNvcmUuTW9kaWZpY2F0aW9uLlN0eWxpbmcuQWxsVmFsdWVBeGlzTGFiZWxDdXN0b21pemF0aW9uVGFyZ2V0LCBBbHR1YS5PYWsuQ29yZfkG3wEAhgdVQWx0dWEuT2FrLkNvcmUuTW9kaWZpY2F0aW9uLlN0eWxpbmcuQWxsVG90YWxMYWJlbHNDdXN0b21pemF0aW9uVGFyZ2V0LCBBbHR1YS5PYWsuQ29yZYEH4QEAjgdYQWx0dWEuT2FrLkNvcmUuTW9kaWZpY2F0aW9uLlN0eWxpbmcuQWxsQXV4aWxpYXJ5TGFiZWxDdXN0b21pemF0aW9uVGFyZ2V0LCBBbHR1YS5PYWsuQ29yZYkH4wEAkQfdAQIAAJoHV0FsdHVhLk9hay5Db3JlLk1vZGlmaWNhdGlvbi5TdHlsaW5nLkFsbENhdGVnb3J5TGFiZWxDdXN0b21pemF0aW9uVGFyZ2V0LCBBbHR1YS5PYWsuQ29yZZUH5gEAogdYQWx0dWEuT2FrLkNvcmUuTW9kaWZpY2F0aW9uLlN0eWxpbmcuQ2F0ZWdvcnlBeGlzVGl0bGVDdXN0b21pemF0aW9uVGFyZ2V0LCBBbHR1YS5PYWsuQ29yZZ0H6AEAqgdGQWx0dWEuT2FrLkNvcmUuUGxvdHRpbmcuQXhpc1RpdGxlTGFiZWxQbGFjZW1lbnRPdXRzaWRlLCBBbHR1YS5PYWsuQ29yZaUH6gECAAGyB11BbHR1YS5PYWsuQ29yZS5Nb2RpZmljYXRpb24uU3R5bGluZy5BbGxWYWx1ZUF4aXNUaXRsZUxhYmVsQ3VzdG9taXphdGlvblRhcmdldCwgQWx0dWEuT2FrLkNvcmWtB+wBALoHQkFsdHVhLk9hay5Db3JlLlBsb3R0aW5nLkF4aXNUaXRsZUxhYmVsUGxhY2VtZW50RmFyLCBBbHR1YS5PYWsuQ29yZbUH7gECAADCB19BbHR1YS5PYWsuQ29yZS5Nb2RpZmljYXRpb24uU3R5bGluZy5TZXJpZXNMYWJlbHNXaXRoUGxvdEtpbmRDdXN0b21pemF0aW9uVGFyZ2V0LCBBbHR1YS5PYWsuQ29yZb0H8AEFBcwICADKBz1BbHR1YS5PYWsuQ29yZS5QbG90dGluZy5MYWJlbFBsYWNlbWVudE91dHNpZGUsIEFsdHVhLk9hay5Db3JlxQfyAQDNB/ABBQXQCAgA0QffAQDaB0FBbHR1YS5PYWsuQ29yZS5QbG90dGluZy5BeGlzTGFiZWxQbGFjZW1lbnRPdXRzaWRlLCBBbHR1YS5PYWsuQ29yZdUH9gECAQDdB+YBAOEH4wEA6gdGQWx0dWEuT2FrLkNvcmUuUGxvdHRpbmcuQXV4aWxpYXJ5TGFiZWxQbGFjZW1lbnREZWZhdWx0LCBBbHR1YS5PYWsuQ29yZeUH+gEA8gdQQWx0dWEuT2FrLkNvcmUuTW9kaWZpY2F0aW9uLlN0eWxpbmcuQWxsTGFiZWxzQ3VzdG9taXphdGlvblRhcmdldCwgQWx0dWEuT2FrLkNvcmXtB/wBAPoHQkFsdHVhLk9hay5Db3JlLlN5bnRheFN0cnVjdHVyZS5BY3R1YWxGb250U2l6ZVZhbHVlLCBBbHR1YS5PYWsuQ29yZfUH/gEJAwAAAAAAACJA/QffAQCGCENBbHR1YS5PYWsuQ29yZS5TeW50YXhTdHJ1Y3R1cmUuQWN0dWFsRm9udENvbG9yVmFsdWUsIEFsdHVhLk9hay5Db3JlgQiBAgUF1QjKAYkI7AEAjQiBAgUF2QjKAZEI5gEAlQiBAgUF3QjKAZkI6AEAnQiBAgUF4QjKAaYIL0FsdHVhLkRhdGEuSW5mcmFzdHJ1Y3R1cmUuUGFyYWdyYXBoLCBBbHR1YS5EYXRhoQiJAgUMAwXkCKkIiQIFDAMF6AitCIkCBQwDBewIsQiJAgUMAwXwCLUIiQIFDAMF9Ai4CAEFvAgKAQIAAIBAAABAQMAICgECAACAQAAAQEDKCEhBbHR1YS5PYWsuQ29yZS5TeW50YXhTdHJ1Y3R1cmUuUGxvdFNlcmllc0JpbmRpbmdTdHJhdGVneSwgQWx0dWEuT2FrLkNvcmXFCJICAMwIAgkK0AgBBdUIygEEAAAIANkIygEEAAAIAN0IygEEAAAIAOEIygEEAAAIAOQIBgEB+QifAugIBgEBgQmfAuwIBgEBhQmfAvAIBgEBiQmjAvQIBgEBkQmjAv4ILUFsdHVhLkRhdGEuSW5mcmFzdHJ1Y3R1cmUuVGV4dFJ1biwgQWx0dWEuRGF0YfkInwINBAhTZXJpZXMgMQ2UCYEJnwINBAhTZXJpZXMgMg2UCYUJnwINBAhTZXJpZXMgMw2UCY4JL0FsdHVhLkRhdGEuSW5mcmFzdHJ1Y3R1cmUuTnVtYmVyUnVuLCBBbHR1YS5EYXRhiQmjAhMEDgNmZmZmZuYxQB2ZCacCDaAJkQmjAhMEDgMAAAAAAIAyQB2lCacCDagJlAkSBAAcACQALAA0ADwATABUAF0Angk9QWx0dWEuRGF0YS5OdW1iZXJGb3JtYXR0aW5nLkNvbXBvc2l0ZU51bWJlckZvcm1hdCwgQWx0dWEuRGF0YZkJpwILHawJJbAJNbQJPQCgCRIEABwAJAAsADQAPABMAFQAXQClCacCCx24CSW8CTXACT0AqAkSBAAcACQALAA0ADwATABUAF0ArAkJAAAMAwXECREAsAkJAAAMAwXICREAtAkMBAEsDALCoBQDTk9LuAkJAAAMAwXMCREAvAkJAAAMAwXQCREAwAkMBAEsDALCoBQDTk9LxAkGAQHVCbYCyAkKAQLdCbgC1Qm2AswJBgEB5Qm2AtAJCgEC6Qm4AuUJtgLaCUBBbHR1YS5EYXRhLk51bWJlckZvcm1hdHRpbmcuTnVtYmVyRm9ybWF0VmFsdWVTZWdtZW50LCBBbHR1YS5EYXRh1Qm2AgUEAwXsCeIJP0FsdHVhLkRhdGEuTnVtYmVyRm9ybWF0dGluZy5OdW1iZXJGb3JtYXRUZXh0U2VnbWVudCwgQWx0dWEuRGF0Yd0JuAIFBAEtCQHlCbYCBQQDBfAJ6Qm4AgUEAS0JAewJDgED9Qm+Av0JwAL1Cb4C8AkOAQP1Cb4C/QnAAvUJvgL6CTlBbHR1YS5EYXRhLk51bWJlckZvcm1hdHRpbmcuTnVtYmVyUGxhY2Vob2xkZXIsIEFsdHVhLkRhdGH1Cb4CBQIwAAAAggo/QWx0dWEuRGF0YS5OdW1iZXJGb3JtYXR0aW5nLkRlY2ltYWxQb2ludFBsYWNlaG9sZGVyLCBBbHR1YS5EYXRh/QnAAgA="/>
  <p:tag name="GRUNT-RENDERHASH" val="041a88f51f197822f8a1b184e710c432-svg"/>
  <p:tag name="GRUNT-SYNC" val="4575131abe6644119d489c7f292f5a01"/>
</p:tagLst>
</file>

<file path=ppt/tags/tag45.xml><?xml version="1.0" encoding="utf-8"?>
<p:tagLst xmlns:a="http://schemas.openxmlformats.org/drawingml/2006/main" xmlns:r="http://schemas.openxmlformats.org/officeDocument/2006/relationships" xmlns:p="http://schemas.openxmlformats.org/presentationml/2006/main">
  <p:tag name="GRUNT-PAGE" val="46ddbfee-65b1-425c-80e3-6ca2ba100cae"/>
</p:tagLst>
</file>

<file path=ppt/tags/tag46.xml><?xml version="1.0" encoding="utf-8"?>
<p:tagLst xmlns:a="http://schemas.openxmlformats.org/drawingml/2006/main" xmlns:r="http://schemas.openxmlformats.org/officeDocument/2006/relationships" xmlns:p="http://schemas.openxmlformats.org/presentationml/2006/main">
  <p:tag name="GRUNT-PAGEOBJECT" val="001d54e7-22cc-4af2-8b74-a2953f6efaf2"/>
  <p:tag name="GRUNT-X-RESOURCES" val="AQIFBAQEAgEA"/>
  <p:tag name="GRUNT-VERSION" val="20.26.1.0"/>
  <p:tag name="GRUNT-VERSION-2" val="2026.1-r5-6063"/>
  <p:tag name="GRUNT-X-DATASERVICE" val="AQUCvQ0KNEFsdHVhLkRhdGEuRGF0YVNlcnZpY2VzLkV4Y2VsRGF0YVNlcnZpY2UsIEFsdHVhLkRhdGEFAhwEEgQQI4dPIfSzEkSaeS9A9nex7h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2CTUCvMad5IFWBMDgMAZABkAAAAAAAAAAAAUABUBQkBFWkbXjdBbHR1YS5EYXRhLlJlYWRlcnMuRXhjZWwuU3BlY2lmaWNFeGNlbFJhbmdlLCBBbHR1YS5EYXRhWRcKBXAMBkdSQVBIU2C9AQMEdAN4AwMEWWVhcgEAAwhTQVRTIEFTQQEBAw1BdmVyYWdlIFBlZXJzAQIJAEDGyqU4VwgkfsUaLnLXv1+fOetTjsY/AAAw9W45Vwjz4VmCjIDOP9O7iwqvN7c/AMCZHzg6VwioqzsW26TRP4ef/x68dr8/AAAAAQAAAAAAAAAAAPj//x8BAAAAAAACAn0gAAhTdGFuZGFyZAMDBgkBHD1UUkFOU1BPU0UoUkNbLTVdOlJbM11DWy0zXSkBAGQAbk9BbHR1YS5MaWJyYXJ5LlNlcmlhbGl6YWJsZS5TdG9yYWdlLkFic29sdXRlRmlsZVBhdGgsIEFsdHVhLkxpYnJhcnkuU2VyaWFsaXphYmxlaRtWBFRodHRwczovL2JpZWR1LW15LnNoYXJlcG9pbnQuY29tL3BlcnNvbmFsL3MyMzE3NzQwX2JpX25vL0RvY3VtZW50cy9QYXJldG8gZXF1aXR5Lnhsc3hwCAWFASINjQEkdAiUAZgBnAGgAXgGpAGoAawBggE9QWx0dWEuRGF0YS5OdW1iZXJGb3JtYXR0aW5nLkNvbXBvc2l0ZU51bWJlckZvcm1hdCwgQWx0dWEuRGF0YX0gCx2wASW0ATW4AT0AigE3QWx0dWEuRGF0YS5QcmltaXRpdmVzLkNvbnN0cmFpbmVkQ29sdW1uU3BhbiwgQWx0dWEuRGF0YYUBIgUDBbwBAJIBNEFsdHVhLkRhdGEuUHJpbWl0aXZlcy5Db25zdHJhaW5lZFJvd1NwYW4sIEFsdHVhLkRhdGGNASQFAwXAAQCUARkEEgQQAQAAAAAAAAAAAAAAAAAAAAwBRxkBmAEZBBIEEAEAAAAAAAAAAAAAAAEAAAEMAUgZAZwBGQQSBBABAAAAAAAAAAAAAAACAAACDAFJGQGgARkEEgQQAQAAAAAAAAAAAAAAAwAAAwwBShkBpAEbBBIEEAIAAAAAAAAAAAAAAAAAAAAMAzE0NxkBqAEbBBIEEAIAAAAAAAAAAAAAAAEAAAEMAzE0OBkBrAEbBBIEEAIAAAAAAAAAAAAAAAIAAAIMAzE0ORkBsAEJAAIMAwXEAREBtAEJAAIMAwXIAREBuAELBAEsDAEgFANOT0u8AQQBAgcLwAEGAQKTAZYBxAELAQPNATTVATbdATjIAQ4BBOUBNs0BNNUBNt0BONIBQEFsdHVhLkRhdGEuTnVtYmVyRm9ybWF0dGluZy5OdW1iZXJGb3JtYXRWYWx1ZVNlZ21lbnQsIEFsdHVhLkRhdGHNATQFBAMF6AHaAT9BbHR1YS5EYXRhLk51bWJlckZvcm1hdHRpbmcuTnVtYmVyRm9ybWF0VGV4dFNlZ21lbnQsIEFsdHVhLkRhdGHVATYFBAEgCQHiAUJBbHR1YS5EYXRhLk51bWJlckZvcm1hdHRpbmcuTnVtYmVyRm9ybWF0UGVyY2VudFNlZ21lbnQsIEFsdHVhLkRhdGHdATgA5QE2BQQBLQkB6AEIAQLtATztATzyATlBbHR1YS5EYXRhLk51bWJlckZvcm1hdHRpbmcuTnVtYmVyUGxhY2Vob2xkZXIsIEFsdHVhLkRhdGHtATwFAjAAAAA="/>
  <p:tag name="GRUNT-RENDERHASH" val="1207411d83279b5facd7debe6e000e9f-svg"/>
  <p:tag name="GRUNT-X-SHAPEBOUNDS" val="ASIBBAAAAODK9EBAAAAAoN61YEAAAADgCEFwQAAAACCvIHBAAA=="/>
  <p:tag name="GRUNT-X-PAGEOBJECT" val="AQUCvUUKOEFsdHVhLk9hay5Db3JlLkRvY3VtZW50TW9kZWwuQ2hhcnRPYmplY3QsIEFsdHVhLk9hay5Db3JlBQI/BBIEEOdUHQDMIvJKi3SilT9u+vIMEgQQI4dPIfSzEkSaeS9A9nex7hUNBCUUNRg9HFUgbSR1AHkBgAEAjQEoElBBbHR1YS5PYWsuQ29yZS5Eb2N1bWVudE1vZGVsLlRlbXBsYXRpbmcuQ3VzdG9tUG9zaXRpb25EZWZpbml0aW9uLCBBbHR1YS5PYWsuQ29yZQ0EJAQiAQQAAADgyhRBQEDtVKtuVWJAKv6m3gg5cEASmLFZPsJs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SB9tBPUMNkywtWxpNgfFkh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QEFsdHVhLk9hay5Db3JlLlBsb3R0aW5nLkRhdGVDYXRlZ29yeUF4aXNTZXR0aW5ncywgQWx0dWEuT2FrLkNvcmWFASIYAQEQAB2UAiWYAikBQABNnAJVoAJdpQJKkgE9QWx0dWEuT2FrLkNvcmUuVGhlbWluZy5QYWdlQ29sb3JTY2hlbWVQb2ludGVyLCBBbHR1YS5PYWsuQ29yZY0BJACUAQIBAJgBBqwCsAK0ApwBORIEEJ/0DxYzTvldkDq/zb1hw/oSBBAORflEhnTlWJUzaR+eZxxhEgQQ6EQTZ0LG/FqGmZcJznnGTKABSQQSBBA5t3qGO7wJU6UK5qnYvJr1DBIEEJlmS+VEZeZBl/wlVnEAhhoVuAIcEgQQAgAAAAAAAAAAAAAAAQAAASQBAS28AjXBAlGkAUkEEgQQAbkVq5AyP1e9XQerVZI1FAwSBBCZZkvlRGXmQZf8JVZxAIYaFcgCHBIEEAIAAAAAAAAAAAAAAAIAAAIkAQEtzAI1wQJRqAFJBBIEEFtEexPGKdJYoAWyIWEtr1AMEgQQmWZL5URl5kGX/CVWcQCGGhXQAhwSBBACAAAAAAAAAAAAAAADAAADJAEBLdQCNcECUawBAkBAsAEQAwDYAgDYAgAAAAAAAAAAALQBngMtBCgEEgQQAQAAAAAAAAAAAAAAAwAAAwwSBBACAAAAAAAAAAAAAAABAAABDdwCLQQoBBIEEAEAAAAAAAAAAAAAAAIAAAIMEgQQAgAAAAAAAAAAAAAAAAAAAA3gAi0EKAQSBBABAAAAAAAAAAAAAAACAAACDBIEEAIAAAAAAAAAAAAAAAEAAAEN5AItBCgEEgQQAQAAAAAAAAAAAAAAAgAAAgwSBBACAAAAAAAAAAAAAAACAAACDegCLQQoBBIEEAEAAAAAAAAAAAAAAAEAAAEMEgQQAgAAAAAAAAAAAAAAAgAAAg3sAi0EKAQSBBABAAAAAAAAAAAAAAADAAADDBIEEAIAAAAAAAAAAAAAAAIAAAIN8AItBCgEEgQQAQAAAAAAAAAAAAAAAQAAAQwSBBACAAAAAAAAAAAAAAAAAAAADfQCLQQoBBIEEAEAAAAAAAAAAAAAAAEAAAEMEgQQAgAAAAAAAAAAAAAAAQAAAQ34Ai0EKAQSBBABAAAAAAAAAAAAAAADAAADDBIEEAIAAAAAAAAAAAAAAAAAAAAN/AK4AUIBABgDJYADKQAxAEAASAJVhANdiANkEgQQmWZL5URl5kGX/CVWcQCGGm2MA3WQA40BlAORAQGdAZgDpQGcA7UBoAO8AQIBAMABBQQDBaQDxAEFBAMFqAPIAQUEAwWsA8wBBQQDBbAD0AEFBAMFpAPUAQUEAwWkA9gBBQQDBbQD3AEFBAMFuAPgAQUEAwW8A+QBBQQDBcAD6AEFBAMFxAPsAQUEAwXIA/ABBQQDBcwD9AEFBAMF0AP4AQUEAwXUA/wBBQQDBdgDgAIFBAMF3AOEAgUEAwXgA4gCBQQDBeQDjAIFBAMF6AOQAgUEAwXsA5QCCwMAAAAAAAAAAAgBmAILAwAAAAAAAAAACAGcAgYF8QN9CASgAgYF+QN9CASqAklBbHR1YS5PYWsuQ29yZS5QbG90dGluZy5NYW51YWxEYXRlQ2F0ZWdvcnlBeGlzR3JhbnVsYXJpdHksIEFsdHVhLk9hay5Db3JlpQJKBgEBCQARAKwCKgQSBBDAemKZegxpWJBqBS9sgbVIDBIEEAEAAAAAAAAAAAAAAAEAAAEcALACKgQSBBBLED1xziicX5IP8qeEP1JnDBIEEAEAAAAAAAAAAAAAAAIAAAIcALQCKgQSBBAkEyDQHRc5UIGO7O7Jt8P7DBIEEAEAAAAAAAAAAAAAAAMAAAMcALgCBQX8AwgBvAIEBQAIAcYCPkFsdHVhLk9hay5Db3JlLkNoYXJ0LkRlZmF1bHRQbG90U2VyaWVzU2V0dGluZ3MsIEFsdHVhLk9hay5Db3JlwQJRAMgCBQWABAgBzAIEBQAIAdACBQWEBAgB1AIEBQAIAdgCANwCCQ2IBBWMBBwBAOACCQ2IBBWQBBwBAOQCCQ2IBBWUBBwBAOgCCQ2IBBWYBBwBAOwCCQ2IBBWcBBwBAPACCQ2IBBWgBBwBAPQCCQ2IBBWkBBwBAPgCCQ2IBBWoBBwBAPwCCQ2IBBWsBBwBAIADCwMAAAAAAAAAAAgChAMLAwAAAAAAAAAACAGIAwsDAAAAAAAAAAAIAYwDGAWwBA20BBW4BB28BCXABC3EBDXIBD3MBJADBw3QBBXVBH2UAwsDAAAAAAAAAAAIBJgDBgXZBH0IBJwDBgXZBH0IBKADBQQDBdwEpAMCAQCoAxABB+AE5AToBOwE8AT0BPgErAMGAQL8BIAFsAMCAQC0AwIBALgDAgEAvAMQAQeEBYgFjAWQBZQFmAWcBcADBgECoAWkBcQDEAEHqAWsBbAFtAW4BbwFwAXIAxABB8QFyAXMBdAF1AXYBdwFzAMCAQDQAwQBAeAF1AMKAQTkBegF7AXwBdgDAgEA3AMCAQDgAwIBAOQDAgEA6AMCAQDsAwIBAPYDM0FsdHVhLk9hay5Db3JlLlRoZW1pbmcuQ29sb3JQb2ludGVyLCBBbHR1YS5PYWsuQ29yZfEDfVBQUP/5A31QUFD//AMFBAMF9AWABAUEAwX4BYQEBQQDBfwFiAQFBAANgAaMBAUEAwWEBpAEBQQDBYgGlAQFBAMFjAaYBAUEAwWQBpwEBQQDBZQGoAQFBAMFmAakBAUEAwWcBqgEBQQDBaAGrAQFBAMFpAawBAcEAwQBAAgEtAQFBAEuCAS4BAQAAQgEvAQEAAAIBMAEBAQACATEBAQEAAgEyAQEAAAIBMwEBAAACATQBAUEAwWoBtUEfT4+5f/ZBH1QUFD/3AQCAQDgBA4FrQbMAQsAAAAAAAAAAOQEDgW1Bs4BCwAAAAAAAAAA6AQOBb0G0AELAAAAAAAA4D/sBA4FxQbSAQsAAAAAAADgP/AEDgXNBtQBCwAAAAAAAOA/9AQOBdUG1gELAAAAAAAA+D/4BA4F3QbYAQsAAAAAAADgP/wECAXlBtQBDegGgAUIBe0G2AEN8AaEBQoF9QbeAQ39BuABiAUKBYUHzAENiQfjAYwFCgWRB9ABDZUH4wGQBQoFmQfSAQ2dB+MBlAUJBaEH6QENqQd9mAUKBa0H7AENtQfjAZwFCQW5B+wBDb0HfaAFCgXBB+wBDcUH8gGkBQoFzQfsAQ3RB/IBqAUHBdUH9gEJAawFBwXdB/gBCQCwBQcF5Qf2AQkBtAUHBekH+wEJAbgFBwXxB/0BCQG8BQcF+Qf/AQkBwAUHBYEIgQIJAMQFCgWJCIECDY0IhALIBQoFlQiGAg2dCIgCzAUKBaUIigINrQiMAtAFCgW1CIoCDa0IjALUBQoFuQj4AQ29CJAC2AUKBcUI/QENvQiQAtwFCgXJCP8BDc0IlALgBQoF1QiWAg3dCJgC5AUKBeUI+AEN6QibAugFCgXxCIYCDfUImwLsBQoF+Qj9AQ39CJsC8AUKBYEJgQINhQmbAvQFBgEBiQmjAvgFBgEBkQmjAvwFBgEBlQmjAoAGCAUADQAVAB0AhAYGAQGZCaMCiAYGAQGdCaMCjAYGAQGhCaMCkAYGAQGlCaMClAYGAQGpCaMCmAYGAQGtCaMCnAYGAQGxCaMCoAYGAQG1CaMCpAYGAQG5CaMCqAYEAQIBBLIGU0FsdHVhLk9hay5Db3JlLk1vZGlmaWNhdGlvbi5TdHlsaW5nLkFsbFZhbHVlQXhpc0N1c3RvbWl6YXRpb25UYXJnZXQsIEFsdHVhLk9hay5Db3JlrQbMAQC6BllBbHR1YS5PYWsuQ29yZS5Nb2RpZmljYXRpb24uU3R5bGluZy5WYWx1ZUF4aXNHcmlkbGluZXNDdXN0b21pemF0aW9uVGFyZ2V0LCBBbHR1YS5PYWsuQ29yZbUGzgEAwgZTQWx0dWEuT2FrLkNvcmUuTW9kaWZpY2F0aW9uLlN0eWxpbmcuQ2F0ZWdvcnlBeGlzQ3VzdG9taXphdGlvblRhcmdldCwgQWx0dWEuT2FrLkNvcmW9BtABAMoGUEFsdHVhLk9hay5Db3JlLk1vZGlmaWNhdGlvbi5TdHlsaW5nLk9yaWdvTGluZUN1c3RvbWl6YXRpb25UYXJnZXQsIEFsdHVhLk9hay5Db3JlxQbSAQDSBl1BbHR1YS5PYWsuQ29yZS5Nb2RpZmljYXRpb24uU3R5bGluZy5BbGxDb25uZWN0b3JzQXV4aWxpYXJ5Q3VzdG9taXphdGlvblRhcmdldCwgQWx0dWEuT2FrLkNvcmXNBtQBANoGWUFsdHVhLk9hay5Db3JlLk1vZGlmaWNhdGlvbi5TdHlsaW5nLlNlcmllc1dpdGhQbG90S2luZEN1c3RvbWl6YXRpb25UYXJnZXQsIEFsdHVhLk9hay5Db3Jl1QbWAQMFvAniBmFBbHR1YS5PYWsuQ29yZS5Nb2RpZmljYXRpb24uU3R5bGluZy5UYXJnZXRzLldhdGVyZmFsbENvbm5lY3RvckN1c3RvbWl6YXRpb25UYXJnZXQsIEFsdHVhLk9hay5Db3Jl3QbYAQDlBtQBAOgGBQwDBcAJ7QbYAQDwBgUMAwXECfoGVkFsdHVhLk9hay5Db3JlLk1vZGlmaWNhdGlvbi5TdHlsaW5nLkFsbFNlcmllc01hcmtlckN1c3RvbWl6YXRpb25UYXJnZXQsIEFsdHVhLk9hay5Db3Jl9QbeAQCCBzpBbHR1YS5PYWsuQ29yZS5UaGVtaW5nLkJpbmRpbmdDb2xvclBvaW50ZXIsIEFsdHVhLk9hay5Db3Jl/QbgAQUFyQmzAoUHzAEAjgc3QWx0dWEuT2FrLkNvcmUuVGhlbWluZy5QYWdlQ29sb3JQb2ludGVyLCBBbHR1YS5PYWsuQ29yZYkH4wEEAAAIAJEH0AEAlQfjAQQAAAgAmQfSAQCdB+MBBAAACACmB1NBbHR1YS5PYWsuQ29yZS5Nb2RpZmljYXRpb24uU3R5bGluZy5BbGxHcmlkbGluZXNDdXN0b21pemF0aW9uVGFyZ2V0LCBBbHR1YS5PYWsuQ29yZaEH6QEAqQd9gICA/7IHZ0FsdHVhLk9hay5Db3JlLk1vZGlmaWNhdGlvbi5TdHlsaW5nLlRhcmdldHMuQWxsQXV4aWxpYXJ5U2hhcGVzT2ZUeXBlQ3VzdG9taXphdGlvblRhcmdldCwgQWx0dWEuT2FrLkNvcmWtB+wBAgADtQfjAQQABAgAuQfsAQIAAb0Hff///wDBB+wBAgABygdWQWx0dWEuT2FrLkNvcmUuU3ludGF4U3RydWN0dXJlLlJlY3RhbmdsZUF1eGlsaWFyeVNoYXBlTGFiZWxDYWxjdWxhdGlvbiwgQWx0dWEuT2FrLkNvcmXFB/IBAM0H7AECAAPRB/IBANoHWEFsdHVhLk9hay5Db3JlLk1vZGlmaWNhdGlvbi5TdHlsaW5nLlNlcmllc0xhYmVsT2ZUeXBlQ3VzdG9taXphdGlvblRhcmdldCwgQWx0dWEuT2FrLkNvcmXVB/YBAgAC4gdYQWx0dWEuT2FrLkNvcmUuTW9kaWZpY2F0aW9uLlN0eWxpbmcuQWxsVmFsdWVBeGlzTGFiZWxDdXN0b21pemF0aW9uVGFyZ2V0LCBBbHR1YS5PYWsuQ29yZd0H+AEA5Qf2AQIAAO4HVUFsdHVhLk9hay5Db3JlLk1vZGlmaWNhdGlvbi5TdHlsaW5nLkFsbFRvdGFsTGFiZWxzQ3VzdG9taXphdGlvblRhcmdldCwgQWx0dWEuT2FrLkNvcmXpB/sBAPYHV0FsdHVhLk9hay5Db3JlLk1vZGlmaWNhdGlvbi5TdHlsaW5nLkFsbENhdGVnb3J5TGFiZWxDdXN0b21pemF0aW9uVGFyZ2V0LCBBbHR1YS5PYWsuQ29yZfEH/QEA/gdYQWx0dWEuT2FrLkNvcmUuTW9kaWZpY2F0aW9uLlN0eWxpbmcuQWxsQXV4aWxpYXJ5TGFiZWxDdXN0b21pemF0aW9uVGFyZ2V0LCBBbHR1YS5PYWsuQ29yZfkH/wEAhghYQWx0dWEuT2FrLkNvcmUuTW9kaWZpY2F0aW9uLlN0eWxpbmcuQ2F0ZWdvcnlBeGlzVGl0bGVDdXN0b21pemF0aW9uVGFyZ2V0LCBBbHR1YS5PYWsuQ29yZYEIgQIAiQiBAgCSCEZBbHR1YS5PYWsuQ29yZS5QbG90dGluZy5BeGlzVGl0bGVMYWJlbFBsYWNlbWVudE91dHNpZGUsIEFsdHVhLk9hay5Db3JljQiEAgIAAZoIXUFsdHVhLk9hay5Db3JlLk1vZGlmaWNhdGlvbi5TdHlsaW5nLkFsbFZhbHVlQXhpc1RpdGxlTGFiZWxDdXN0b21pemF0aW9uVGFyZ2V0LCBBbHR1YS5PYWsuQ29yZZUIhgIAoghCQWx0dWEuT2FrLkNvcmUuUGxvdHRpbmcuQXhpc1RpdGxlTGFiZWxQbGFjZW1lbnRGYXIsIEFsdHVhLk9hay5Db3JlnQiIAgIAAKoIX0FsdHVhLk9hay5Db3JlLk1vZGlmaWNhdGlvbi5TdHlsaW5nLlNlcmllc0xhYmVsc1dpdGhQbG90S2luZEN1c3RvbWl6YXRpb25UYXJnZXQsIEFsdHVhLk9hay5Db3JlpQiKAgUF0AkIALIIPUFsdHVhLk9hay5Db3JlLlBsb3R0aW5nLkxhYmVsUGxhY2VtZW50T3V0c2lkZSwgQWx0dWEuT2FrLkNvcmWtCIwCALUIigIFBdQJCAC5CPgBAMIIQUFsdHVhLk9hay5Db3JlLlBsb3R0aW5nLkF4aXNMYWJlbFBsYWNlbWVudE91dHNpZGUsIEFsdHVhLk9hay5Db3JlvQiQAgIBAMUI/QEAyQj/AQDSCEZBbHR1YS5PYWsuQ29yZS5QbG90dGluZy5BdXhpbGlhcnlMYWJlbFBsYWNlbWVudERlZmF1bHQsIEFsdHVhLk9hay5Db3JlzQiUAgDaCFBBbHR1YS5PYWsuQ29yZS5Nb2RpZmljYXRpb24uU3R5bGluZy5BbGxMYWJlbHNDdXN0b21pemF0aW9uVGFyZ2V0LCBBbHR1YS5PYWsuQ29yZdUIlgIA4ghCQWx0dWEuT2FrLkNvcmUuU3ludGF4U3RydWN0dXJlLkFjdHVhbEZvbnRTaXplVmFsdWUsIEFsdHVhLk9hay5Db3Jl3QiYAgkDAAAAAAAAIkDlCPgBAO4IQ0FsdHVhLk9hay5Db3JlLlN5bnRheFN0cnVjdHVyZS5BY3R1YWxGb250Q29sb3JWYWx1ZSwgQWx0dWEuT2FrLkNvcmXpCJsCBQXZCeMB8QiGAgD1CJsCBQXdCeMB+Qj9AQD9CJsCBQXhCeMBgQmBAgCFCZsCBQXlCeMBjgkvQWx0dWEuRGF0YS5JbmZyYXN0cnVjdHVyZS5QYXJhZ3JhcGgsIEFsdHVhLkRhdGGJCaMCBQwDBegJkQmjAgUMAwXsCZUJowIFDAMF8AmZCaMCBQwDBfQJnQmjAgUMAwX4CaEJowIFDAMF/AmlCaMCBQwDBYAKqQmjAgUMAwWECq0JowIFDAMFiAqxCaMCBQwDBYwKtQmjAgUMAwWQCrkJowIFDAMFlAq8CQEFwAkKAQIAAIBAAABAQMQJCgECAACAQAAAQEDOCUhBbHR1YS5PYWsuQ29yZS5TeW50YXhTdHJ1Y3R1cmUuUGxvdFNlcmllc0JpbmRpbmdTdHJhdGVneSwgQWx0dWEuT2FrLkNvcmXJCbMCANAJAgkK1AkBBdkJ4wEEAAAIAN0J4wEEAAAIAOEJ4wEEAAAIAOUJ4wEEAAAIAOgJBgEBmQrHAuwJBgEBoQrHAvAJBgEBpQrHAvQJBgEBqQrLAvgJBgEBsQrLAvwJBgEBtQrLAoAKBgEBuQrLAoQKBgEBvQrLAogKBgEBwQrLAowKBgEBxQrLApAKBgEByQrLApQKBgEBzQrLAp4KLUFsdHVhLkRhdGEuSW5mcmFzdHJ1Y3R1cmUuVGV4dFJ1biwgQWx0dWEuRGF0YZkKxwINBAhTZXJpZXMgMQ3QCqEKxwINBAhTZXJpZXMgMg3QCqUKxwINBAhTZXJpZXMgMw3QCq4KL0FsdHVhLkRhdGEuSW5mcmFzdHJ1Y3R1cmUuTnVtYmVyUnVuLCBBbHR1YS5EYXRhqQrLAhMEDgNEi2zn+6nRPx3VCtYCDdAKsQrLAhMEDgMAAAAAAJyfQB3dCtYCDeAKtQrLAhMEDgMRWDm0yHbOPx3lCtYCDdAKuQrLAhMEDgOyne+nxku3Px3pCtYCDdAKvQrLAhMEDgO7SQwCK4fGPx3tCtYCDdAKwQrLAhMEDgOxcmiR7Xy/Px3xCtYCDdAKxQrLAhMEDgMAAAAAAJifQB31CtYCDfgKyQrLAhMEDgMHgZVDi2zXvx39CtYCDdAKzQrLAhMEDgMAAAAAAKCfQB2BC9YCDYQL0AoSBAAcACQALAA0ADwATABUAF0A2go9QWx0dWEuRGF0YS5OdW1iZXJGb3JtYXR0aW5nLkNvbXBvc2l0ZU51bWJlckZvcm1hdCwgQWx0dWEuRGF0YdUK1gILHYgLJYwLNZALPQDdCtYCCx2UCyWYCzWcCz0A4AoSBAAcACQALAA0ADwATABUAF0A5QrWAgsdoAslpAs1qAs9AOkK1gILHawLJbALNbQLPQDtCtYCCx24CyW8CzXACz0A8QrWAgsdxAslyAs1zAs9APUK1gILHdALJdQLNdgLPQD4ChIEABwAJAAsADQAPABMAFQAXQD9CtYCCx3cCyXgCzXkCz0AgQvWAgsd6Asl7As18As9AIQLEgQAHAAkACwANAA8AEwAVABdAIgLCQACDAMF9AsRAIwLCQACDAMF+AsRAJALDAQBLAwCwqAUA05PS5QLCQAADAMF/AsRAJgLCQAADAMFgAwRAJwLDAQBLAwCwqAUA05PS6ALCQACDAMFhAwRAKQLCQACDAMFiAwRAKgLDAQBLAwCwqAUA05PS6wLCQACDAMFjAwRALALCQACDAMFkAwRALQLDAQBLAwCwqAUA05PS7gLCQACDAMFlAwRALwLCQACDAMFmAwRAMALDAQBLAwCwqAUA05PS8QLCQACDAMFnAwRAMgLCQACDAMFoAwRAMwLDAQBLAwCwqAUA05PS9ALCQAADAMFpAwRANQLCQAADAMFqAwRANgLDAQBLAwCwqAUA05PS9wLCQACDAMFrAwRAOALCQACDAMFsAwRAOQLDAQBLAwCwqAUA05PS+gLCQAADAMFtAwRAOwLCQAADAMFuAwRAPALDAQBLAwCwqAUA05PS/QLDgEDvQyQA8UMkgPNDJQD+AsSAQTVDJIDvQyQA8UMkgPNDJQD/AsGAQHZDJADgAwKAQLdDJID2QyQA4QMDgED4QyQA+UMkgPpDJQDiAwSAQTtDJID4QyQA+UMkgPpDJQDjAwOAQPxDJAD9QySA/kMlAOQDBIBBP0MkgPxDJAD9QySA/kMlAOUDA4BA4ENkAOFDZIDiQ2UA5gMEgEEjQ2SA4ENkAOFDZIDiQ2UA5wMDgEDkQ2QA5UNkgOZDZQDoAwSAQSdDZIDkQ2QA5UNkgOZDZQDpAwGAQGhDZADqAwKAQKlDZIDoQ2QA6wMDgEDqQ2QA60NkgOxDZQDsAwSAQS1DZIDuQ2QA60NkgOxDZQDtAwGAQG9DZADuAwKAQLBDZIDvQ2QA8IMQEFsdHVhLkRhdGEuTnVtYmVyRm9ybWF0dGluZy5OdW1iZXJGb3JtYXRWYWx1ZVNlZ21lbnQsIEFsdHVhLkRhdGG9DJADBQQDBcQNygw/QWx0dWEuRGF0YS5OdW1iZXJGb3JtYXR0aW5nLk51bWJlckZvcm1hdFRleHRTZWdtZW50LCBBbHR1YS5EYXRhxQySAwUEASAJAdIMQkFsdHVhLkRhdGEuTnVtYmVyRm9ybWF0dGluZy5OdW1iZXJGb3JtYXRQZXJjZW50U2VnbWVudCwgQWx0dWEuRGF0Yc0MlAMA1QySAwUEAS0JAdkMkAMFBAMFyA3dDJIDBQQBLQkB4QyQAwUEAwXMDeUMkgMFBAEgCQHpDJQDAO0MkgMFBAEtCQHxDJADBQQDBdAN9QySAwUEASAJAfkMlAMA/QySAwUEAS0JAYENkAMFBAMF1A2FDZIDBQQBIAkBiQ2UAwCNDZIDBQQBLQkBkQ2QAwUEAwXYDZUNkgMFBAEgCQGZDZQDAJ0NkgMFBAEtCQGhDZADBQQDBdwNpQ2SAwUEAS0JAakNkAMFBAMF4A2tDZIDBQQBIAkBsQ2UAwC1DZIDBQQBLQkBuQ2QAwUEAwXgDb0NkAMFBAMF5A3BDZIDBQQBLQkBxA0OAQPpDbsD8Q29A+kNuwPIDQYBAekNuwPMDQ4BA+kNuwPxDb0D6Q27A9ANDgED6Q27A/ENvQPpDbsD1A0OAQPpDbsD8Q29A+kNuwPYDQ4BA+kNuwPxDb0D6Q27A9wNBgEB6Q27A+ANDgED6Q27A/ENvQPpDbsD5A0GAQHpDbsD7g05QWx0dWEuRGF0YS5OdW1iZXJGb3JtYXR0aW5nLk51bWJlclBsYWNlaG9sZGVyLCBBbHR1YS5EYXRh6Q27AwUCMAAAAPYNP0FsdHVhLkRhdGEuTnVtYmVyRm9ybWF0dGluZy5EZWNpbWFsUG9pbnRQbGFjZWhvbGRlciwgQWx0dWEuRGF0YfENvQMA"/>
  <p:tag name="GRUNT-SYNC" val="aa0a9bc6f61f4608a8c5d29116c18aa9"/>
</p:tagLst>
</file>

<file path=ppt/tags/tag47.xml><?xml version="1.0" encoding="utf-8"?>
<p:tagLst xmlns:a="http://schemas.openxmlformats.org/drawingml/2006/main" xmlns:r="http://schemas.openxmlformats.org/officeDocument/2006/relationships" xmlns:p="http://schemas.openxmlformats.org/presentationml/2006/main">
  <p:tag name="GRUNT-PAGEOBJECT" val="4e7080d3-b85f-4090-8956-aa327c8e5b38"/>
  <p:tag name="GRUNT-RENDERHASH" val="9a914d290f78fe60c9dbfc0e59bff518-svg"/>
  <p:tag name="GRUNT-SYNC" val="568ba9f1668e45e4b3a5c4da2a640767"/>
  <p:tag name="GRUNT-VERSION" val="20.26.1.0"/>
  <p:tag name="GRUNT-VERSION-2" val="2026.1-r5-6063"/>
  <p:tag name="GRUNT-X-PAGEOBJECT" val="AQUCvwIKPkFsdHVhLk9hay5Db3JlLkRvY3VtZW50TW9kZWwuQ2hhcnRMZWdlbmRPYmplY3QsIEFsdHVhLk9hay5Db3JlBQI7BBIEENOAcE5fuJBAiVaqMnyOWzgUEgQQSB9tBPUMNkywtWxpNgfFki0MNRBEAgUUSABVGQdlIHUkeAAMBAQCBSgQAgUsFAIBAB5QQWx0dWEuT2FrLkNvcmUuRG9jdW1lbnRNb2RlbC5UZW1wbGF0aW5nLkN1c3RvbVBvc2l0aW9uRGVmaW5pdGlvbiwgQWx0dWEuT2FrLkNvcmUZByQEIgEEKB09Lzcdb0AAAAAAAABYQNjiwtDIwmBAcCnYGaVkOEAgEgUwDAVlbi1OTxU0HAVlbi1OTyQCBTgoAgEALAAwCwQBLAwBIBQDTk9LNAkEBWVuLU5PCAE4AgQg"/>
  <p:tag name="GRUNT-X-RESOURCES" val="AQIFBAQEAgEA"/>
  <p:tag name="GRUNT-X-SHAPEBOUNDS" val="ASIBBAAAACA3HW9AAAAAAAAAWEAAAADAyMJgQAAAAIClZDhAAA=="/>
</p:tagLst>
</file>

<file path=ppt/tags/tag48.xml><?xml version="1.0" encoding="utf-8"?>
<p:tagLst xmlns:a="http://schemas.openxmlformats.org/drawingml/2006/main" xmlns:r="http://schemas.openxmlformats.org/officeDocument/2006/relationships" xmlns:p="http://schemas.openxmlformats.org/presentationml/2006/main">
  <p:tag name="GRUNT-PAGEOBJECT" val="001d54e7-22cc-4af2-8b74-a2953f6efaf2"/>
  <p:tag name="GRUNT-X-RESOURCES" val="AQIFBAQEAgEA"/>
  <p:tag name="GRUNT-VERSION" val="20.26.1.0"/>
  <p:tag name="GRUNT-VERSION-2" val="2026.1-r5-6063"/>
  <p:tag name="GRUNT-X-DATASERVICE" val="AQUCvQ0KNEFsdHVhLkRhdGEuRGF0YVNlcnZpY2VzLkV4Y2VsRGF0YVNlcnZpY2UsIEFsdHVhLkRhdGEFAhwEEgQQjOangMWqQk2yNTLQuWkRc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5qTgZzMad5IFWBMDgMAZABkAAAAAAAAAAAAUABUBQkBFWkbXjdBbHR1YS5EYXRhLlJlYWRlcnMuRXhjZWwuU3BlY2lmaWNFeGNlbFJhbmdlLCBBbHR1YS5EYXRhWRcKBXAMBkdSQVBIU2C9AQMEdAN4AwMEWWVhcgEAAwhTQVRTIEFTQQEBAw1BdmVyYWdlIFBlZXJzAQIJAEDGyqU4VwgldQKaCBtuv38yxofZy7I/AAAw9W45Vwg/OJ86VimtP0dkRfraIJw/AMCZHzg6VwhHV+nuOhuyP9jpB3WRQqk/AAAAAQAAAAAAAAAAAPj//x8BAAAAAAACAn0gAAhTdGFuZGFyZAMDBgkBHD1UUkFOU1BPU0UoUkNbLTVdOlJbM11DWy0zXSkBAGQAbk9BbHR1YS5MaWJyYXJ5LlNlcmlhbGl6YWJsZS5TdG9yYWdlLkFic29sdXRlRmlsZVBhdGgsIEFsdHVhLkxpYnJhcnkuU2VyaWFsaXphYmxlaRtWBFRodHRwczovL2JpZWR1LW15LnNoYXJlcG9pbnQuY29tL3BlcnNvbmFsL3MyMzE3NzQwX2JpX25vL0RvY3VtZW50cy9QYXJldG8gZXF1aXR5Lnhsc3hwCAWFASINjQEkdAiUAZgBnAGgAXgGpAGoAawBggE9QWx0dWEuRGF0YS5OdW1iZXJGb3JtYXR0aW5nLkNvbXBvc2l0ZU51bWJlckZvcm1hdCwgQWx0dWEuRGF0YX0gCx2wASW0ATW4AT0AigE3QWx0dWEuRGF0YS5QcmltaXRpdmVzLkNvbnN0cmFpbmVkQ29sdW1uU3BhbiwgQWx0dWEuRGF0YYUBIgUDBbwBAJIBNEFsdHVhLkRhdGEuUHJpbWl0aXZlcy5Db25zdHJhaW5lZFJvd1NwYW4sIEFsdHVhLkRhdGGNASQFAwXAAQCUARkEEgQQAQAAAAAAAAAAAAAAAAAAAAwBRxkBmAEZBBIEEAEAAAAAAAAAAAAAAAEAAAEMAUgZAZwBGQQSBBABAAAAAAAAAAAAAAACAAACDAFJGQGgARkEEgQQAQAAAAAAAAAAAAAAAwAAAwwBShkBpAEbBBIEEAIAAAAAAAAAAAAAAAAAAAAMAzE1MhkBqAEbBBIEEAIAAAAAAAAAAAAAAAEAAAEMAzE1MxkBrAEbBBIEEAIAAAAAAAAAAAAAAAIAAAIMAzE1NBkBsAEJAAIMAwXEAREBtAEJAAIMAwXIAREBuAELBAEsDAEgFANOT0u8AQQBAgcLwAEGAQKYAZsBxAELAQPNATTVATbdATjIAQ4BBOUBNs0BNNUBNt0BONIBQEFsdHVhLkRhdGEuTnVtYmVyRm9ybWF0dGluZy5OdW1iZXJGb3JtYXRWYWx1ZVNlZ21lbnQsIEFsdHVhLkRhdGHNATQFBAMF6AHaAT9BbHR1YS5EYXRhLk51bWJlckZvcm1hdHRpbmcuTnVtYmVyRm9ybWF0VGV4dFNlZ21lbnQsIEFsdHVhLkRhdGHVATYFBAEgCQHiAUJBbHR1YS5EYXRhLk51bWJlckZvcm1hdHRpbmcuTnVtYmVyRm9ybWF0UGVyY2VudFNlZ21lbnQsIEFsdHVhLkRhdGHdATgA5QE2BQQBLQkB6AEIAQLtATztATzyATlBbHR1YS5EYXRhLk51bWJlckZvcm1hdHRpbmcuTnVtYmVyUGxhY2Vob2xkZXIsIEFsdHVhLkRhdGHtATwFAjAAAAA="/>
  <p:tag name="GRUNT-RENDERHASH" val="ff635bde44ad8c0c9a55684d73a482ca-svg"/>
  <p:tag name="GRUNT-X-SHAPEBOUNDS" val="ASIBBAAAACB36XRAAAAAoN61YEAAAACAdIxwQAAAACCvIHBAAA=="/>
  <p:tag name="GRUNT-X-PAGEOBJECT" val="AQUC3EUKOEFsdHVhLk9hay5Db3JlLkRvY3VtZW50TW9kZWwuQ2hhcnRPYmplY3QsIEFsdHVhLk9hay5Db3JlBQI/BBIEEAgFJ2985BRMtV0T6nGC7EcMEgQQjOangMWqQk2yNTLQuWkRcRUNBCUUNRg9HFUgbSR1AHkBgAEAjQEoElBBbHR1YS5PYWsuQ29yZS5Eb2N1bWVudE1vZGVsLlRlbXBsYXRpbmcuQ3VzdG9tUG9zaXRpb25EZWZpbml0aW9uLCBBbHR1YS5PYWsuQ29yZQ0EJAQiAQRQms8Qd+10QEDtVKtuVWJAcu4EcXSEcEASmLFZPsJs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3NP12rhnV0CZg07Q8RJQQx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QEFsdHVhLk9hay5Db3JlLlBsb3R0aW5nLkRhdGVDYXRlZ29yeUF4aXNTZXR0aW5ncywgQWx0dWEuT2FrLkNvcmWFASIYAQEQAB2UAiWYAikBQABNnAJVoAJdpQJKkgE9QWx0dWEuT2FrLkNvcmUuVGhlbWluZy5QYWdlQ29sb3JTY2hlbWVQb2ludGVyLCBBbHR1YS5PYWsuQ29yZY0BJACUAQIBAJgBBqwCsAK0ApwBORIEEJ/0DxYzTvldkDq/zb1hw/oSBBAORflEhnTlWJUzaR+eZxxhEgQQ6EQTZ0LG/FqGmZcJznnGTKABSQQSBBA5t3qGO7wJU6UK5qnYvJr1DBIEEDjSDmq0SztBtGDwdTU40S4VuAIcEgQQAgAAAAAAAAAAAAAAAQAAASQBAS28AjXBAlGkAUkEEgQQAbkVq5AyP1e9XQerVZI1FAwSBBA40g5qtEs7QbRg8HU1ONEuFcgCHBIEEAIAAAAAAAAAAAAAAAIAAAIkAQEtzAI1wQJRqAFJBBIEEFtEexPGKdJYoAWyIWEtr1AMEgQQONIOarRLO0G0YPB1NTjRLhXQAhwSBBACAAAAAAAAAAAAAAADAAADJAEBLdQCNcECUawBAkBAsAEQAwDYAgDYAgAAAAAAAAAAALQBngMtBCgEEgQQAQAAAAAAAAAAAAAAAwAAAwwSBBACAAAAAAAAAAAAAAABAAABDdwCLQQoBBIEEAEAAAAAAAAAAAAAAAIAAAIMEgQQAgAAAAAAAAAAAAAAAAAAAA3gAi0EKAQSBBABAAAAAAAAAAAAAAACAAACDBIEEAIAAAAAAAAAAAAAAAEAAAEN5AItBCgEEgQQAQAAAAAAAAAAAAAAAgAAAgwSBBACAAAAAAAAAAAAAAACAAACDegCLQQoBBIEEAEAAAAAAAAAAAAAAAEAAAEMEgQQAgAAAAAAAAAAAAAAAgAAAg3sAi0EKAQSBBABAAAAAAAAAAAAAAADAAADDBIEEAIAAAAAAAAAAAAAAAIAAAIN8AItBCgEEgQQAQAAAAAAAAAAAAAAAQAAAQwSBBACAAAAAAAAAAAAAAAAAAAADfQCLQQoBBIEEAEAAAAAAAAAAAAAAAEAAAEMEgQQAgAAAAAAAAAAAAAAAQAAAQ34Ai0EKAQSBBABAAAAAAAAAAAAAAADAAADDBIEEAIAAAAAAAAAAAAAAAAAAAAN/AK4AUIBABgDJYADKQAxAEAASAJVhANdiANkEgQQONIOarRLO0G0YPB1NTjRLm2MA3WQA40BlAORAQGdAZgDpQGcA7UBoAO8AQIBAMABBQQDBaQDxAEFBAMFqAPIAQUEAwWsA8wBBQQDBbAD0AEFBAMFpAPUAQUEAwWkA9gBBQQDBbQD3AEFBAMFuAPgAQUEAwW8A+QBBQQDBcAD6AEFBAMFxAPsAQUEAwXIA/ABBQQDBcwD9AEFBAMF0AP4AQUEAwXUA/wBBQQDBdgDgAIFBAMF3AOEAgUEAwXgA4gCBQQDBeQDjAIFBAMF6AOQAgUEAwXsA5QCCwMAAAAAAAAAAAgBmAILAwAAAAAAAAAACAGcAgYF8QN9CASgAgYF+QN9CASqAklBbHR1YS5PYWsuQ29yZS5QbG90dGluZy5NYW51YWxEYXRlQ2F0ZWdvcnlBeGlzR3JhbnVsYXJpdHksIEFsdHVhLk9hay5Db3JlpQJKBgEBCQARAKwCKgQSBBDAemKZegxpWJBqBS9sgbVIDBIEEAEAAAAAAAAAAAAAAAEAAAEcALACKgQSBBBLED1xziicX5IP8qeEP1JnDBIEEAEAAAAAAAAAAAAAAAIAAAIcALQCKgQSBBAkEyDQHRc5UIGO7O7Jt8P7DBIEEAEAAAAAAAAAAAAAAAMAAAMcALgCBQX8AwgBvAIEBQAIAcYCPkFsdHVhLk9hay5Db3JlLkNoYXJ0LkRlZmF1bHRQbG90U2VyaWVzU2V0dGluZ3MsIEFsdHVhLk9hay5Db3JlwQJRAMgCBQWABAgBzAIEBQAIAdACBQWEBAgB1AIEBQAIAdgCANwCCQ2IBBWMBBwBAOACCQ2IBBWQBBwBAOQCCQ2IBBWUBBwBAOgCCQ2IBBWYBBwBAOwCCQ2IBBWcBBwBAPACCQ2IBBWgBBwBAPQCCQ2IBBWkBBwBAPgCCQ2IBBWoBBwBAPwCCQ2IBBWsBBwBAIADCwMAAAAAAAAAAAgChAMLAwAAAAAAAAAACAGIAwsDAAAAAAAAAAAIAYwDGAWwBA20BBW4BB28BCXABC3EBDXIBD3MBJADBw3QBBXVBH2UAwsDAAAAAAAAAAAIBJgDBgXZBH0IBJwDBgXZBH0IBKADBQQDBdwEpAMCAQCoAxABB+AE5AToBOwE8AT0BPgErAMGAQL8BIAFsAMCAQC0AwIBALgDAgEAvAMQAQeEBYgFjAWQBZQFmAWcBcADBgECoAWkBcQDEAEHqAWsBbAFtAW4BbwFwAXIAxABB8QFyAXMBdAF1AXYBdwFzAMCAQDQAwQBAeAF1AMKAQTkBegF7AXwBdgDAgEA3AMCAQDgAwIBAOQDAgEA6AMCAQDsAwIBAPYDM0FsdHVhLk9hay5Db3JlLlRoZW1pbmcuQ29sb3JQb2ludGVyLCBBbHR1YS5PYWsuQ29yZfEDfVBQUP/5A31QUFD//AMFBAMF9AWABAUEAwX4BYQEBQQDBfwFiAQFBAANgAaMBAUEAwWEBpAEBQQDBYgGlAQFBAMFjAaYBAUEAwWQBpwEBQQDBZQGoAQFBAMFmAakBAUEAwWcBqgEBQQDBaAGrAQFBAMFpAawBAcEAwQBAAgEtAQFBAEuCAS4BAQAAQgEvAQEAAAIBMAEBAQACATEBAQEAAgEyAQEAAAIBMwEBAAACATQBAUEAwWoBtUEfT4+5f/ZBH1QUFD/3AQCAQDgBA4FrQbMAQsAAAAAAAAAAOQEDgW1Bs4BCwAAAAAAAAAA6AQOBb0G0AELAAAAAAAA4D/sBA4FxQbSAQsAAAAAAADgP/AEDgXNBtQBCwAAAAAAAOA/9AQOBdUG1gELAAAAAAAA+D/4BA4F3QbYAQsAAAAAAADgP/wECAXlBtQBDegGgAUIBe0G2AEN8AaEBQoF9QbeAQ39BuABiAUKBYUHzAENiQfjAYwFCgWRB9ABDZUH4wGQBQoFmQfSAQ2dB+MBlAUJBaEH6QENqQd9mAUKBa0H7AENtQfjAZwFCQW5B+wBDb0HfaAFCgXBB+wBDcUH8gGkBQoFzQfsAQ3RB/IBqAUHBdUH9gEJAawFBwXdB/gBCQCwBQcF5Qf2AQkBtAUHBekH+wEJAbgFBwXxB/0BCQG8BQcF+Qf/AQkBwAUHBYEIgQIJAMQFCgWJCIECDY0IhALIBQoFlQiGAg2dCIgCzAUKBaUIigINrQiMAtAFCgW1CIoCDa0IjALUBQoFuQj4AQ29CJAC2AUKBcUI/QENvQiQAtwFCgXJCP8BDc0IlALgBQoF1QiWAg3dCJgC5AUKBeUI+AEN6QibAugFCgXxCIYCDfUImwLsBQoF+Qj9AQ39CJsC8AUKBYEJgQINhQmbAvQFBgEBiQmjAvgFBgEBkQmjAvwFBgEBlQmjAoAGCAUADQAVAB0AhAYGAQGZCaMCiAYGAQGdCaMCjAYGAQGhCaMCkAYGAQGlCaMClAYGAQGpCaMCmAYGAQGtCaMCnAYGAQGxCaMCoAYGAQG1CaMCpAYGAQG5CaMCqAYEAQIBBLIGU0FsdHVhLk9hay5Db3JlLk1vZGlmaWNhdGlvbi5TdHlsaW5nLkFsbFZhbHVlQXhpc0N1c3RvbWl6YXRpb25UYXJnZXQsIEFsdHVhLk9hay5Db3JlrQbMAQC6BllBbHR1YS5PYWsuQ29yZS5Nb2RpZmljYXRpb24uU3R5bGluZy5WYWx1ZUF4aXNHcmlkbGluZXNDdXN0b21pemF0aW9uVGFyZ2V0LCBBbHR1YS5PYWsuQ29yZbUGzgEAwgZTQWx0dWEuT2FrLkNvcmUuTW9kaWZpY2F0aW9uLlN0eWxpbmcuQ2F0ZWdvcnlBeGlzQ3VzdG9taXphdGlvblRhcmdldCwgQWx0dWEuT2FrLkNvcmW9BtABAMoGUEFsdHVhLk9hay5Db3JlLk1vZGlmaWNhdGlvbi5TdHlsaW5nLk9yaWdvTGluZUN1c3RvbWl6YXRpb25UYXJnZXQsIEFsdHVhLk9hay5Db3JlxQbSAQDSBl1BbHR1YS5PYWsuQ29yZS5Nb2RpZmljYXRpb24uU3R5bGluZy5BbGxDb25uZWN0b3JzQXV4aWxpYXJ5Q3VzdG9taXphdGlvblRhcmdldCwgQWx0dWEuT2FrLkNvcmXNBtQBANoGWUFsdHVhLk9hay5Db3JlLk1vZGlmaWNhdGlvbi5TdHlsaW5nLlNlcmllc1dpdGhQbG90S2luZEN1c3RvbWl6YXRpb25UYXJnZXQsIEFsdHVhLk9hay5Db3Jl1QbWAQMFvAniBmFBbHR1YS5PYWsuQ29yZS5Nb2RpZmljYXRpb24uU3R5bGluZy5UYXJnZXRzLldhdGVyZmFsbENvbm5lY3RvckN1c3RvbWl6YXRpb25UYXJnZXQsIEFsdHVhLk9hay5Db3Jl3QbYAQDlBtQBAOgGBQwDBcAJ7QbYAQDwBgUMAwXECfoGVkFsdHVhLk9hay5Db3JlLk1vZGlmaWNhdGlvbi5TdHlsaW5nLkFsbFNlcmllc01hcmtlckN1c3RvbWl6YXRpb25UYXJnZXQsIEFsdHVhLk9hay5Db3Jl9QbeAQCCBzpBbHR1YS5PYWsuQ29yZS5UaGVtaW5nLkJpbmRpbmdDb2xvclBvaW50ZXIsIEFsdHVhLk9hay5Db3Jl/QbgAQUFyQmzAoUHzAEAjgc3QWx0dWEuT2FrLkNvcmUuVGhlbWluZy5QYWdlQ29sb3JQb2ludGVyLCBBbHR1YS5PYWsuQ29yZYkH4wEEAAAIAJEH0AEAlQfjAQQAAAgAmQfSAQCdB+MBBAAACACmB1NBbHR1YS5PYWsuQ29yZS5Nb2RpZmljYXRpb24uU3R5bGluZy5BbGxHcmlkbGluZXNDdXN0b21pemF0aW9uVGFyZ2V0LCBBbHR1YS5PYWsuQ29yZaEH6QEAqQd9gICA/7IHZ0FsdHVhLk9hay5Db3JlLk1vZGlmaWNhdGlvbi5TdHlsaW5nLlRhcmdldHMuQWxsQXV4aWxpYXJ5U2hhcGVzT2ZUeXBlQ3VzdG9taXphdGlvblRhcmdldCwgQWx0dWEuT2FrLkNvcmWtB+wBAgADtQfjAQQABAgAuQfsAQIAAb0Hff///wDBB+wBAgABygdWQWx0dWEuT2FrLkNvcmUuU3ludGF4U3RydWN0dXJlLlJlY3RhbmdsZUF1eGlsaWFyeVNoYXBlTGFiZWxDYWxjdWxhdGlvbiwgQWx0dWEuT2FrLkNvcmXFB/IBAM0H7AECAAPRB/IBANoHWEFsdHVhLk9hay5Db3JlLk1vZGlmaWNhdGlvbi5TdHlsaW5nLlNlcmllc0xhYmVsT2ZUeXBlQ3VzdG9taXphdGlvblRhcmdldCwgQWx0dWEuT2FrLkNvcmXVB/YBAgAC4gdYQWx0dWEuT2FrLkNvcmUuTW9kaWZpY2F0aW9uLlN0eWxpbmcuQWxsVmFsdWVBeGlzTGFiZWxDdXN0b21pemF0aW9uVGFyZ2V0LCBBbHR1YS5PYWsuQ29yZd0H+AEA5Qf2AQIAAO4HVUFsdHVhLk9hay5Db3JlLk1vZGlmaWNhdGlvbi5TdHlsaW5nLkFsbFRvdGFsTGFiZWxzQ3VzdG9taXphdGlvblRhcmdldCwgQWx0dWEuT2FrLkNvcmXpB/sBAPYHV0FsdHVhLk9hay5Db3JlLk1vZGlmaWNhdGlvbi5TdHlsaW5nLkFsbENhdGVnb3J5TGFiZWxDdXN0b21pemF0aW9uVGFyZ2V0LCBBbHR1YS5PYWsuQ29yZfEH/QEA/gdYQWx0dWEuT2FrLkNvcmUuTW9kaWZpY2F0aW9uLlN0eWxpbmcuQWxsQXV4aWxpYXJ5TGFiZWxDdXN0b21pemF0aW9uVGFyZ2V0LCBBbHR1YS5PYWsuQ29yZfkH/wEAhghYQWx0dWEuT2FrLkNvcmUuTW9kaWZpY2F0aW9uLlN0eWxpbmcuQ2F0ZWdvcnlBeGlzVGl0bGVDdXN0b21pemF0aW9uVGFyZ2V0LCBBbHR1YS5PYWsuQ29yZYEIgQIAiQiBAgCSCEZBbHR1YS5PYWsuQ29yZS5QbG90dGluZy5BeGlzVGl0bGVMYWJlbFBsYWNlbWVudE91dHNpZGUsIEFsdHVhLk9hay5Db3JljQiEAgIAAZoIXUFsdHVhLk9hay5Db3JlLk1vZGlmaWNhdGlvbi5TdHlsaW5nLkFsbFZhbHVlQXhpc1RpdGxlTGFiZWxDdXN0b21pemF0aW9uVGFyZ2V0LCBBbHR1YS5PYWsuQ29yZZUIhgIAoghCQWx0dWEuT2FrLkNvcmUuUGxvdHRpbmcuQXhpc1RpdGxlTGFiZWxQbGFjZW1lbnRGYXIsIEFsdHVhLk9hay5Db3JlnQiIAgIAAKoIX0FsdHVhLk9hay5Db3JlLk1vZGlmaWNhdGlvbi5TdHlsaW5nLlNlcmllc0xhYmVsc1dpdGhQbG90S2luZEN1c3RvbWl6YXRpb25UYXJnZXQsIEFsdHVhLk9hay5Db3JlpQiKAgUF0AkIALIIPUFsdHVhLk9hay5Db3JlLlBsb3R0aW5nLkxhYmVsUGxhY2VtZW50T3V0c2lkZSwgQWx0dWEuT2FrLkNvcmWtCIwCALUIigIFBdQJCAC5CPgBAMIIQUFsdHVhLk9hay5Db3JlLlBsb3R0aW5nLkF4aXNMYWJlbFBsYWNlbWVudE91dHNpZGUsIEFsdHVhLk9hay5Db3JlvQiQAgIBAMUI/QEAyQj/AQDSCEZBbHR1YS5PYWsuQ29yZS5QbG90dGluZy5BdXhpbGlhcnlMYWJlbFBsYWNlbWVudERlZmF1bHQsIEFsdHVhLk9hay5Db3JlzQiUAgDaCFBBbHR1YS5PYWsuQ29yZS5Nb2RpZmljYXRpb24uU3R5bGluZy5BbGxMYWJlbHNDdXN0b21pemF0aW9uVGFyZ2V0LCBBbHR1YS5PYWsuQ29yZdUIlgIA4ghCQWx0dWEuT2FrLkNvcmUuU3ludGF4U3RydWN0dXJlLkFjdHVhbEZvbnRTaXplVmFsdWUsIEFsdHVhLk9hay5Db3Jl3QiYAgkDAAAAAAAAIkDlCPgBAO4IQ0FsdHVhLk9hay5Db3JlLlN5bnRheFN0cnVjdHVyZS5BY3R1YWxGb250Q29sb3JWYWx1ZSwgQWx0dWEuT2FrLkNvcmXpCJsCBQXZCeMB8QiGAgD1CJsCBQXdCeMB+Qj9AQD9CJsCBQXhCeMBgQmBAgCFCZsCBQXlCeMBjgkvQWx0dWEuRGF0YS5JbmZyYXN0cnVjdHVyZS5QYXJhZ3JhcGgsIEFsdHVhLkRhdGGJCaMCBQwDBegJkQmjAgUMAwXsCZUJowIFDAMF8AmZCaMCBQwDBfQJnQmjAgUMAwX4CaEJowIFDAMF/AmlCaMCBQwDBYAKqQmjAgUMAwWECq0JowIFDAMFiAqxCaMCBQwDBYwKtQmjAgUMAwWQCrkJowIFDAMFlAq8CQEFwAkKAQIAAIBAAABAQMQJCgECAACAQAAAQEDOCUhBbHR1YS5PYWsuQ29yZS5TeW50YXhTdHJ1Y3R1cmUuUGxvdFNlcmllc0JpbmRpbmdTdHJhdGVneSwgQWx0dWEuT2FrLkNvcmXJCbMCANAJAgkK1AkBBdkJ4wEEAAAIAN0J4wEEAAAIAOEJ4wEEAAAIAOUJ4wEEAAAIAOgJBgEBmQrHAuwJBgEBoQrHAvAJBgEBpQrHAvQJBgEBqQrLAvgJBgEBsQrLAvwJBgEBtQrLAoAKBgEBuQrLAoQKBgEBvQrLAogKBgEBwQrLAowKBgEBxQrLApAKBgEByQrLApQKBgEBzQrLAp4KLUFsdHVhLkRhdGEuSW5mcmFzdHJ1Y3R1cmUuVGV4dFJ1biwgQWx0dWEuRGF0YZkKxwINBAhTZXJpZXMgMQ3QCqEKxwINBAhTZXJpZXMgMg3QCqUKxwINBAhTZXJpZXMgMw3QCq4KL0FsdHVhLkRhdGEuSW5mcmFzdHJ1Y3R1cmUuTnVtYmVyUnVuLCBBbHR1YS5EYXRhqQrLAhMEDgOUGARWDi2yPx3VCtYCDdwKsQrLAhMEDgMAAAAAAJyfQB3hCtYCDeQKtQrLAhMEDgPJdr6fGi+tPx3pCtYCDdwKuQrLAhMEDgPZzvdT46WbPx3tCtYCDdwKvQrLAhMEDgPkpZvEILCyPx3xCtYCDdwKwQrLAhMEDgNKDAIrhxapPx31CtYCDdwKxQrLAhMEDgMAAAAAAJifQB35CtYCDfwKyQrLAhMEDgP8qfHSTWJwvx2BC9YCDdwKzQrLAhMEDgMAAAAAAKCfQB2FC9YCDYgL0AoSBAAcACQALAA0ADwATABUAF0A2go9QWx0dWEuRGF0YS5OdW1iZXJGb3JtYXR0aW5nLkNvbXBvc2l0ZU51bWJlckZvcm1hdCwgQWx0dWEuRGF0YdUK1gILHYwLJZALNZQLPQDcChIEABwAJAAsADQAPABMAFQAXQDhCtYCCx2YCyWcCzWgCz0A5AoSBAAcACQALAA0ADwATABUAF0A6QrWAgsdpAslqAs1rAs9AO0K1gILHbALJbQLNbgLPQDxCtYCCx28CyXACzXECz0A9QrWAgsdyAslzAs10As9APkK1gILHdQLJdgLNdwLPQD8ChIEABwAJAAsADQAPABMAFQAXQCBC9YCCx3gCyXkCzXoCz0AhQvWAgsd7Asl8As19As9AIgLEgQAHAAkACwANAA8AEwAVABdAIwLCQACDAMF+AsRAJALCQACDAMF/AsRAJQLDAQBLAwCwqAUA05PS5gLCQAADAMFgAwRAJwLCQAADAMFhAwRAKALDAQBLAwCwqAUA05PS6QLCQACDAMFiAwRAKgLCQACDAMFjAwRAKwLDAQBLAwCwqAUA05PS7ALCQACDAMFkAwRALQLCQACDAMFlAwRALgLDAQBLAwCwqAUA05PS7wLCQACDAMFmAwRAMALCQACDAMFnAwRAMQLDAQBLAwCwqAUA05PS8gLCQACDAMFoAwRAMwLCQACDAMFpAwRANALDAQBLAwCwqAUA05PS9QLCQAADAMFqAwRANgLCQAADAMFrAwRANwLDAQBLAwCwqAUA05PS+ALCQACDAMFsAwRAOQLCQACDAMFtAwRAOgLDAQBLAwCwqAUA05PS+wLCQAADAMFuAwRAPALCQAADAMFvAwRAPQLDAQBLAwCwqAUA05PS/gLDgEDwQyRA8kMkwPRDJUD/AsSAQTZDJMDwQyRA8kMkwPRDJUDgAwGAQHdDJEDhAwKAQLhDJMD3QyRA4gMDgED5QyRA+kMkwPtDJUDjAwSAQTxDJMD5QyRA+kMkwPtDJUDkAwOAQP1DJED+QyTA/0MlQOUDBIBBIENkwP1DJED+QyTA/0MlQOYDA4BA4UNkQOJDZMDjQ2VA5wMEgEEkQ2TA4UNkQOJDZMDjQ2VA6AMDgEDlQ2RA5kNkwOdDZUDpAwSAQShDZMDlQ2RA5kNkwOdDZUDqAwGAQGlDZEDrAwKAQKpDZMDpQ2RA7AMDgEDrQ2RA7ENkwO1DZUDtAwSAQS5DZMDvQ2RA7ENkwO1DZUDuAwGAQHBDZEDvAwKAQLFDZMDwQ2RA8YMQEFsdHVhLkRhdGEuTnVtYmVyRm9ybWF0dGluZy5OdW1iZXJGb3JtYXRWYWx1ZVNlZ21lbnQsIEFsdHVhLkRhdGHBDJEDBQQDBcgNzgw/QWx0dWEuRGF0YS5OdW1iZXJGb3JtYXR0aW5nLk51bWJlckZvcm1hdFRleHRTZWdtZW50LCBBbHR1YS5EYXRhyQyTAwUEASAJAdYMQkFsdHVhLkRhdGEuTnVtYmVyRm9ybWF0dGluZy5OdW1iZXJGb3JtYXRQZXJjZW50U2VnbWVudCwgQWx0dWEuRGF0YdEMlQMA2QyTAwUEAS0JAd0MkQMFBAMFzA3hDJMDBQQBLQkB5QyRAwUEAwXQDekMkwMFBAEgCQHtDJUDAPEMkwMFBAEtCQH1DJEDBQQDBdQN+QyTAwUEASAJAf0MlQMAgQ2TAwUEAS0JAYUNkQMFBAMF2A2JDZMDBQQBIAkBjQ2VAwCRDZMDBQQBLQkBlQ2RAwUEAwXcDZkNkwMFBAEgCQGdDZUDAKENkwMFBAEtCQGlDZEDBQQDBeANqQ2TAwUEAS0JAa0NkQMFBAMF5A2xDZMDBQQBIAkBtQ2VAwC5DZMDBQQBLQkBvQ2RAwUEAwXkDcENkQMFBAMF6A3FDZMDBQQBLQkByA0OAQPtDbwD9Q2+A+0NvAPMDQYBAf0NvAPQDQ4BA+0NvAP1Db4D7Q28A9QNDgED7Q28A/UNvgPtDbwD2A0OAQPtDbwD9Q2+A+0NvAPcDQ4BA+0NvAP1Db4D7Q28A+ANBgEB/Q28A+QNDgED7Q28A/UNvgPtDbwD6A0GAQH9DbwD8g05QWx0dWEuRGF0YS5OdW1iZXJGb3JtYXR0aW5nLk51bWJlclBsYWNlaG9sZGVyLCBBbHR1YS5EYXRh7Q28AwUCMAAAAPoNP0FsdHVhLkRhdGEuTnVtYmVyRm9ybWF0dGluZy5EZWNpbWFsUG9pbnRQbGFjZWhvbGRlciwgQWx0dWEuRGF0YfUNvgMA/Q28AwUCMAAAAA=="/>
  <p:tag name="GRUNT-SYNC" val="e1afb115f7db4e1d86274b0b5c6a1ead"/>
</p:tagLst>
</file>

<file path=ppt/tags/tag49.xml><?xml version="1.0" encoding="utf-8"?>
<p:tagLst xmlns:a="http://schemas.openxmlformats.org/drawingml/2006/main" xmlns:r="http://schemas.openxmlformats.org/officeDocument/2006/relationships" xmlns:p="http://schemas.openxmlformats.org/presentationml/2006/main">
  <p:tag name="GRUNT-PAGEOBJECT" val="001d54e7-22cc-4af2-8b74-a2953f6efaf2"/>
  <p:tag name="GRUNT-X-RESOURCES" val="AQIFBAQEAgEA"/>
  <p:tag name="GRUNT-VERSION" val="20.26.1.0"/>
  <p:tag name="GRUNT-VERSION-2" val="2026.1-r5-6063"/>
  <p:tag name="GRUNT-X-DATASERVICE" val="AQUCvQ0KNEFsdHVhLkRhdGEuRGF0YVNlcnZpY2VzLkV4Y2VsRGF0YVNlcnZpY2UsIEFsdHVhLkRhdGEFAhwEEgQQdd4T9XbgtUyGDqrG6zY33RUMHREFLRkHDAYFIA0kFSgWPUFsdHVhLkRhdGEuUHJpbWl0aXZlcy5FeGNlbC5FeGNlbEltcG9ydERlZmluaXRpb24sIEFsdHVhLkRhdGERBQ4FLQwIABQCBTQdOCU9EB5BQWx0dWEuRGF0YS5EYXRhU2VydmljZXMuRW1iZWRkZWREYXRhU2VydmljZUVkaXRvckRhdGEsIEFsdHVhLkRhdGEZBwQFRA1EIAQFSA0oJAYIARABHUwoAgVQMjRBbHR1YS5EYXRhLlByaW1pdGl2ZXMuRXhjZWwuRXhjZWxBZGRyZXNzLCBBbHR1YS5EYXRhLQwFFVQdWRc0AgEAOAwBARAAGAAhACgCMQBCQEFsdHVhLkRhdGEuRXhjZWwuUmVhZGluZy5EZWZhdWx0RXhjZWxSZWFkaW5nU3RyYXRlZ3ksIEFsdHVhLkRhdGE9EABEAEgLCypVd6/Mad5IFWBMDgMAZABkAAAAAAAAAAAAUABUBQkBFWkbXjdBbHR1YS5EYXRhLlJlYWRlcnMuRXhjZWwuU3BlY2lmaWNFeGNlbFJhbmdlLCBBbHR1YS5EYXRhWRcKBXAMBkdSQVBIU2C9AQMEdAN4AwMEWWVhcgEAAwhTQVRTIEFTQQEBAw1BdmVyYWdlIFBlZXJzAQIJAEDGyqU4VwgdyeU/pN/RP4XxwO32RsE/AAAw9W45VwjGv8+4cCDYP5HnDQpdnLw/AMCZHzg6VwiM3NPVHYvYP+esTzkmi8E/AAAAAQAAAAAAAAAAAPj//x8BAAAAAAACAn0gAAhTdGFuZGFyZAMDBgkBHD1UUkFOU1BPU0UoUkNbLTVdOlJbM11DWy0zXSkBAGQAbk9BbHR1YS5MaWJyYXJ5LlNlcmlhbGl6YWJsZS5TdG9yYWdlLkFic29sdXRlRmlsZVBhdGgsIEFsdHVhLkxpYnJhcnkuU2VyaWFsaXphYmxlaRtWBFRodHRwczovL2JpZWR1LW15LnNoYXJlcG9pbnQuY29tL3BlcnNvbmFsL3MyMzE3NzQwX2JpX25vL0RvY3VtZW50cy9QYXJldG8gZXF1aXR5Lnhsc3hwCAWFASINjQEkdAiUAZgBnAGgAXgGpAGoAawBggE9QWx0dWEuRGF0YS5OdW1iZXJGb3JtYXR0aW5nLkNvbXBvc2l0ZU51bWJlckZvcm1hdCwgQWx0dWEuRGF0YX0gCx2wASW0ATW4AT0AigE3QWx0dWEuRGF0YS5QcmltaXRpdmVzLkNvbnN0cmFpbmVkQ29sdW1uU3BhbiwgQWx0dWEuRGF0YYUBIgUDBbwBAJIBNEFsdHVhLkRhdGEuUHJpbWl0aXZlcy5Db25zdHJhaW5lZFJvd1NwYW4sIEFsdHVhLkRhdGGNASQFAwXAAQCUARkEEgQQAQAAAAAAAAAAAAAAAAAAAAwBRxkBmAEZBBIEEAEAAAAAAAAAAAAAAAEAAAEMAUgZAZwBGQQSBBABAAAAAAAAAAAAAAACAAACDAFJGQGgARkEEgQQAQAAAAAAAAAAAAAAAwAAAwwBShkBpAEbBBIEEAIAAAAAAAAAAAAAAAAAAAAMAzE1NxkBqAEbBBIEEAIAAAAAAAAAAAAAAAEAAAEMAzE1OBkBrAEbBBIEEAIAAAAAAAAAAAAAAAIAAAIMAzE1ORkBsAEJAAIMAwXEAREBtAEJAAIMAwXIAREBuAELBAEsDAEgFANOT0u8AQQBAgcLwAEGAQKdAaABxAELAQPNATTVATbdATjIAQ4BBOUBNs0BNNUBNt0BONIBQEFsdHVhLkRhdGEuTnVtYmVyRm9ybWF0dGluZy5OdW1iZXJGb3JtYXRWYWx1ZVNlZ21lbnQsIEFsdHVhLkRhdGHNATQFBAMF6AHaAT9BbHR1YS5EYXRhLk51bWJlckZvcm1hdHRpbmcuTnVtYmVyRm9ybWF0VGV4dFNlZ21lbnQsIEFsdHVhLkRhdGHVATYFBAEgCQHiAUJBbHR1YS5EYXRhLk51bWJlckZvcm1hdHRpbmcuTnVtYmVyRm9ybWF0UGVyY2VudFNlZ21lbnQsIEFsdHVhLkRhdGHdATgA5QE2BQQBLQkB6AEIAQLtATztATzyATlBbHR1YS5EYXRhLk51bWJlckZvcm1hdHRpbmcuTnVtYmVyUGxhY2Vob2xkZXIsIEFsdHVhLkRhdGHtATwFAjAAAAA="/>
  <p:tag name="GRUNT-RENDERHASH" val="a1b6c3734a59976e71ed6ae19fda186c-svg"/>
  <p:tag name="GRUNT-X-SHAPEBOUNDS" val="ASIBBAAAAKCm24NAAAAAoN61YEAAAADAHbNwQAAAACCvIHBAAA=="/>
  <p:tag name="GRUNT-X-PAGEOBJECT" val="AQUC0kUKOEFsdHVhLk9hay5Db3JlLkRvY3VtZW50TW9kZWwuQ2hhcnRPYmplY3QsIEFsdHVhLk9hay5Db3JlBQI/BBIEEDb0LMe4OX1Nj3RKzyvn5OwMEgQQdd4T9XbgtUyGDqrG6zY33RUNBCUUNRg9HFUgbSR1AHkBgAEAjQEoElBBbHR1YS5PYWsuQ29yZS5Eb2N1bWVudE1vZGVsLlRlbXBsYXRpbmcuQ3VzdG9tUG9zaXRpb25EZWZpbml0aW9uLCBBbHR1YS5PYWsuQ29yZQ0EJAQiAQSUQqWWpt2DQEDtVKtuVWJA2Hq1sh2rcEASmLFZPsJsQBQTFSwdMDU0OABFOQ9VQGQCBURtSBgEBAIFTBwCBVAgEgVUDAVlbi1OTxVYHAVlbi1OTyQCBVwoBAVgDWQsFgQSBBAAAAAAAAAAAAAAAAAAAAAACAEwFgQSBBAAAAAAAAAAAAAAAAAAAAAACAE0ORIEEKqkKxvzHnpZmprmbcF3DAASBBBcrNFeKVGpVrLWOFDJd8FcEgQQK9Q/zMNAyVqICqC7w15FMj5HQWx0dWEuT2FrLkNvcmUuQ2hhcnQuQ2x1c3RlcmVkQmFyV2l0aExpbmVQbG90RGVmaW5pdGlvbiwgQWx0dWEuT2FrLkNvcmU5Dz4EEgQQ6m65017pF0SiPj9EFuRR2xwCBWglbDVwPAIFdEkBbXiNAXylAYABtQGFASK5AQDFAY0BJMwBAwWUAUAIBZgBDQAVnAFECAEDoAGkAagBSAMFrAFMAgEAUABUCwQBLAwBIBQDTk9LWAkEBWVuLU5PCAFcA4SfCWAHCAEQAR2wAWQDBbQBaAQBAbgBbA0AAAgBFAMFvAEcACUAcCYEIgEEAAAAAAAAEEAAAAAAAAAQQAAAAAAAABBAAAAAAAAAEEAIBHQCAQB4CwMAAAAAAIBNQAggfAsDAAAAAAAAFEAIIIABTjXAAT3EAUXIAVXMAV3QAXXUAY0B2AGdAdwBpQHgAa0B5AHNAegB1QHsAd0B8AHlAfQB7QH4AfUB/AH9AYAChQKEAo0CiAKVAowCnQKQAooBQEFsdHVhLk9hay5Db3JlLlBsb3R0aW5nLkRhdGVDYXRlZ29yeUF4aXNTZXR0aW5ncywgQWx0dWEuT2FrLkNvcmWFASIYAQEQAB2UAiWYAikBQABNnAJVoAJdpQJKkgE9QWx0dWEuT2FrLkNvcmUuVGhlbWluZy5QYWdlQ29sb3JTY2hlbWVQb2ludGVyLCBBbHR1YS5PYWsuQ29yZY0BJACUAQIBAJgBBqwCsAK0ApwBORIEEJ/0DxYzTvldkDq/zb1hw/oSBBAORflEhnTlWJUzaR+eZxxhEgQQ6EQTZ0LG/FqGmZcJznnGTKABSQQSBBA5t3qGO7wJU6UK5qnYvJr1DBIEEBJKRXy7PaZMtP8+oQCiPbwVuAIcEgQQAgAAAAAAAAAAAAAAAQAAASQBAS28AjXBAlGkAUkEEgQQAbkVq5AyP1e9XQerVZI1FAwSBBASSkV8uz2mTLT/PqEAoj28FcgCHBIEEAIAAAAAAAAAAAAAAAIAAAIkAQEtzAI1wQJRqAFJBBIEEFtEexPGKdJYoAWyIWEtr1AMEgQQEkpFfLs9pky0/z6hAKI9vBXQAhwSBBACAAAAAAAAAAAAAAADAAADJAEBLdQCNcECUawBAkBAsAEQAwDYAgDYAgAAAAAAAAAAALQBngMtBCgEEgQQAQAAAAAAAAAAAAAAAwAAAwwSBBACAAAAAAAAAAAAAAABAAABDdwCLQQoBBIEEAEAAAAAAAAAAAAAAAIAAAIMEgQQAgAAAAAAAAAAAAAAAAAAAA3gAi0EKAQSBBABAAAAAAAAAAAAAAACAAACDBIEEAIAAAAAAAAAAAAAAAEAAAEN5AItBCgEEgQQAQAAAAAAAAAAAAAAAgAAAgwSBBACAAAAAAAAAAAAAAACAAACDegCLQQoBBIEEAEAAAAAAAAAAAAAAAEAAAEMEgQQAgAAAAAAAAAAAAAAAgAAAg3sAi0EKAQSBBABAAAAAAAAAAAAAAADAAADDBIEEAIAAAAAAAAAAAAAAAIAAAIN8AItBCgEEgQQAQAAAAAAAAAAAAAAAQAAAQwSBBACAAAAAAAAAAAAAAAAAAAADfQCLQQoBBIEEAEAAAAAAAAAAAAAAAEAAAEMEgQQAgAAAAAAAAAAAAAAAQAAAQ34Ai0EKAQSBBABAAAAAAAAAAAAAAADAAADDBIEEAIAAAAAAAAAAAAAAAAAAAAN/AK4AUIBABgDJYADKQAxAEAASAJVhANdiANkEgQQEkpFfLs9pky0/z6hAKI9vG2MA3WQA40BlAORAQGdAZgDpQGcA7UBoAO8AQIBAMABBQQDBaQDxAEFBAMFqAPIAQUEAwWsA8wBBQQDBbAD0AEFBAMFpAPUAQUEAwWkA9gBBQQDBbQD3AEFBAMFuAPgAQUEAwW8A+QBBQQDBcAD6AEFBAMFxAPsAQUEAwXIA/ABBQQDBcwD9AEFBAMF0AP4AQUEAwXUA/wBBQQDBdgDgAIFBAMF3AOEAgUEAwXgA4gCBQQDBeQDjAIFBAMF6AOQAgUEAwXsA5QCCwMAAAAAAAAAAAgBmAILAwAAAAAAAAAACAGcAgYF8QN9CASgAgYF+QN9CASqAklBbHR1YS5PYWsuQ29yZS5QbG90dGluZy5NYW51YWxEYXRlQ2F0ZWdvcnlBeGlzR3JhbnVsYXJpdHksIEFsdHVhLk9hay5Db3JlpQJKBgEBCQARAKwCKgQSBBDAemKZegxpWJBqBS9sgbVIDBIEEAEAAAAAAAAAAAAAAAEAAAEcALACKgQSBBBLED1xziicX5IP8qeEP1JnDBIEEAEAAAAAAAAAAAAAAAIAAAIcALQCKgQSBBAkEyDQHRc5UIGO7O7Jt8P7DBIEEAEAAAAAAAAAAAAAAAMAAAMcALgCBQX8AwgBvAIEBQAIAcYCPkFsdHVhLk9hay5Db3JlLkNoYXJ0LkRlZmF1bHRQbG90U2VyaWVzU2V0dGluZ3MsIEFsdHVhLk9hay5Db3JlwQJRAMgCBQWABAgBzAIEBQAIAdACBQWEBAgB1AIEBQAIAdgCANwCCQ2IBBWMBBwBAOACCQ2IBBWQBBwBAOQCCQ2IBBWUBBwBAOgCCQ2IBBWYBBwBAOwCCQ2IBBWcBBwBAPACCQ2IBBWgBBwBAPQCCQ2IBBWkBBwBAPgCCQ2IBBWoBBwBAPwCCQ2IBBWsBBwBAIADCwMAAAAAAAAAAAgChAMLAwAAAAAAAAAACAGIAwsDAAAAAAAAAAAIAYwDGAWwBA20BBW4BB28BCXABC3EBDXIBD3MBJADBw3QBBXVBH2UAwsDAAAAAAAAAAAIBJgDBgXZBH0IBJwDBgXZBH0IBKADBQQDBdwEpAMCAQCoAxABB+AE5AToBOwE8AT0BPgErAMGAQL8BIAFsAMCAQC0AwIBALgDAgEAvAMQAQeEBYgFjAWQBZQFmAWcBcADBgECoAWkBcQDEAEHqAWsBbAFtAW4BbwFwAXIAxABB8QFyAXMBdAF1AXYBdwFzAMCAQDQAwQBAeAF1AMKAQTkBegF7AXwBdgDAgEA3AMCAQDgAwIBAOQDAgEA6AMCAQDsAwIBAPYDM0FsdHVhLk9hay5Db3JlLlRoZW1pbmcuQ29sb3JQb2ludGVyLCBBbHR1YS5PYWsuQ29yZfEDfVBQUP/5A31QUFD//AMFBAMF9AWABAUEAwX4BYQEBQQDBfwFiAQFBAANgAaMBAUEAwWEBpAEBQQDBYgGlAQFBAMFjAaYBAUEAwWQBpwEBQQDBZQGoAQFBAMFmAakBAUEAwWcBqgEBQQDBaAGrAQFBAMFpAawBAcEAwQBAAgEtAQFBAEuCAS4BAQAAQgEvAQEAAAIBMAEBAQACATEBAQEAAgEyAQEAAAIBMwEBAAACATQBAUEAwWoBtUEfT4+5f/ZBH1QUFD/3AQCAQDgBA4FrQbMAQsAAAAAAAAAAOQEDgW1Bs4BCwAAAAAAAAAA6AQOBb0G0AELAAAAAAAA4D/sBA4FxQbSAQsAAAAAAADgP/AEDgXNBtQBCwAAAAAAAOA/9AQOBdUG1gELAAAAAAAA+D/4BA4F3QbYAQsAAAAAAADgP/wECAXlBtQBDegGgAUIBe0G2AEN8AaEBQoF9QbeAQ39BuABiAUKBYUHzAENiQfjAYwFCgWRB9ABDZUH4wGQBQoFmQfSAQ2dB+MBlAUJBaEH6QENqQd9mAUKBa0H7AENtQfjAZwFCQW5B+wBDb0HfaAFCgXBB+wBDcUH8gGkBQoFzQfsAQ3RB/IBqAUHBdUH9gEJAawFBwXdB/gBCQCwBQcF5Qf2AQkBtAUHBekH+wEJAbgFBwXxB/0BCQG8BQcF+Qf/AQkBwAUHBYEIgQIJAMQFCgWJCIECDY0IhALIBQoFlQiGAg2dCIgCzAUKBaUIigINrQiMAtAFCgW1CIoCDa0IjALUBQoFuQj4AQ29CJAC2AUKBcUI/QENvQiQAtwFCgXJCP8BDc0IlALgBQoF1QiWAg3dCJgC5AUKBeUI+AEN6QibAugFCgXxCIYCDfUImwLsBQoF+Qj9AQ39CJsC8AUKBYEJgQINhQmbAvQFBgEBiQmjAvgFBgEBkQmjAvwFBgEBlQmjAoAGCAUADQAVAB0AhAYGAQGZCaMCiAYGAQGdCaMCjAYGAQGhCaMCkAYGAQGlCaMClAYGAQGpCaMCmAYGAQGtCaMCnAYGAQGxCaMCoAYGAQG1CaMCpAYGAQG5CaMCqAYEAQIBBLIGU0FsdHVhLk9hay5Db3JlLk1vZGlmaWNhdGlvbi5TdHlsaW5nLkFsbFZhbHVlQXhpc0N1c3RvbWl6YXRpb25UYXJnZXQsIEFsdHVhLk9hay5Db3JlrQbMAQC6BllBbHR1YS5PYWsuQ29yZS5Nb2RpZmljYXRpb24uU3R5bGluZy5WYWx1ZUF4aXNHcmlkbGluZXNDdXN0b21pemF0aW9uVGFyZ2V0LCBBbHR1YS5PYWsuQ29yZbUGzgEAwgZTQWx0dWEuT2FrLkNvcmUuTW9kaWZpY2F0aW9uLlN0eWxpbmcuQ2F0ZWdvcnlBeGlzQ3VzdG9taXphdGlvblRhcmdldCwgQWx0dWEuT2FrLkNvcmW9BtABAMoGUEFsdHVhLk9hay5Db3JlLk1vZGlmaWNhdGlvbi5TdHlsaW5nLk9yaWdvTGluZUN1c3RvbWl6YXRpb25UYXJnZXQsIEFsdHVhLk9hay5Db3JlxQbSAQDSBl1BbHR1YS5PYWsuQ29yZS5Nb2RpZmljYXRpb24uU3R5bGluZy5BbGxDb25uZWN0b3JzQXV4aWxpYXJ5Q3VzdG9taXphdGlvblRhcmdldCwgQWx0dWEuT2FrLkNvcmXNBtQBANoGWUFsdHVhLk9hay5Db3JlLk1vZGlmaWNhdGlvbi5TdHlsaW5nLlNlcmllc1dpdGhQbG90S2luZEN1c3RvbWl6YXRpb25UYXJnZXQsIEFsdHVhLk9hay5Db3Jl1QbWAQMFvAniBmFBbHR1YS5PYWsuQ29yZS5Nb2RpZmljYXRpb24uU3R5bGluZy5UYXJnZXRzLldhdGVyZmFsbENvbm5lY3RvckN1c3RvbWl6YXRpb25UYXJnZXQsIEFsdHVhLk9hay5Db3Jl3QbYAQDlBtQBAOgGBQwDBcAJ7QbYAQDwBgUMAwXECfoGVkFsdHVhLk9hay5Db3JlLk1vZGlmaWNhdGlvbi5TdHlsaW5nLkFsbFNlcmllc01hcmtlckN1c3RvbWl6YXRpb25UYXJnZXQsIEFsdHVhLk9hay5Db3Jl9QbeAQCCBzpBbHR1YS5PYWsuQ29yZS5UaGVtaW5nLkJpbmRpbmdDb2xvclBvaW50ZXIsIEFsdHVhLk9hay5Db3Jl/QbgAQUFyQmzAoUHzAEAjgc3QWx0dWEuT2FrLkNvcmUuVGhlbWluZy5QYWdlQ29sb3JQb2ludGVyLCBBbHR1YS5PYWsuQ29yZYkH4wEEAAAIAJEH0AEAlQfjAQQAAAgAmQfSAQCdB+MBBAAACACmB1NBbHR1YS5PYWsuQ29yZS5Nb2RpZmljYXRpb24uU3R5bGluZy5BbGxHcmlkbGluZXNDdXN0b21pemF0aW9uVGFyZ2V0LCBBbHR1YS5PYWsuQ29yZaEH6QEAqQd9gICA/7IHZ0FsdHVhLk9hay5Db3JlLk1vZGlmaWNhdGlvbi5TdHlsaW5nLlRhcmdldHMuQWxsQXV4aWxpYXJ5U2hhcGVzT2ZUeXBlQ3VzdG9taXphdGlvblRhcmdldCwgQWx0dWEuT2FrLkNvcmWtB+wBAgADtQfjAQQABAgAuQfsAQIAAb0Hff///wDBB+wBAgABygdWQWx0dWEuT2FrLkNvcmUuU3ludGF4U3RydWN0dXJlLlJlY3RhbmdsZUF1eGlsaWFyeVNoYXBlTGFiZWxDYWxjdWxhdGlvbiwgQWx0dWEuT2FrLkNvcmXFB/IBAM0H7AECAAPRB/IBANoHWEFsdHVhLk9hay5Db3JlLk1vZGlmaWNhdGlvbi5TdHlsaW5nLlNlcmllc0xhYmVsT2ZUeXBlQ3VzdG9taXphdGlvblRhcmdldCwgQWx0dWEuT2FrLkNvcmXVB/YBAgAC4gdYQWx0dWEuT2FrLkNvcmUuTW9kaWZpY2F0aW9uLlN0eWxpbmcuQWxsVmFsdWVBeGlzTGFiZWxDdXN0b21pemF0aW9uVGFyZ2V0LCBBbHR1YS5PYWsuQ29yZd0H+AEA5Qf2AQIAAO4HVUFsdHVhLk9hay5Db3JlLk1vZGlmaWNhdGlvbi5TdHlsaW5nLkFsbFRvdGFsTGFiZWxzQ3VzdG9taXphdGlvblRhcmdldCwgQWx0dWEuT2FrLkNvcmXpB/sBAPYHV0FsdHVhLk9hay5Db3JlLk1vZGlmaWNhdGlvbi5TdHlsaW5nLkFsbENhdGVnb3J5TGFiZWxDdXN0b21pemF0aW9uVGFyZ2V0LCBBbHR1YS5PYWsuQ29yZfEH/QEA/gdYQWx0dWEuT2FrLkNvcmUuTW9kaWZpY2F0aW9uLlN0eWxpbmcuQWxsQXV4aWxpYXJ5TGFiZWxDdXN0b21pemF0aW9uVGFyZ2V0LCBBbHR1YS5PYWsuQ29yZfkH/wEAhghYQWx0dWEuT2FrLkNvcmUuTW9kaWZpY2F0aW9uLlN0eWxpbmcuQ2F0ZWdvcnlBeGlzVGl0bGVDdXN0b21pemF0aW9uVGFyZ2V0LCBBbHR1YS5PYWsuQ29yZYEIgQIAiQiBAgCSCEZBbHR1YS5PYWsuQ29yZS5QbG90dGluZy5BeGlzVGl0bGVMYWJlbFBsYWNlbWVudE91dHNpZGUsIEFsdHVhLk9hay5Db3JljQiEAgIAAZoIXUFsdHVhLk9hay5Db3JlLk1vZGlmaWNhdGlvbi5TdHlsaW5nLkFsbFZhbHVlQXhpc1RpdGxlTGFiZWxDdXN0b21pemF0aW9uVGFyZ2V0LCBBbHR1YS5PYWsuQ29yZZUIhgIAoghCQWx0dWEuT2FrLkNvcmUuUGxvdHRpbmcuQXhpc1RpdGxlTGFiZWxQbGFjZW1lbnRGYXIsIEFsdHVhLk9hay5Db3JlnQiIAgIAAKoIX0FsdHVhLk9hay5Db3JlLk1vZGlmaWNhdGlvbi5TdHlsaW5nLlNlcmllc0xhYmVsc1dpdGhQbG90S2luZEN1c3RvbWl6YXRpb25UYXJnZXQsIEFsdHVhLk9hay5Db3JlpQiKAgUF0AkIALIIPUFsdHVhLk9hay5Db3JlLlBsb3R0aW5nLkxhYmVsUGxhY2VtZW50T3V0c2lkZSwgQWx0dWEuT2FrLkNvcmWtCIwCALUIigIFBdQJCAC5CPgBAMIIQUFsdHVhLk9hay5Db3JlLlBsb3R0aW5nLkF4aXNMYWJlbFBsYWNlbWVudE91dHNpZGUsIEFsdHVhLk9hay5Db3JlvQiQAgIBAMUI/QEAyQj/AQDSCEZBbHR1YS5PYWsuQ29yZS5QbG90dGluZy5BdXhpbGlhcnlMYWJlbFBsYWNlbWVudERlZmF1bHQsIEFsdHVhLk9hay5Db3JlzQiUAgDaCFBBbHR1YS5PYWsuQ29yZS5Nb2RpZmljYXRpb24uU3R5bGluZy5BbGxMYWJlbHNDdXN0b21pemF0aW9uVGFyZ2V0LCBBbHR1YS5PYWsuQ29yZdUIlgIA4ghCQWx0dWEuT2FrLkNvcmUuU3ludGF4U3RydWN0dXJlLkFjdHVhbEZvbnRTaXplVmFsdWUsIEFsdHVhLk9hay5Db3Jl3QiYAgkDAAAAAAAAIkDlCPgBAO4IQ0FsdHVhLk9hay5Db3JlLlN5bnRheFN0cnVjdHVyZS5BY3R1YWxGb250Q29sb3JWYWx1ZSwgQWx0dWEuT2FrLkNvcmXpCJsCBQXZCeMB8QiGAgD1CJsCBQXdCeMB+Qj9AQD9CJsCBQXhCeMBgQmBAgCFCZsCBQXlCeMBjgkvQWx0dWEuRGF0YS5JbmZyYXN0cnVjdHVyZS5QYXJhZ3JhcGgsIEFsdHVhLkRhdGGJCaMCBQwDBegJkQmjAgUMAwXsCZUJowIFDAMF8AmZCaMCBQwDBfQJnQmjAgUMAwX4CaEJowIFDAMF/AmlCaMCBQwDBYAKqQmjAgUMAwWECq0JowIFDAMFiAqxCaMCBQwDBYwKtQmjAgUMAwWQCrkJowIFDAMFlAq8CQEFwAkKAQIAAIBAAABAQMQJCgECAACAQAAAQEDOCUhBbHR1YS5PYWsuQ29yZS5TeW50YXhTdHJ1Y3R1cmUuUGxvdFNlcmllc0JpbmRpbmdTdHJhdGVneSwgQWx0dWEuT2FrLkNvcmXJCbMCANAJAgkK1AkBBdkJ4wEEAAAIAN0J4wEEAAAIAOEJ4wEEAAAIAOUJ4wEEAAAIAOgJBgEBmQrHAuwJBgEBoQrHAvAJBgEBpQrHAvQJBgEBqQrLAvgJBgEBsQrLAvwJBgEBtQrLAoAKBgEBuQrLAoQKBgEBvQrLAogKBgEBwQrLAowKBgEBxQrLApAKBgEByQrLApQKBgEBzQrLAp4KLUFsdHVhLkRhdGEuSW5mcmFzdHJ1Y3R1cmUuVGV4dFJ1biwgQWx0dWEuRGF0YZkKxwINBAhTZXJpZXMgMQ3QCqEKxwINBAhTZXJpZXMgMg3QCqUKxwINBAhTZXJpZXMgMw3QCq4KL0FsdHVhLkRhdGEuSW5mcmFzdHJ1Y3R1cmUuTnVtYmVyUnVuLCBBbHR1YS5EYXRhqQrLAhMEDgNRjZduEoPYPx3VCtYCDdwKsQrLAhMEDgMAAAAAAJyfQB3hCtYCDeQKtQrLAhMEDgNV46WbxCDYPx3pCtYCDdwKuQrLAhMEDgN56SYxCKy8Px3tCtYCDdwKvQrLAhMEDgNI4XoUrkfBPx3xCtYCDdwKwQrLAhMEDgPwp8ZLN4nBPx31CtYCDdwKxQrLAhMEDgMAAAAAAJifQB35CtYCDfwKyQrLAhMEDgNCYOXQItvRPx2BC9YCDdwKzQrLAhMEDgMAAAAAAKCfQB2FC9YCDYgL0AoSBAAcACQALAA0ADwATABUAF0A2go9QWx0dWEuRGF0YS5OdW1iZXJGb3JtYXR0aW5nLkNvbXBvc2l0ZU51bWJlckZvcm1hdCwgQWx0dWEuRGF0YdUK1gILHYwLJZALNZQLPQDcChIEABwAJAAsADQAPABMAFQAXQDhCtYCCx2YCyWcCzWgCz0A5AoSBAAcACQALAA0ADwATABUAF0A6QrWAgsdpAslqAs1rAs9AO0K1gILHbALJbQLNbgLPQDxCtYCCx28CyXACzXECz0A9QrWAgsdyAslzAs10As9APkK1gILHdQLJdgLNdwLPQD8ChIEABwAJAAsADQAPABMAFQAXQCBC9YCCx3gCyXkCzXoCz0AhQvWAgsd7Asl8As19As9AIgLEgQAHAAkACwANAA8AEwAVABdAIwLCQACDAMF+AsRAJALCQACDAMF/AsRAJQLDAQBLAwCwqAUA05PS5gLCQAADAMFgAwRAJwLCQAADAMFhAwRAKALDAQBLAwCwqAUA05PS6QLCQACDAMFiAwRAKgLCQACDAMFjAwRAKwLDAQBLAwCwqAUA05PS7ALCQACDAMFkAwRALQLCQACDAMFlAwRALgLDAQBLAwCwqAUA05PS7wLCQACDAMFmAwRAMALCQACDAMFnAwRAMQLDAQBLAwCwqAUA05PS8gLCQACDAMFoAwRAMwLCQACDAMFpAwRANALDAQBLAwCwqAUA05PS9QLCQAADAMFqAwRANgLCQAADAMFrAwRANwLDAQBLAwCwqAUA05PS+ALCQACDAMFsAwRAOQLCQACDAMFtAwRAOgLDAQBLAwCwqAUA05PS+wLCQAADAMFuAwRAPALCQAADAMFvAwRAPQLDAQBLAwCwqAUA05PS/gLDgEDwQyRA8kMkwPRDJUD/AsSAQTZDJMDwQyRA8kMkwPRDJUDgAwGAQHdDJEDhAwKAQLhDJMD3QyRA4gMDgED5QyRA+kMkwPtDJUDjAwSAQTxDJMD5QyRA+kMkwPtDJUDkAwOAQP1DJED+QyTA/0MlQOUDBIBBIENkwP1DJED+QyTA/0MlQOYDA4BA4UNkQOJDZMDjQ2VA5wMEgEEkQ2TA4UNkQOJDZMDjQ2VA6AMDgEDlQ2RA5kNkwOdDZUDpAwSAQShDZMDlQ2RA5kNkwOdDZUDqAwGAQGlDZEDrAwKAQKpDZMDpQ2RA7AMDgEDrQ2RA7ENkwO1DZUDtAwSAQS5DZMDrQ2RA7ENkwO1DZUDuAwGAQG9DZEDvAwKAQLBDZMDvQ2RA8YMQEFsdHVhLkRhdGEuTnVtYmVyRm9ybWF0dGluZy5OdW1iZXJGb3JtYXRWYWx1ZVNlZ21lbnQsIEFsdHVhLkRhdGHBDJEDBQQDBcQNzgw/QWx0dWEuRGF0YS5OdW1iZXJGb3JtYXR0aW5nLk51bWJlckZvcm1hdFRleHRTZWdtZW50LCBBbHR1YS5EYXRhyQyTAwUEASAJAdYMQkFsdHVhLkRhdGEuTnVtYmVyRm9ybWF0dGluZy5OdW1iZXJGb3JtYXRQZXJjZW50U2VnbWVudCwgQWx0dWEuRGF0YdEMlQMA2QyTAwUEAS0JAd0MkQMFBAMFyA3hDJMDBQQBLQkB5QyRAwUEAwXMDekMkwMFBAEgCQHtDJUDAPEMkwMFBAEtCQH1DJEDBQQDBdAN+QyTAwUEASAJAf0MlQMAgQ2TAwUEAS0JAYUNkQMFBAMF1A2JDZMDBQQBIAkBjQ2VAwCRDZMDBQQBLQkBlQ2RAwUEAwXYDZkNkwMFBAEgCQGdDZUDAKENkwMFBAEtCQGlDZEDBQQDBdwNqQ2TAwUEAS0JAa0NkQMFBAMF4A2xDZMDBQQBIAkBtQ2VAwC5DZMDBQQBLQkBvQ2RAwUEAwXkDcENkwMFBAEtCQHEDQ4BA+kNuwPxDb0D6Q27A8gNBgEB+Q27A8wNDgED6Q27A/ENvQPpDbsD0A0OAQPpDbsD8Q29A+kNuwPUDQ4BA+kNuwPxDb0D6Q27A9gNDgED6Q27A/ENvQPpDbsD3A0GAQH5DbsD4A0OAQPpDbsD8Q29A+kNuwPkDQYBAfkNuwPuDTlBbHR1YS5EYXRhLk51bWJlckZvcm1hdHRpbmcuTnVtYmVyUGxhY2Vob2xkZXIsIEFsdHVhLkRhdGHpDbsDBQIwAAAA9g0/QWx0dWEuRGF0YS5OdW1iZXJGb3JtYXR0aW5nLkRlY2ltYWxQb2ludFBsYWNlaG9sZGVyLCBBbHR1YS5EYXRh8Q29AwD5DbsDBQIwAAAA"/>
  <p:tag name="GRUNT-SYNC" val="d9fef12c4f2744e19ea73943f5108b1b"/>
</p:tagLst>
</file>

<file path=ppt/theme/theme1.xml><?xml version="1.0" encoding="utf-8"?>
<a:theme xmlns:a="http://schemas.openxmlformats.org/drawingml/2006/main" name="1_PSEC">
  <a:themeElements>
    <a:clrScheme name="PSEC2112">
      <a:dk1>
        <a:srgbClr val="000000"/>
      </a:dk1>
      <a:lt1>
        <a:srgbClr val="FFFFFF"/>
      </a:lt1>
      <a:dk2>
        <a:srgbClr val="003255"/>
      </a:dk2>
      <a:lt2>
        <a:srgbClr val="000000"/>
      </a:lt2>
      <a:accent1>
        <a:srgbClr val="003255"/>
      </a:accent1>
      <a:accent2>
        <a:srgbClr val="81B0C0"/>
      </a:accent2>
      <a:accent3>
        <a:srgbClr val="407061"/>
      </a:accent3>
      <a:accent4>
        <a:srgbClr val="8F9DA6"/>
      </a:accent4>
      <a:accent5>
        <a:srgbClr val="C9BE27"/>
      </a:accent5>
      <a:accent6>
        <a:srgbClr val="DE0080"/>
      </a:accent6>
      <a:hlink>
        <a:srgbClr val="738296"/>
      </a:hlink>
      <a:folHlink>
        <a:srgbClr val="C0C0C0"/>
      </a:folHlink>
    </a:clrScheme>
    <a:fontScheme name="PSEC">
      <a:majorFont>
        <a:latin typeface="Cambria"/>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2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144000" indent="-144000" algn="l">
          <a:defRPr dirty="0" smtClean="0">
            <a:solidFill>
              <a:schemeClr val="bg2"/>
            </a:solidFill>
            <a:latin typeface="+mn-lt"/>
          </a:defRPr>
        </a:defPPr>
      </a:lstStyle>
    </a:txDef>
  </a:objectDefaults>
  <a:extraClrSchemeLst/>
  <a:extLst>
    <a:ext uri="{05A4C25C-085E-4340-85A3-A5531E510DB2}">
      <thm15:themeFamily xmlns:thm15="http://schemas.microsoft.com/office/thememl/2012/main" name="PSEC - 13012021 - Template 16,9.potx" id="{F996ABB9-4F05-4461-BFD6-A0A0B8B3777D}" vid="{105FF3D5-F8F4-4BEB-9356-83319577F028}"/>
    </a:ext>
  </a:extLst>
</a:theme>
</file>

<file path=ppt/theme/theme2.xml><?xml version="1.0" encoding="utf-8"?>
<a:theme xmlns:a="http://schemas.openxmlformats.org/drawingml/2006/main" name="PSEC Theme">
  <a:themeElements>
    <a:clrScheme name="PSEC2112">
      <a:dk1>
        <a:srgbClr val="000000"/>
      </a:dk1>
      <a:lt1>
        <a:srgbClr val="FFFFFF"/>
      </a:lt1>
      <a:dk2>
        <a:srgbClr val="003255"/>
      </a:dk2>
      <a:lt2>
        <a:srgbClr val="000000"/>
      </a:lt2>
      <a:accent1>
        <a:srgbClr val="003255"/>
      </a:accent1>
      <a:accent2>
        <a:srgbClr val="81B0C0"/>
      </a:accent2>
      <a:accent3>
        <a:srgbClr val="407061"/>
      </a:accent3>
      <a:accent4>
        <a:srgbClr val="8F9DA6"/>
      </a:accent4>
      <a:accent5>
        <a:srgbClr val="C9BE27"/>
      </a:accent5>
      <a:accent6>
        <a:srgbClr val="DE0080"/>
      </a:accent6>
      <a:hlink>
        <a:srgbClr val="738296"/>
      </a:hlink>
      <a:folHlink>
        <a:srgbClr val="C0C0C0"/>
      </a:folHlink>
    </a:clrScheme>
    <a:fontScheme name="PSEC">
      <a:majorFont>
        <a:latin typeface="Cambria"/>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2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144000" indent="-144000" algn="l">
          <a:defRPr dirty="0" smtClean="0">
            <a:solidFill>
              <a:schemeClr val="bg2"/>
            </a:solidFill>
            <a:latin typeface="+mn-lt"/>
          </a:defRPr>
        </a:defPPr>
      </a:lstStyle>
    </a:txDef>
  </a:objectDefaults>
  <a:extraClrSchemeLst/>
  <a:extLst>
    <a:ext uri="{05A4C25C-085E-4340-85A3-A5531E510DB2}">
      <thm15:themeFamily xmlns:thm15="http://schemas.microsoft.com/office/thememl/2012/main" name="PSEC Theme" id="{A885140D-A476-477D-8C0E-39067EF44445}" vid="{AA59F3F1-2D71-4BF6-AFFC-C6383D1A057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PSEC2112">
    <a:dk1>
      <a:srgbClr val="000000"/>
    </a:dk1>
    <a:lt1>
      <a:srgbClr val="FFFFFF"/>
    </a:lt1>
    <a:dk2>
      <a:srgbClr val="003255"/>
    </a:dk2>
    <a:lt2>
      <a:srgbClr val="000000"/>
    </a:lt2>
    <a:accent1>
      <a:srgbClr val="003255"/>
    </a:accent1>
    <a:accent2>
      <a:srgbClr val="81B0C0"/>
    </a:accent2>
    <a:accent3>
      <a:srgbClr val="407061"/>
    </a:accent3>
    <a:accent4>
      <a:srgbClr val="8F9DA6"/>
    </a:accent4>
    <a:accent5>
      <a:srgbClr val="C9BE27"/>
    </a:accent5>
    <a:accent6>
      <a:srgbClr val="DE0080"/>
    </a:accent6>
    <a:hlink>
      <a:srgbClr val="738296"/>
    </a:hlink>
    <a:folHlink>
      <a:srgbClr val="C0C0C0"/>
    </a:folHlink>
  </a:clrScheme>
</a:themeOverride>
</file>

<file path=ppt/theme/themeOverride2.xml><?xml version="1.0" encoding="utf-8"?>
<a:themeOverride xmlns:a="http://schemas.openxmlformats.org/drawingml/2006/main">
  <a:clrScheme name="PSEC2112">
    <a:dk1>
      <a:srgbClr val="000000"/>
    </a:dk1>
    <a:lt1>
      <a:srgbClr val="FFFFFF"/>
    </a:lt1>
    <a:dk2>
      <a:srgbClr val="003255"/>
    </a:dk2>
    <a:lt2>
      <a:srgbClr val="000000"/>
    </a:lt2>
    <a:accent1>
      <a:srgbClr val="003255"/>
    </a:accent1>
    <a:accent2>
      <a:srgbClr val="81B0C0"/>
    </a:accent2>
    <a:accent3>
      <a:srgbClr val="407061"/>
    </a:accent3>
    <a:accent4>
      <a:srgbClr val="8F9DA6"/>
    </a:accent4>
    <a:accent5>
      <a:srgbClr val="C9BE27"/>
    </a:accent5>
    <a:accent6>
      <a:srgbClr val="DE0080"/>
    </a:accent6>
    <a:hlink>
      <a:srgbClr val="738296"/>
    </a:hlink>
    <a:folHlink>
      <a:srgbClr val="C0C0C0"/>
    </a:folHlink>
  </a:clrScheme>
</a:themeOverride>
</file>

<file path=docMetadata/LabelInfo.xml><?xml version="1.0" encoding="utf-8"?>
<clbl:labelList xmlns:clbl="http://schemas.microsoft.com/office/2020/mipLabelMetadata">
  <clbl:label id="{adee44b2-91fc-40f1-abdd-9cc29351b5fd}" enabled="0" method="" siteId="{adee44b2-91fc-40f1-abdd-9cc29351b5fd}" removed="1"/>
</clbl:labelList>
</file>

<file path=docProps/app.xml><?xml version="1.0" encoding="utf-8"?>
<Properties xmlns="http://schemas.openxmlformats.org/officeDocument/2006/extended-properties" xmlns:vt="http://schemas.openxmlformats.org/officeDocument/2006/docPropsVTypes">
  <TotalTime>2</TotalTime>
  <Words>1790</Words>
  <Application>Microsoft Macintosh PowerPoint</Application>
  <PresentationFormat>Widescreen</PresentationFormat>
  <Paragraphs>250</Paragraphs>
  <Slides>15</Slides>
  <Notes>2</Notes>
  <HiddenSlides>0</HiddenSlides>
  <MMClips>0</MMClips>
  <ScaleCrop>false</ScaleCrop>
  <HeadingPairs>
    <vt:vector size="8" baseType="variant">
      <vt:variant>
        <vt:lpstr>Brukte skrifter</vt:lpstr>
      </vt:variant>
      <vt:variant>
        <vt:i4>8</vt:i4>
      </vt:variant>
      <vt:variant>
        <vt:lpstr>Tema</vt:lpstr>
      </vt:variant>
      <vt:variant>
        <vt:i4>2</vt:i4>
      </vt:variant>
      <vt:variant>
        <vt:lpstr>Innebygde OLE-servere</vt:lpstr>
      </vt:variant>
      <vt:variant>
        <vt:i4>1</vt:i4>
      </vt:variant>
      <vt:variant>
        <vt:lpstr>Lysbildetitler</vt:lpstr>
      </vt:variant>
      <vt:variant>
        <vt:i4>15</vt:i4>
      </vt:variant>
    </vt:vector>
  </HeadingPairs>
  <TitlesOfParts>
    <vt:vector size="26" baseType="lpstr">
      <vt:lpstr>Aptos</vt:lpstr>
      <vt:lpstr>Arial</vt:lpstr>
      <vt:lpstr>Arial Nova</vt:lpstr>
      <vt:lpstr>Arial Nova Light</vt:lpstr>
      <vt:lpstr>Cambria</vt:lpstr>
      <vt:lpstr>Courier New</vt:lpstr>
      <vt:lpstr>Merriweather</vt:lpstr>
      <vt:lpstr>Wingdings 3</vt:lpstr>
      <vt:lpstr>1_PSEC</vt:lpstr>
      <vt:lpstr>PSEC Theme</vt:lpstr>
      <vt:lpstr>think-cell Slide</vt:lpstr>
      <vt:lpstr>PowerPoint-presentasjon</vt:lpstr>
      <vt:lpstr>Contents</vt:lpstr>
      <vt:lpstr>Company Overview</vt:lpstr>
      <vt:lpstr>Market Overview </vt:lpstr>
      <vt:lpstr>Financials and Estimates </vt:lpstr>
      <vt:lpstr>Valuation and Recommendation </vt:lpstr>
      <vt:lpstr>Appendix</vt:lpstr>
      <vt:lpstr>Key Risks</vt:lpstr>
      <vt:lpstr>Reformulated Income Statement</vt:lpstr>
      <vt:lpstr>Reformulated Balance Sheet </vt:lpstr>
      <vt:lpstr>Detailed Revenue Forecast</vt:lpstr>
      <vt:lpstr>Key Assumptions</vt:lpstr>
      <vt:lpstr>DCF Model– Base Case</vt:lpstr>
      <vt:lpstr>Multiple Comparison</vt:lpstr>
      <vt:lpstr>Key Value Drivers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Mats Herman Hjelmtvedt</dc:creator>
  <cp:lastModifiedBy>(Student) Butt, Subhan</cp:lastModifiedBy>
  <cp:revision>3</cp:revision>
  <dcterms:created xsi:type="dcterms:W3CDTF">2026-02-06T14:22:32Z</dcterms:created>
  <dcterms:modified xsi:type="dcterms:W3CDTF">2026-10-02T16:08:06Z</dcterms:modified>
</cp:coreProperties>
</file>